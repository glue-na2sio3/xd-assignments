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56" r:id="rId4"/>
    <p:sldMasterId id="2147483660" r:id="rId5"/>
    <p:sldMasterId id="2147483664" r:id="rId6"/>
    <p:sldMasterId id="2147483668" r:id="rId7"/>
    <p:sldMasterId id="2147483672" r:id="rId8"/>
    <p:sldMasterId id="2147483676" r:id="rId9"/>
    <p:sldMasterId id="2147483680" r:id="rId10"/>
    <p:sldMasterId id="2147483684" r:id="rId11"/>
  </p:sldMasterIdLst>
  <p:notesMasterIdLst>
    <p:notesMasterId r:id="rId14"/>
  </p:notesMasterIdLst>
  <p:handoutMasterIdLst>
    <p:handoutMasterId r:id="rId22"/>
  </p:handoutMasterIdLst>
  <p:sldIdLst>
    <p:sldId id="724" r:id="rId12"/>
    <p:sldId id="886" r:id="rId13"/>
    <p:sldId id="887" r:id="rId15"/>
    <p:sldId id="888" r:id="rId16"/>
    <p:sldId id="889" r:id="rId17"/>
    <p:sldId id="890" r:id="rId18"/>
    <p:sldId id="891" r:id="rId19"/>
    <p:sldId id="892" r:id="rId20"/>
    <p:sldId id="893" r:id="rId21"/>
  </p:sldIdLst>
  <p:sldSz cx="9144000" cy="6858000" type="overhead"/>
  <p:notesSz cx="6797675" cy="9874250"/>
  <p:custDataLst>
    <p:tags r:id="rId2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503050405090304" pitchFamily="18" charset="0"/>
        <a:ea typeface="楷体_GB2312"/>
        <a:cs typeface="楷体_GB2312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503050405090304" pitchFamily="18" charset="0"/>
        <a:ea typeface="楷体_GB2312"/>
        <a:cs typeface="楷体_GB2312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503050405090304" pitchFamily="18" charset="0"/>
        <a:ea typeface="楷体_GB2312"/>
        <a:cs typeface="楷体_GB2312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503050405090304" pitchFamily="18" charset="0"/>
        <a:ea typeface="楷体_GB2312"/>
        <a:cs typeface="楷体_GB2312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503050405090304" pitchFamily="18" charset="0"/>
        <a:ea typeface="楷体_GB2312"/>
        <a:cs typeface="楷体_GB2312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503050405090304" pitchFamily="18" charset="0"/>
        <a:ea typeface="楷体_GB2312"/>
        <a:cs typeface="楷体_GB2312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503050405090304" pitchFamily="18" charset="0"/>
        <a:ea typeface="楷体_GB2312"/>
        <a:cs typeface="楷体_GB2312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503050405090304" pitchFamily="18" charset="0"/>
        <a:ea typeface="楷体_GB2312"/>
        <a:cs typeface="楷体_GB2312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503050405090304" pitchFamily="18" charset="0"/>
        <a:ea typeface="楷体_GB2312"/>
        <a:cs typeface="楷体_GB2312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00CC"/>
    <a:srgbClr val="C8161E"/>
    <a:srgbClr val="FDE3E4"/>
    <a:srgbClr val="FFCCFF"/>
    <a:srgbClr val="308A22"/>
    <a:srgbClr val="159957"/>
    <a:srgbClr val="FF3399"/>
    <a:srgbClr val="46AE7A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1448" autoAdjust="0"/>
  </p:normalViewPr>
  <p:slideViewPr>
    <p:cSldViewPr showGuides="1">
      <p:cViewPr varScale="1">
        <p:scale>
          <a:sx n="58" d="100"/>
          <a:sy n="58" d="100"/>
        </p:scale>
        <p:origin x="1350" y="21"/>
      </p:cViewPr>
      <p:guideLst>
        <p:guide orient="horz" pos="2160"/>
        <p:guide pos="285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2874" y="72"/>
      </p:cViewPr>
      <p:guideLst>
        <p:guide orient="horz" pos="3110"/>
        <p:guide pos="212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gs" Target="tags/tag7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9.xml"/><Relationship Id="rId20" Type="http://schemas.openxmlformats.org/officeDocument/2006/relationships/slide" Target="slides/slide8.xml"/><Relationship Id="rId2" Type="http://schemas.openxmlformats.org/officeDocument/2006/relationships/theme" Target="theme/theme1.xml"/><Relationship Id="rId19" Type="http://schemas.openxmlformats.org/officeDocument/2006/relationships/slide" Target="slides/slide7.xml"/><Relationship Id="rId18" Type="http://schemas.openxmlformats.org/officeDocument/2006/relationships/slide" Target="slides/slide6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5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862" cy="4931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l" eaLnBrk="0" hangingPunct="0">
              <a:defRPr sz="1300"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294" y="0"/>
            <a:ext cx="2945862" cy="4931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eaLnBrk="0" hangingPunct="0">
              <a:defRPr sz="1300"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46D10418-4AC2-4758-8260-F403F25B2D91}" type="datetimeFigureOut">
              <a:rPr lang="zh-CN" altLang="en-US"/>
            </a:fld>
            <a:endParaRPr lang="en-US" altLang="zh-CN"/>
          </a:p>
        </p:txBody>
      </p:sp>
      <p:sp>
        <p:nvSpPr>
          <p:cNvPr id="145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79542"/>
            <a:ext cx="2945862" cy="4931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l" eaLnBrk="0" hangingPunct="0">
              <a:defRPr sz="1300"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5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294" y="9379542"/>
            <a:ext cx="2945862" cy="4931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eaLnBrk="0" hangingPunct="0">
              <a:defRPr sz="1300"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5E06F5F0-E182-4D8D-8826-5DC964A6F55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862" cy="493177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294" y="0"/>
            <a:ext cx="2945862" cy="493177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B5641DAB-4357-424B-84C4-D2BBB8AB913E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0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64" y="4689772"/>
            <a:ext cx="5438748" cy="4443183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379542"/>
            <a:ext cx="2945862" cy="49317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294" y="9379542"/>
            <a:ext cx="2945862" cy="493177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/>
          <a:lstStyle>
            <a:lvl1pPr algn="r" eaLnBrk="1" hangingPunct="1">
              <a:defRPr sz="1300"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FC67942D-1C9F-46AE-8F5A-453DCF88A61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67942D-1C9F-46AE-8F5A-453DCF88A6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67942D-1C9F-46AE-8F5A-453DCF88A6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67942D-1C9F-46AE-8F5A-453DCF88A6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67942D-1C9F-46AE-8F5A-453DCF88A6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67942D-1C9F-46AE-8F5A-453DCF88A6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67942D-1C9F-46AE-8F5A-453DCF88A6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67942D-1C9F-46AE-8F5A-453DCF88A6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67942D-1C9F-46AE-8F5A-453DCF88A6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latin typeface="Arial Black" panose="020B0A04020102020204" pitchFamily="34" charset="0"/>
                <a:cs typeface="Times New Roman" panose="02020503050405090304" pitchFamily="18" charset="0"/>
              </a:defRPr>
            </a:lvl1pPr>
          </a:lstStyle>
          <a:p>
            <a:pPr>
              <a:defRPr/>
            </a:pPr>
            <a:fld id="{2DA2827A-8D69-44EB-B1BB-351CB490BC51}" type="slidenum">
              <a:rPr lang="en-US" altLang="zh-CN" smtClean="0"/>
            </a:fld>
            <a:endParaRPr lang="en-US" altLang="zh-CN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39552" y="1196752"/>
            <a:ext cx="7848872" cy="69238"/>
            <a:chOff x="539552" y="1484784"/>
            <a:chExt cx="7848872" cy="6923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539552" y="1484784"/>
              <a:ext cx="7848872" cy="0"/>
            </a:xfrm>
            <a:prstGeom prst="line">
              <a:avLst/>
            </a:prstGeom>
            <a:ln w="381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539552" y="1554022"/>
              <a:ext cx="4608512" cy="0"/>
            </a:xfrm>
            <a:prstGeom prst="line">
              <a:avLst/>
            </a:prstGeom>
            <a:ln w="1016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3CFDB7-5535-4EC8-A477-1377FFB3CC0A}" type="slidenum">
              <a:rPr lang="ja-JP" altLang="en-US"/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2259-F424-453A-A1A7-7216513484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latin typeface="Arial Black" panose="020B0A04020102020204" pitchFamily="34" charset="0"/>
                <a:cs typeface="Times New Roman" panose="02020503050405090304" pitchFamily="18" charset="0"/>
              </a:defRPr>
            </a:lvl1pPr>
          </a:lstStyle>
          <a:p>
            <a:pPr>
              <a:defRPr/>
            </a:pPr>
            <a:fld id="{2DA2827A-8D69-44EB-B1BB-351CB490BC51}" type="slidenum">
              <a:rPr lang="en-US" altLang="zh-CN" smtClean="0"/>
            </a:fld>
            <a:endParaRPr lang="en-US" altLang="zh-CN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39552" y="1196752"/>
            <a:ext cx="7848872" cy="69238"/>
            <a:chOff x="539552" y="1484784"/>
            <a:chExt cx="7848872" cy="6923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539552" y="1484784"/>
              <a:ext cx="7848872" cy="0"/>
            </a:xfrm>
            <a:prstGeom prst="line">
              <a:avLst/>
            </a:prstGeom>
            <a:ln w="381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539552" y="1554022"/>
              <a:ext cx="4608512" cy="0"/>
            </a:xfrm>
            <a:prstGeom prst="line">
              <a:avLst/>
            </a:prstGeom>
            <a:ln w="1016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3CFDB7-5535-4EC8-A477-1377FFB3CC0A}" type="slidenum">
              <a:rPr lang="ja-JP" altLang="en-US"/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2259-F424-453A-A1A7-7216513484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latin typeface="Arial Black" panose="020B0A04020102020204" pitchFamily="34" charset="0"/>
                <a:cs typeface="Times New Roman" panose="02020503050405090304" pitchFamily="18" charset="0"/>
              </a:defRPr>
            </a:lvl1pPr>
          </a:lstStyle>
          <a:p>
            <a:pPr>
              <a:defRPr/>
            </a:pPr>
            <a:fld id="{2DA2827A-8D69-44EB-B1BB-351CB490BC51}" type="slidenum">
              <a:rPr lang="en-US" altLang="zh-CN" smtClean="0"/>
            </a:fld>
            <a:endParaRPr lang="en-US" altLang="zh-CN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39552" y="1196752"/>
            <a:ext cx="7848872" cy="69238"/>
            <a:chOff x="539552" y="1484784"/>
            <a:chExt cx="7848872" cy="6923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539552" y="1484784"/>
              <a:ext cx="7848872" cy="0"/>
            </a:xfrm>
            <a:prstGeom prst="line">
              <a:avLst/>
            </a:prstGeom>
            <a:ln w="381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539552" y="1554022"/>
              <a:ext cx="4608512" cy="0"/>
            </a:xfrm>
            <a:prstGeom prst="line">
              <a:avLst/>
            </a:prstGeom>
            <a:ln w="1016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3CFDB7-5535-4EC8-A477-1377FFB3CC0A}" type="slidenum">
              <a:rPr lang="ja-JP" altLang="en-US"/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2259-F424-453A-A1A7-7216513484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latin typeface="Arial Black" panose="020B0A04020102020204" pitchFamily="34" charset="0"/>
                <a:cs typeface="Times New Roman" panose="02020503050405090304" pitchFamily="18" charset="0"/>
              </a:defRPr>
            </a:lvl1pPr>
          </a:lstStyle>
          <a:p>
            <a:pPr>
              <a:defRPr/>
            </a:pPr>
            <a:fld id="{2DA2827A-8D69-44EB-B1BB-351CB490BC51}" type="slidenum">
              <a:rPr lang="en-US" altLang="zh-CN" smtClean="0"/>
            </a:fld>
            <a:endParaRPr lang="en-US" altLang="zh-CN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39552" y="1196752"/>
            <a:ext cx="7848872" cy="69238"/>
            <a:chOff x="539552" y="1484784"/>
            <a:chExt cx="7848872" cy="6923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539552" y="1484784"/>
              <a:ext cx="7848872" cy="0"/>
            </a:xfrm>
            <a:prstGeom prst="line">
              <a:avLst/>
            </a:prstGeom>
            <a:ln w="381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539552" y="1554022"/>
              <a:ext cx="4608512" cy="0"/>
            </a:xfrm>
            <a:prstGeom prst="line">
              <a:avLst/>
            </a:prstGeom>
            <a:ln w="1016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3CFDB7-5535-4EC8-A477-1377FFB3CC0A}" type="slidenum">
              <a:rPr lang="ja-JP" altLang="en-US"/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2259-F424-453A-A1A7-7216513484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latin typeface="Arial Black" panose="020B0A04020102020204" pitchFamily="34" charset="0"/>
                <a:cs typeface="Times New Roman" panose="02020503050405090304" pitchFamily="18" charset="0"/>
              </a:defRPr>
            </a:lvl1pPr>
          </a:lstStyle>
          <a:p>
            <a:pPr>
              <a:defRPr/>
            </a:pPr>
            <a:fld id="{2DA2827A-8D69-44EB-B1BB-351CB490BC51}" type="slidenum">
              <a:rPr lang="en-US" altLang="zh-CN" smtClean="0"/>
            </a:fld>
            <a:endParaRPr lang="en-US" altLang="zh-CN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39552" y="1196752"/>
            <a:ext cx="7848872" cy="69238"/>
            <a:chOff x="539552" y="1484784"/>
            <a:chExt cx="7848872" cy="6923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539552" y="1484784"/>
              <a:ext cx="7848872" cy="0"/>
            </a:xfrm>
            <a:prstGeom prst="line">
              <a:avLst/>
            </a:prstGeom>
            <a:ln w="381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539552" y="1554022"/>
              <a:ext cx="4608512" cy="0"/>
            </a:xfrm>
            <a:prstGeom prst="line">
              <a:avLst/>
            </a:prstGeom>
            <a:ln w="1016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3CFDB7-5535-4EC8-A477-1377FFB3CC0A}" type="slidenum">
              <a:rPr lang="ja-JP" altLang="en-US"/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2259-F424-453A-A1A7-7216513484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latin typeface="Arial Black" panose="020B0A04020102020204" pitchFamily="34" charset="0"/>
                <a:cs typeface="Times New Roman" panose="02020503050405090304" pitchFamily="18" charset="0"/>
              </a:defRPr>
            </a:lvl1pPr>
          </a:lstStyle>
          <a:p>
            <a:pPr>
              <a:defRPr/>
            </a:pPr>
            <a:fld id="{2DA2827A-8D69-44EB-B1BB-351CB490BC51}" type="slidenum">
              <a:rPr lang="en-US" altLang="zh-CN" smtClean="0"/>
            </a:fld>
            <a:endParaRPr lang="en-US" altLang="zh-CN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39552" y="1196752"/>
            <a:ext cx="7848872" cy="69238"/>
            <a:chOff x="539552" y="1484784"/>
            <a:chExt cx="7848872" cy="6923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539552" y="1484784"/>
              <a:ext cx="7848872" cy="0"/>
            </a:xfrm>
            <a:prstGeom prst="line">
              <a:avLst/>
            </a:prstGeom>
            <a:ln w="381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539552" y="1554022"/>
              <a:ext cx="4608512" cy="0"/>
            </a:xfrm>
            <a:prstGeom prst="line">
              <a:avLst/>
            </a:prstGeom>
            <a:ln w="1016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3CFDB7-5535-4EC8-A477-1377FFB3CC0A}" type="slidenum">
              <a:rPr lang="ja-JP" altLang="en-US"/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2259-F424-453A-A1A7-7216513484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latin typeface="Arial Black" panose="020B0A04020102020204" pitchFamily="34" charset="0"/>
                <a:cs typeface="Times New Roman" panose="02020503050405090304" pitchFamily="18" charset="0"/>
              </a:defRPr>
            </a:lvl1pPr>
          </a:lstStyle>
          <a:p>
            <a:pPr>
              <a:defRPr/>
            </a:pPr>
            <a:fld id="{2DA2827A-8D69-44EB-B1BB-351CB490BC51}" type="slidenum">
              <a:rPr lang="en-US" altLang="zh-CN" smtClean="0"/>
            </a:fld>
            <a:endParaRPr lang="en-US" altLang="zh-CN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39552" y="1196752"/>
            <a:ext cx="7848872" cy="69238"/>
            <a:chOff x="539552" y="1484784"/>
            <a:chExt cx="7848872" cy="6923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539552" y="1484784"/>
              <a:ext cx="7848872" cy="0"/>
            </a:xfrm>
            <a:prstGeom prst="line">
              <a:avLst/>
            </a:prstGeom>
            <a:ln w="381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539552" y="1554022"/>
              <a:ext cx="4608512" cy="0"/>
            </a:xfrm>
            <a:prstGeom prst="line">
              <a:avLst/>
            </a:prstGeom>
            <a:ln w="1016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3CFDB7-5535-4EC8-A477-1377FFB3CC0A}" type="slidenum">
              <a:rPr lang="ja-JP" altLang="en-US"/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2259-F424-453A-A1A7-7216513484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latin typeface="Arial Black" panose="020B0A04020102020204" pitchFamily="34" charset="0"/>
                <a:cs typeface="Times New Roman" panose="02020503050405090304" pitchFamily="18" charset="0"/>
              </a:defRPr>
            </a:lvl1pPr>
          </a:lstStyle>
          <a:p>
            <a:pPr>
              <a:defRPr/>
            </a:pPr>
            <a:fld id="{2DA2827A-8D69-44EB-B1BB-351CB490BC51}" type="slidenum">
              <a:rPr lang="en-US" altLang="zh-CN" smtClean="0"/>
            </a:fld>
            <a:endParaRPr lang="en-US" altLang="zh-CN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39552" y="1196752"/>
            <a:ext cx="7848872" cy="69238"/>
            <a:chOff x="539552" y="1484784"/>
            <a:chExt cx="7848872" cy="6923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539552" y="1484784"/>
              <a:ext cx="7848872" cy="0"/>
            </a:xfrm>
            <a:prstGeom prst="line">
              <a:avLst/>
            </a:prstGeom>
            <a:ln w="381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539552" y="1554022"/>
              <a:ext cx="4608512" cy="0"/>
            </a:xfrm>
            <a:prstGeom prst="line">
              <a:avLst/>
            </a:prstGeom>
            <a:ln w="1016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3CFDB7-5535-4EC8-A477-1377FFB3CC0A}" type="slidenum">
              <a:rPr lang="ja-JP" altLang="en-US"/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2259-F424-453A-A1A7-7216513484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latin typeface="Arial Black" panose="020B0A04020102020204" pitchFamily="34" charset="0"/>
                <a:cs typeface="Times New Roman" panose="02020503050405090304" pitchFamily="18" charset="0"/>
              </a:defRPr>
            </a:lvl1pPr>
          </a:lstStyle>
          <a:p>
            <a:pPr>
              <a:defRPr/>
            </a:pPr>
            <a:fld id="{2DA2827A-8D69-44EB-B1BB-351CB490BC51}" type="slidenum">
              <a:rPr lang="en-US" altLang="zh-CN" smtClean="0"/>
            </a:fld>
            <a:endParaRPr lang="en-US" altLang="zh-CN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39552" y="1196752"/>
            <a:ext cx="7848872" cy="69238"/>
            <a:chOff x="539552" y="1484784"/>
            <a:chExt cx="7848872" cy="6923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539552" y="1484784"/>
              <a:ext cx="7848872" cy="0"/>
            </a:xfrm>
            <a:prstGeom prst="line">
              <a:avLst/>
            </a:prstGeom>
            <a:ln w="381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539552" y="1554022"/>
              <a:ext cx="4608512" cy="0"/>
            </a:xfrm>
            <a:prstGeom prst="line">
              <a:avLst/>
            </a:prstGeom>
            <a:ln w="1016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3CFDB7-5535-4EC8-A477-1377FFB3CC0A}" type="slidenum">
              <a:rPr lang="ja-JP" altLang="en-US"/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2259-F424-453A-A1A7-7216513484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latin typeface="Arial Black" panose="020B0A04020102020204" pitchFamily="34" charset="0"/>
                <a:cs typeface="Times New Roman" panose="02020503050405090304" pitchFamily="18" charset="0"/>
              </a:defRPr>
            </a:lvl1pPr>
          </a:lstStyle>
          <a:p>
            <a:pPr>
              <a:defRPr/>
            </a:pPr>
            <a:fld id="{2DA2827A-8D69-44EB-B1BB-351CB490BC51}" type="slidenum">
              <a:rPr lang="en-US" altLang="zh-CN" smtClean="0"/>
            </a:fld>
            <a:endParaRPr lang="en-US" altLang="zh-CN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39552" y="1196752"/>
            <a:ext cx="7848872" cy="69238"/>
            <a:chOff x="539552" y="1484784"/>
            <a:chExt cx="7848872" cy="6923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539552" y="1484784"/>
              <a:ext cx="7848872" cy="0"/>
            </a:xfrm>
            <a:prstGeom prst="line">
              <a:avLst/>
            </a:prstGeom>
            <a:ln w="381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539552" y="1554022"/>
              <a:ext cx="4608512" cy="0"/>
            </a:xfrm>
            <a:prstGeom prst="line">
              <a:avLst/>
            </a:prstGeom>
            <a:ln w="101600">
              <a:solidFill>
                <a:srgbClr val="315A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3CFDB7-5535-4EC8-A477-1377FFB3CC0A}" type="slidenum">
              <a:rPr lang="ja-JP" altLang="en-US"/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2259-F424-453A-A1A7-7216513484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5" Type="http://schemas.openxmlformats.org/officeDocument/2006/relationships/theme" Target="../theme/theme4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5" Type="http://schemas.openxmlformats.org/officeDocument/2006/relationships/theme" Target="../theme/theme5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6.xml.rels><?xml version="1.0" encoding="UTF-8" standalone="yes"?>
<Relationships xmlns="http://schemas.openxmlformats.org/package/2006/relationships"><Relationship Id="rId5" Type="http://schemas.openxmlformats.org/officeDocument/2006/relationships/theme" Target="../theme/theme6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5" Type="http://schemas.openxmlformats.org/officeDocument/2006/relationships/theme" Target="../theme/theme7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5" Type="http://schemas.openxmlformats.org/officeDocument/2006/relationships/theme" Target="../theme/theme8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9.xml.rels><?xml version="1.0" encoding="UTF-8" standalone="yes"?>
<Relationships xmlns="http://schemas.openxmlformats.org/package/2006/relationships"><Relationship Id="rId5" Type="http://schemas.openxmlformats.org/officeDocument/2006/relationships/theme" Target="../theme/theme9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116013"/>
            <a:ext cx="8229600" cy="537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600">
                <a:solidFill>
                  <a:srgbClr val="898989"/>
                </a:solidFill>
                <a:latin typeface="Arial Black" panose="020B0A040201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69FAD3E2-D544-4DA6-B814-87DB86058729}" type="slidenum">
              <a:rPr lang="en-US" altLang="zh-CN" smtClean="0"/>
            </a:fld>
            <a:endParaRPr lang="en-US" altLang="zh-CN"/>
          </a:p>
        </p:txBody>
      </p:sp>
      <p:sp>
        <p:nvSpPr>
          <p:cNvPr id="1029" name="Rectangle 17"/>
          <p:cNvSpPr>
            <a:spLocks noChangeArrowheads="1"/>
          </p:cNvSpPr>
          <p:nvPr userDrawn="1"/>
        </p:nvSpPr>
        <p:spPr bwMode="auto">
          <a:xfrm>
            <a:off x="6443663" y="476250"/>
            <a:ext cx="2411412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4"/>
        </a:buBlip>
        <a:defRPr sz="3200" kern="1200">
          <a:solidFill>
            <a:srgbClr val="000066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116013"/>
            <a:ext cx="8229600" cy="537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600">
                <a:solidFill>
                  <a:srgbClr val="898989"/>
                </a:solidFill>
                <a:latin typeface="Arial Black" panose="020B0A040201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69FAD3E2-D544-4DA6-B814-87DB86058729}" type="slidenum">
              <a:rPr lang="en-US" altLang="zh-CN" smtClean="0"/>
            </a:fld>
            <a:endParaRPr lang="en-US" altLang="zh-CN"/>
          </a:p>
        </p:txBody>
      </p:sp>
      <p:sp>
        <p:nvSpPr>
          <p:cNvPr id="1029" name="Rectangle 17"/>
          <p:cNvSpPr>
            <a:spLocks noChangeArrowheads="1"/>
          </p:cNvSpPr>
          <p:nvPr userDrawn="1"/>
        </p:nvSpPr>
        <p:spPr bwMode="auto">
          <a:xfrm>
            <a:off x="6443663" y="476250"/>
            <a:ext cx="2411412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4"/>
        </a:buBlip>
        <a:defRPr sz="3200" kern="1200">
          <a:solidFill>
            <a:srgbClr val="000066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116013"/>
            <a:ext cx="8229600" cy="537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600">
                <a:solidFill>
                  <a:srgbClr val="898989"/>
                </a:solidFill>
                <a:latin typeface="Arial Black" panose="020B0A040201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69FAD3E2-D544-4DA6-B814-87DB86058729}" type="slidenum">
              <a:rPr lang="en-US" altLang="zh-CN" smtClean="0"/>
            </a:fld>
            <a:endParaRPr lang="en-US" altLang="zh-CN"/>
          </a:p>
        </p:txBody>
      </p:sp>
      <p:sp>
        <p:nvSpPr>
          <p:cNvPr id="1029" name="Rectangle 17"/>
          <p:cNvSpPr>
            <a:spLocks noChangeArrowheads="1"/>
          </p:cNvSpPr>
          <p:nvPr userDrawn="1"/>
        </p:nvSpPr>
        <p:spPr bwMode="auto">
          <a:xfrm>
            <a:off x="6443663" y="476250"/>
            <a:ext cx="2411412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4"/>
        </a:buBlip>
        <a:defRPr sz="3200" kern="1200">
          <a:solidFill>
            <a:srgbClr val="000066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116013"/>
            <a:ext cx="8229600" cy="537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600">
                <a:solidFill>
                  <a:srgbClr val="898989"/>
                </a:solidFill>
                <a:latin typeface="Arial Black" panose="020B0A040201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69FAD3E2-D544-4DA6-B814-87DB86058729}" type="slidenum">
              <a:rPr lang="en-US" altLang="zh-CN" smtClean="0"/>
            </a:fld>
            <a:endParaRPr lang="en-US" altLang="zh-CN"/>
          </a:p>
        </p:txBody>
      </p:sp>
      <p:sp>
        <p:nvSpPr>
          <p:cNvPr id="1029" name="Rectangle 17"/>
          <p:cNvSpPr>
            <a:spLocks noChangeArrowheads="1"/>
          </p:cNvSpPr>
          <p:nvPr userDrawn="1"/>
        </p:nvSpPr>
        <p:spPr bwMode="auto">
          <a:xfrm>
            <a:off x="6443663" y="476250"/>
            <a:ext cx="2411412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4"/>
        </a:buBlip>
        <a:defRPr sz="3200" kern="1200">
          <a:solidFill>
            <a:srgbClr val="000066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116013"/>
            <a:ext cx="8229600" cy="537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600">
                <a:solidFill>
                  <a:srgbClr val="898989"/>
                </a:solidFill>
                <a:latin typeface="Arial Black" panose="020B0A040201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69FAD3E2-D544-4DA6-B814-87DB86058729}" type="slidenum">
              <a:rPr lang="en-US" altLang="zh-CN" smtClean="0"/>
            </a:fld>
            <a:endParaRPr lang="en-US" altLang="zh-CN"/>
          </a:p>
        </p:txBody>
      </p:sp>
      <p:sp>
        <p:nvSpPr>
          <p:cNvPr id="1029" name="Rectangle 17"/>
          <p:cNvSpPr>
            <a:spLocks noChangeArrowheads="1"/>
          </p:cNvSpPr>
          <p:nvPr userDrawn="1"/>
        </p:nvSpPr>
        <p:spPr bwMode="auto">
          <a:xfrm>
            <a:off x="6443663" y="476250"/>
            <a:ext cx="2411412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4"/>
        </a:buBlip>
        <a:defRPr sz="3200" kern="1200">
          <a:solidFill>
            <a:srgbClr val="000066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116013"/>
            <a:ext cx="8229600" cy="537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600">
                <a:solidFill>
                  <a:srgbClr val="898989"/>
                </a:solidFill>
                <a:latin typeface="Arial Black" panose="020B0A040201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69FAD3E2-D544-4DA6-B814-87DB86058729}" type="slidenum">
              <a:rPr lang="en-US" altLang="zh-CN" smtClean="0"/>
            </a:fld>
            <a:endParaRPr lang="en-US" altLang="zh-CN"/>
          </a:p>
        </p:txBody>
      </p:sp>
      <p:sp>
        <p:nvSpPr>
          <p:cNvPr id="1029" name="Rectangle 17"/>
          <p:cNvSpPr>
            <a:spLocks noChangeArrowheads="1"/>
          </p:cNvSpPr>
          <p:nvPr userDrawn="1"/>
        </p:nvSpPr>
        <p:spPr bwMode="auto">
          <a:xfrm>
            <a:off x="6443663" y="476250"/>
            <a:ext cx="2411412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4"/>
        </a:buBlip>
        <a:defRPr sz="3200" kern="1200">
          <a:solidFill>
            <a:srgbClr val="000066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116013"/>
            <a:ext cx="8229600" cy="537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600">
                <a:solidFill>
                  <a:srgbClr val="898989"/>
                </a:solidFill>
                <a:latin typeface="Arial Black" panose="020B0A040201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69FAD3E2-D544-4DA6-B814-87DB86058729}" type="slidenum">
              <a:rPr lang="en-US" altLang="zh-CN" smtClean="0"/>
            </a:fld>
            <a:endParaRPr lang="en-US" altLang="zh-CN"/>
          </a:p>
        </p:txBody>
      </p:sp>
      <p:sp>
        <p:nvSpPr>
          <p:cNvPr id="1029" name="Rectangle 17"/>
          <p:cNvSpPr>
            <a:spLocks noChangeArrowheads="1"/>
          </p:cNvSpPr>
          <p:nvPr userDrawn="1"/>
        </p:nvSpPr>
        <p:spPr bwMode="auto">
          <a:xfrm>
            <a:off x="6443663" y="476250"/>
            <a:ext cx="2411412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4"/>
        </a:buBlip>
        <a:defRPr sz="3200" kern="1200">
          <a:solidFill>
            <a:srgbClr val="000066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116013"/>
            <a:ext cx="8229600" cy="537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600">
                <a:solidFill>
                  <a:srgbClr val="898989"/>
                </a:solidFill>
                <a:latin typeface="Arial Black" panose="020B0A040201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69FAD3E2-D544-4DA6-B814-87DB86058729}" type="slidenum">
              <a:rPr lang="en-US" altLang="zh-CN" smtClean="0"/>
            </a:fld>
            <a:endParaRPr lang="en-US" altLang="zh-CN"/>
          </a:p>
        </p:txBody>
      </p:sp>
      <p:sp>
        <p:nvSpPr>
          <p:cNvPr id="1029" name="Rectangle 17"/>
          <p:cNvSpPr>
            <a:spLocks noChangeArrowheads="1"/>
          </p:cNvSpPr>
          <p:nvPr userDrawn="1"/>
        </p:nvSpPr>
        <p:spPr bwMode="auto">
          <a:xfrm>
            <a:off x="6443663" y="476250"/>
            <a:ext cx="2411412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4"/>
        </a:buBlip>
        <a:defRPr sz="3200" kern="1200">
          <a:solidFill>
            <a:srgbClr val="000066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116013"/>
            <a:ext cx="8229600" cy="537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600">
                <a:solidFill>
                  <a:srgbClr val="898989"/>
                </a:solidFill>
                <a:latin typeface="Arial Black" panose="020B0A040201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69FAD3E2-D544-4DA6-B814-87DB86058729}" type="slidenum">
              <a:rPr lang="en-US" altLang="zh-CN" smtClean="0"/>
            </a:fld>
            <a:endParaRPr lang="en-US" altLang="zh-CN"/>
          </a:p>
        </p:txBody>
      </p:sp>
      <p:sp>
        <p:nvSpPr>
          <p:cNvPr id="1029" name="Rectangle 17"/>
          <p:cNvSpPr>
            <a:spLocks noChangeArrowheads="1"/>
          </p:cNvSpPr>
          <p:nvPr userDrawn="1"/>
        </p:nvSpPr>
        <p:spPr bwMode="auto">
          <a:xfrm>
            <a:off x="6443663" y="476250"/>
            <a:ext cx="2411412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4"/>
        </a:buBlip>
        <a:defRPr sz="3200" kern="1200">
          <a:solidFill>
            <a:srgbClr val="000066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116013"/>
            <a:ext cx="8229600" cy="537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600">
                <a:solidFill>
                  <a:srgbClr val="898989"/>
                </a:solidFill>
                <a:latin typeface="Arial Black" panose="020B0A040201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69FAD3E2-D544-4DA6-B814-87DB86058729}" type="slidenum">
              <a:rPr lang="en-US" altLang="zh-CN" smtClean="0"/>
            </a:fld>
            <a:endParaRPr lang="en-US" altLang="zh-CN"/>
          </a:p>
        </p:txBody>
      </p:sp>
      <p:sp>
        <p:nvSpPr>
          <p:cNvPr id="1029" name="Rectangle 17"/>
          <p:cNvSpPr>
            <a:spLocks noChangeArrowheads="1"/>
          </p:cNvSpPr>
          <p:nvPr userDrawn="1"/>
        </p:nvSpPr>
        <p:spPr bwMode="auto">
          <a:xfrm>
            <a:off x="6443663" y="476250"/>
            <a:ext cx="2411412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9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800000"/>
          </a:solidFill>
          <a:latin typeface="Arial" panose="020B060402020209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4"/>
        </a:buBlip>
        <a:defRPr sz="3200" kern="1200">
          <a:solidFill>
            <a:srgbClr val="000066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hyperlink" Target="mailto:clpeng@xidian.edu.cn" TargetMode="Externa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hyperlink" Target="https://docs.pytorch.org/tutorials/domains.html" TargetMode="Externa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1" Type="http://schemas.openxmlformats.org/officeDocument/2006/relationships/hyperlink" Target="https://docs.pytorch.org/tutorials/domains.html" TargetMode="Externa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7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8.png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2.xml"/><Relationship Id="rId6" Type="http://schemas.openxmlformats.org/officeDocument/2006/relationships/image" Target="../media/image11.png"/><Relationship Id="rId5" Type="http://schemas.openxmlformats.org/officeDocument/2006/relationships/tags" Target="../tags/tag6.xml"/><Relationship Id="rId4" Type="http://schemas.openxmlformats.org/officeDocument/2006/relationships/image" Target="../media/image10.png"/><Relationship Id="rId3" Type="http://schemas.openxmlformats.org/officeDocument/2006/relationships/tags" Target="../tags/tag5.xml"/><Relationship Id="rId2" Type="http://schemas.openxmlformats.org/officeDocument/2006/relationships/image" Target="../media/image9.png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268760"/>
            <a:ext cx="9144000" cy="2160587"/>
          </a:xfrm>
          <a:prstGeom prst="rect">
            <a:avLst/>
          </a:prstGeom>
          <a:solidFill>
            <a:srgbClr val="315A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标题 3"/>
          <p:cNvSpPr>
            <a:spLocks noGrp="1"/>
          </p:cNvSpPr>
          <p:nvPr>
            <p:ph type="ctrTitle" idx="4294967295"/>
          </p:nvPr>
        </p:nvSpPr>
        <p:spPr>
          <a:xfrm>
            <a:off x="179512" y="1287210"/>
            <a:ext cx="8856663" cy="1368425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zh-CN" altLang="en-US" sz="6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信息与内容安全</a:t>
            </a:r>
            <a:endParaRPr lang="zh-CN" sz="73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342532" y="2655635"/>
            <a:ext cx="6530622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实验安排</a:t>
            </a:r>
            <a:endParaRPr lang="zh-CN" altLang="en-US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" name="Picture 7" descr="C:\Users\helihuo\Desktop\西电校景1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4797152"/>
            <a:ext cx="9144000" cy="20623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5" descr="a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5" t="5250" r="54325" b="80050"/>
          <a:stretch>
            <a:fillRect/>
          </a:stretch>
        </p:blipFill>
        <p:spPr bwMode="auto">
          <a:xfrm>
            <a:off x="0" y="77741"/>
            <a:ext cx="3744416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副标题 4"/>
          <p:cNvSpPr txBox="1"/>
          <p:nvPr/>
        </p:nvSpPr>
        <p:spPr bwMode="auto">
          <a:xfrm>
            <a:off x="1187624" y="3641666"/>
            <a:ext cx="7058025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宋体" pitchFamily="2" charset="-122"/>
              </a:defRPr>
            </a:lvl9pPr>
          </a:lstStyle>
          <a:p>
            <a:pPr algn="ctr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彭春蕾</a:t>
            </a:r>
            <a:endParaRPr lang="en-US" altLang="zh-CN" sz="9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algn="ctr" eaLnBrk="1" hangingPunct="1">
              <a:spcBef>
                <a:spcPts val="600"/>
              </a:spcBef>
            </a:pPr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网络与信息安全学院</a:t>
            </a:r>
            <a:endParaRPr lang="en-US" altLang="zh-CN" sz="20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algn="ctr" eaLnBrk="1" hangingPunct="1">
              <a:spcBef>
                <a:spcPts val="600"/>
              </a:spcBef>
            </a:pPr>
            <a:r>
              <a:rPr lang="en-US" altLang="zh-CN" sz="2000" dirty="0" smtClean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503050405090304" pitchFamily="18" charset="0"/>
                <a:hlinkClick r:id="rId3"/>
              </a:rPr>
              <a:t>clpeng@xidian.edu.cn</a:t>
            </a:r>
            <a:r>
              <a:rPr lang="en-US" altLang="zh-CN" sz="2000" dirty="0" smtClean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503050405090304" pitchFamily="18" charset="0"/>
              </a:rPr>
              <a:t> </a:t>
            </a:r>
            <a:endParaRPr lang="en-US" altLang="zh-CN" sz="2000" dirty="0" smtClean="0">
              <a:solidFill>
                <a:srgbClr val="000000"/>
              </a:solidFill>
              <a:latin typeface="+mn-lt"/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2259-F424-453A-A1A7-7216513484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8" grpId="0" bldLvl="0" autoUpdateAnimBg="0"/>
      <p:bldP spid="8" grpId="1" bldLvl="0" autoUpdateAnimBg="0"/>
      <p:bldP spid="8" grpId="2" bldLvl="0" autoUpdateAnimBg="0"/>
      <p:bldP spid="12" grpId="0" autoUpdateAnimBg="0" build="p"/>
      <p:bldP spid="12" grpId="1" autoUpdateAnimBg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796B0-A175-4941-AF98-9A432553FCE7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 Box 24"/>
          <p:cNvSpPr txBox="1">
            <a:spLocks noChangeArrowheads="1"/>
          </p:cNvSpPr>
          <p:nvPr/>
        </p:nvSpPr>
        <p:spPr bwMode="auto">
          <a:xfrm>
            <a:off x="577215" y="404495"/>
            <a:ext cx="5843270" cy="64516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实验安排：第</a:t>
            </a:r>
            <a:r>
              <a:rPr lang="en-US" altLang="zh-CN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</a:t>
            </a:r>
            <a:endParaRPr lang="zh-CN" altLang="en-US" sz="3600" b="1" kern="0" dirty="0">
              <a:solidFill>
                <a:srgbClr val="315AA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115" y="1341120"/>
            <a:ext cx="781875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第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1</a:t>
            </a:r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次实验：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Pytorch 基础</a:t>
            </a:r>
            <a:endParaRPr lang="en-US" altLang="zh-CN" sz="2400" b="1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400" u="sng" dirty="0" smtClean="0">
                <a:solidFill>
                  <a:srgbClr val="0000FF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https://docs.pytorch.org/tutorials/beginner/basics/intro.html/ </a:t>
            </a:r>
            <a:r>
              <a:rPr lang="en-US" altLang="zh-CN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 </a:t>
            </a:r>
            <a:endParaRPr lang="en-US" altLang="zh-CN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和</a:t>
            </a:r>
            <a:endParaRPr lang="en-US" altLang="zh-CN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  <a:hlinkClick r:id="rId1" tooltip="" action="ppaction://hlinkfile"/>
              </a:rPr>
              <a:t>https://docs.pytorch.org/tutorials/domains.html</a:t>
            </a:r>
            <a:r>
              <a:rPr lang="en-US" altLang="zh-CN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  </a:t>
            </a:r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前两项</a:t>
            </a:r>
            <a:r>
              <a:rPr lang="en-US" altLang="zh-CN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；</a:t>
            </a:r>
            <a:endParaRPr lang="en-US" altLang="zh-CN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endParaRPr lang="en-US" altLang="zh-CN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dirty="0" smtClean="0">
                <a:ea typeface="黑体" panose="02010609060101010101" pitchFamily="49" charset="-122"/>
                <a:cs typeface="Times New Roman" panose="02020503050405090304" pitchFamily="18" charset="0"/>
                <a:sym typeface="+mn-ea"/>
              </a:rPr>
              <a:t>笔记本没有GPU配置的同学，可以使用谷歌的Colab，或者AutoDL，进行在线实验。</a:t>
            </a:r>
            <a:endParaRPr lang="en-US" altLang="zh-CN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4004945"/>
            <a:ext cx="6876415" cy="2753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796B0-A175-4941-AF98-9A432553FCE7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 Box 24"/>
          <p:cNvSpPr txBox="1">
            <a:spLocks noChangeArrowheads="1"/>
          </p:cNvSpPr>
          <p:nvPr/>
        </p:nvSpPr>
        <p:spPr bwMode="auto">
          <a:xfrm>
            <a:off x="577215" y="404495"/>
            <a:ext cx="5843270" cy="64516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实验安排：第</a:t>
            </a:r>
            <a:r>
              <a:rPr lang="en-US" altLang="zh-CN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</a:t>
            </a:r>
            <a:endParaRPr lang="zh-CN" altLang="en-US" sz="3600" b="1" kern="0" dirty="0">
              <a:solidFill>
                <a:srgbClr val="315AA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115" y="1341120"/>
            <a:ext cx="85705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第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2</a:t>
            </a:r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次实验：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Pytorch</a:t>
            </a:r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进阶</a:t>
            </a:r>
            <a:r>
              <a:rPr lang="en-US" altLang="zh-CN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 </a:t>
            </a:r>
            <a:endParaRPr lang="en-US" altLang="zh-CN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dirty="0" smtClean="0">
                <a:ea typeface="黑体" panose="02010609060101010101" pitchFamily="49" charset="-122"/>
                <a:cs typeface="Times New Roman" panose="02020503050405090304" pitchFamily="18" charset="0"/>
                <a:sym typeface="+mn-ea"/>
                <a:hlinkClick r:id="rId1" action="ppaction://hlinkfile"/>
              </a:rPr>
              <a:t>https://docs.pytorch.org/tutorials/domains.html</a:t>
            </a:r>
            <a:r>
              <a:rPr lang="en-US" altLang="zh-CN" dirty="0" smtClean="0">
                <a:ea typeface="黑体" panose="02010609060101010101" pitchFamily="49" charset="-122"/>
                <a:cs typeface="Times New Roman" panose="02020503050405090304" pitchFamily="18" charset="0"/>
                <a:sym typeface="+mn-ea"/>
              </a:rPr>
              <a:t>  </a:t>
            </a:r>
            <a:r>
              <a:rPr lang="zh-CN" altLang="en-US" dirty="0" smtClean="0">
                <a:ea typeface="黑体" panose="02010609060101010101" pitchFamily="49" charset="-122"/>
                <a:cs typeface="Times New Roman" panose="02020503050405090304" pitchFamily="18" charset="0"/>
                <a:sym typeface="+mn-ea"/>
              </a:rPr>
              <a:t>中第</a:t>
            </a:r>
            <a:r>
              <a:rPr lang="en-US" altLang="zh-CN" dirty="0" smtClean="0">
                <a:ea typeface="黑体" panose="02010609060101010101" pitchFamily="49" charset="-122"/>
                <a:cs typeface="Times New Roman" panose="02020503050405090304" pitchFamily="18" charset="0"/>
                <a:sym typeface="+mn-ea"/>
              </a:rPr>
              <a:t>3-4</a:t>
            </a:r>
            <a:r>
              <a:rPr lang="zh-CN" altLang="en-US" dirty="0" smtClean="0">
                <a:ea typeface="黑体" panose="02010609060101010101" pitchFamily="49" charset="-122"/>
                <a:cs typeface="Times New Roman" panose="02020503050405090304" pitchFamily="18" charset="0"/>
                <a:sym typeface="+mn-ea"/>
              </a:rPr>
              <a:t>项</a:t>
            </a:r>
            <a:r>
              <a:rPr lang="en-US" altLang="zh-CN" dirty="0" smtClean="0">
                <a:ea typeface="黑体" panose="02010609060101010101" pitchFamily="49" charset="-122"/>
                <a:cs typeface="Times New Roman" panose="02020503050405090304" pitchFamily="18" charset="0"/>
                <a:sym typeface="+mn-ea"/>
              </a:rPr>
              <a:t>；</a:t>
            </a:r>
            <a:endParaRPr lang="en-US" altLang="zh-CN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endParaRPr 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2564765"/>
            <a:ext cx="8371840" cy="3312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796B0-A175-4941-AF98-9A432553FCE7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 Box 24"/>
          <p:cNvSpPr txBox="1">
            <a:spLocks noChangeArrowheads="1"/>
          </p:cNvSpPr>
          <p:nvPr/>
        </p:nvSpPr>
        <p:spPr bwMode="auto">
          <a:xfrm>
            <a:off x="577215" y="404495"/>
            <a:ext cx="5843270" cy="64516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实验安排：第</a:t>
            </a:r>
            <a:r>
              <a:rPr lang="en-US" altLang="zh-CN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</a:t>
            </a:r>
            <a:endParaRPr lang="zh-CN" altLang="en-US" sz="3600" b="1" kern="0" dirty="0">
              <a:solidFill>
                <a:srgbClr val="315AA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115" y="1341120"/>
            <a:ext cx="781875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第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3</a:t>
            </a:r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次实验：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Tensorflow 基础</a:t>
            </a:r>
            <a:endParaRPr lang="en-US" altLang="zh-CN" sz="2400" b="1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400" u="sng" dirty="0" smtClean="0">
                <a:solidFill>
                  <a:srgbClr val="0000FF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https://www.tensorflow.org/tutorials</a:t>
            </a:r>
            <a:r>
              <a:rPr lang="en-US" altLang="zh-CN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 </a:t>
            </a:r>
            <a:endParaRPr lang="en-US" altLang="zh-CN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完成其中的 Quickstart for beginners, Quickstart for experts,ML basic wth Keras；</a:t>
            </a:r>
            <a:endParaRPr lang="en-US" altLang="zh-CN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7215" y="2909570"/>
            <a:ext cx="7059295" cy="38080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796B0-A175-4941-AF98-9A432553FCE7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 Box 24"/>
          <p:cNvSpPr txBox="1">
            <a:spLocks noChangeArrowheads="1"/>
          </p:cNvSpPr>
          <p:nvPr/>
        </p:nvSpPr>
        <p:spPr bwMode="auto">
          <a:xfrm>
            <a:off x="577215" y="404495"/>
            <a:ext cx="5843270" cy="64516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实验安排：第</a:t>
            </a:r>
            <a:r>
              <a:rPr lang="en-US" altLang="zh-CN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</a:t>
            </a:r>
            <a:endParaRPr lang="zh-CN" altLang="en-US" sz="3600" b="1" kern="0" dirty="0">
              <a:solidFill>
                <a:srgbClr val="315AA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115" y="1341120"/>
            <a:ext cx="78187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第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4</a:t>
            </a:r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次实验：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Tensorflow 进阶</a:t>
            </a:r>
            <a:endParaRPr lang="en-US" altLang="zh-CN" sz="2400" b="1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400" u="sng" dirty="0" smtClean="0">
                <a:solidFill>
                  <a:srgbClr val="0000FF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https://www.tensorflow.org/tutorials</a:t>
            </a:r>
            <a:r>
              <a:rPr lang="en-US" altLang="zh-CN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 </a:t>
            </a:r>
            <a:endParaRPr lang="en-US" altLang="zh-CN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完成Vision中的第1、3-7的内容；</a:t>
            </a:r>
            <a:endParaRPr lang="en-US" altLang="zh-CN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7215" y="2540000"/>
            <a:ext cx="7367270" cy="41268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796B0-A175-4941-AF98-9A432553FCE7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 Box 24"/>
          <p:cNvSpPr txBox="1">
            <a:spLocks noChangeArrowheads="1"/>
          </p:cNvSpPr>
          <p:nvPr/>
        </p:nvSpPr>
        <p:spPr bwMode="auto">
          <a:xfrm>
            <a:off x="577215" y="404495"/>
            <a:ext cx="5843270" cy="64516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实验安排：第</a:t>
            </a:r>
            <a:r>
              <a:rPr lang="en-US" altLang="zh-CN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</a:t>
            </a:r>
            <a:endParaRPr lang="zh-CN" altLang="en-US" sz="3600" b="1" kern="0" dirty="0">
              <a:solidFill>
                <a:srgbClr val="315AA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115" y="1341120"/>
            <a:ext cx="781875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第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5</a:t>
            </a:r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次实验：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Tensorflow 进阶</a:t>
            </a:r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（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二</a:t>
            </a:r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）</a:t>
            </a:r>
            <a:endParaRPr lang="en-US" altLang="zh-CN" sz="2400" b="1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400" u="sng" dirty="0" smtClean="0">
                <a:solidFill>
                  <a:srgbClr val="0000FF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https://www.tensorflow.org/tutorials </a:t>
            </a:r>
            <a:endParaRPr lang="en-US" altLang="zh-CN" sz="2400" u="sng" dirty="0" smtClean="0">
              <a:solidFill>
                <a:srgbClr val="0000FF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完成Generative的CycleGAN, DeepDream, Stable Diffusion, Adversarial FGSM</a:t>
            </a:r>
            <a:endParaRPr lang="en-US" altLang="zh-CN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1505" y="2924810"/>
            <a:ext cx="7019925" cy="37953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16145" y="2852420"/>
            <a:ext cx="4495800" cy="23190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796B0-A175-4941-AF98-9A432553FCE7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 Box 24"/>
          <p:cNvSpPr txBox="1">
            <a:spLocks noChangeArrowheads="1"/>
          </p:cNvSpPr>
          <p:nvPr/>
        </p:nvSpPr>
        <p:spPr bwMode="auto">
          <a:xfrm>
            <a:off x="577215" y="404495"/>
            <a:ext cx="5843270" cy="64516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实验安排：第</a:t>
            </a:r>
            <a:r>
              <a:rPr lang="en-US" altLang="zh-CN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</a:t>
            </a:r>
            <a:endParaRPr lang="zh-CN" altLang="en-US" sz="3600" b="1" kern="0" dirty="0">
              <a:solidFill>
                <a:srgbClr val="315AA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115" y="1341120"/>
            <a:ext cx="848741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第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6</a:t>
            </a:r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次实验：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图像伪造实验</a:t>
            </a:r>
            <a:endParaRPr lang="en-US" altLang="zh-CN" sz="2400" b="1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000" u="sng" dirty="0" smtClean="0">
                <a:solidFill>
                  <a:srgbClr val="0000FF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https://www.tensorflow.org/hub/tutorials/tf2_arbitrary_image_stylization  </a:t>
            </a:r>
            <a:endParaRPr lang="en-US" altLang="zh-CN" sz="2000" u="sng" dirty="0" smtClean="0">
              <a:solidFill>
                <a:srgbClr val="0000FF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000" u="sng" dirty="0" smtClean="0">
                <a:solidFill>
                  <a:srgbClr val="0000FF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https://www.tensorflow.org/hub/tutorials/tf_hub_generative_image_module </a:t>
            </a:r>
            <a:endParaRPr lang="en-US" altLang="zh-CN" sz="2000" u="sng" dirty="0" smtClean="0">
              <a:solidFill>
                <a:srgbClr val="0000FF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000" u="sng" dirty="0" smtClean="0">
                <a:solidFill>
                  <a:srgbClr val="0000FF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https://www.tensorflow.org/hub/tutorials/boundless </a:t>
            </a:r>
            <a:endParaRPr lang="en-US" altLang="zh-CN" sz="2000" u="sng" dirty="0" smtClean="0">
              <a:solidFill>
                <a:srgbClr val="0000FF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7315" y="2852420"/>
            <a:ext cx="4298315" cy="18878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91640" y="4364990"/>
            <a:ext cx="4271645" cy="22345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796B0-A175-4941-AF98-9A432553FCE7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 Box 24"/>
          <p:cNvSpPr txBox="1">
            <a:spLocks noChangeArrowheads="1"/>
          </p:cNvSpPr>
          <p:nvPr/>
        </p:nvSpPr>
        <p:spPr bwMode="auto">
          <a:xfrm>
            <a:off x="577215" y="404495"/>
            <a:ext cx="5843270" cy="64516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实验安排：第</a:t>
            </a:r>
            <a:r>
              <a:rPr lang="en-US" altLang="zh-CN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</a:t>
            </a:r>
            <a:endParaRPr lang="zh-CN" altLang="en-US" sz="3600" b="1" kern="0" dirty="0">
              <a:solidFill>
                <a:srgbClr val="315AA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115" y="1341120"/>
            <a:ext cx="7818755" cy="5200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第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7</a:t>
            </a:r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次实验：</a:t>
            </a:r>
            <a:r>
              <a:rPr lang="en-US" altLang="zh-CN" b="1" dirty="0" smtClean="0">
                <a:ea typeface="黑体" panose="02010609060101010101" pitchFamily="49" charset="-122"/>
                <a:cs typeface="Times New Roman" panose="02020503050405090304" pitchFamily="18" charset="0"/>
                <a:sym typeface="+mn-ea"/>
              </a:rPr>
              <a:t>人脸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伪造检测开放实验</a:t>
            </a:r>
            <a:endParaRPr lang="en-US" altLang="zh-CN" sz="2400" b="1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algn="just"/>
            <a:r>
              <a:rPr lang="en-US" altLang="zh-CN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使用方法不限，准确率需要95%以上，提供实验</a:t>
            </a:r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数据。</a:t>
            </a:r>
            <a:endParaRPr lang="zh-CN" alt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algn="just"/>
            <a:endParaRPr lang="zh-CN" alt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algn="just"/>
            <a:endParaRPr lang="zh-CN" alt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algn="just"/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给定一个人脸数据集，其中包含1999张真实人脸，1999张虚假人脸。将其中500张真实人脸和500张虚假人脸作为训练集，其余作为测试集。根据给定数据集训练训练一个虚假人脸检测器，该检测器本质就是一个二分类分类器。要求利用Pytorch框架任意设计一种神经网络模型进行分类，分类准确率越高越好(分类准确率和得分不相关)。</a:t>
            </a:r>
            <a:endParaRPr lang="zh-CN" alt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algn="just"/>
            <a:endParaRPr lang="zh-CN" alt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algn="just"/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数据集（压缩包的解压密码</a:t>
            </a:r>
            <a:r>
              <a:rPr lang="en-US" altLang="zh-CN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：xdce</a:t>
            </a:r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）：</a:t>
            </a:r>
            <a:endParaRPr lang="zh-CN" alt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algn="just"/>
            <a:r>
              <a:rPr lang="zh-CN" altLang="en-US" sz="20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https://pan.baidu.com/s/1Zz6ZLQhv0_Eb4pGEtdqqbw?pwd=0gf4</a:t>
            </a:r>
            <a:r>
              <a:rPr lang="en-US" altLang="zh-CN" sz="20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 </a:t>
            </a:r>
            <a:endParaRPr lang="zh-CN" altLang="en-US" sz="20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algn="just"/>
            <a:r>
              <a:rPr lang="zh-CN" altLang="en-US" sz="20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提取码：0gf4</a:t>
            </a:r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 </a:t>
            </a:r>
            <a:endParaRPr lang="zh-CN" alt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796B0-A175-4941-AF98-9A432553FCE7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 Box 24"/>
          <p:cNvSpPr txBox="1">
            <a:spLocks noChangeArrowheads="1"/>
          </p:cNvSpPr>
          <p:nvPr/>
        </p:nvSpPr>
        <p:spPr bwMode="auto">
          <a:xfrm>
            <a:off x="577215" y="404495"/>
            <a:ext cx="5843270" cy="64516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实验安排：第</a:t>
            </a:r>
            <a:r>
              <a:rPr lang="en-US" altLang="zh-CN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3600" b="1" kern="0" dirty="0">
                <a:solidFill>
                  <a:srgbClr val="315A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</a:t>
            </a:r>
            <a:endParaRPr lang="zh-CN" altLang="en-US" sz="3600" b="1" kern="0" dirty="0">
              <a:solidFill>
                <a:srgbClr val="315AA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115" y="1341120"/>
            <a:ext cx="821182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第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8</a:t>
            </a:r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次实验：</a:t>
            </a:r>
            <a:r>
              <a:rPr lang="en-US" altLang="zh-CN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学术前沿进展</a:t>
            </a:r>
            <a:r>
              <a:rPr lang="zh-CN" altLang="en-US" sz="24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调研与汇报</a:t>
            </a:r>
            <a:endParaRPr lang="zh-CN" altLang="en-US" sz="2400" b="1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调研本课程内容相关的前沿科技进展，制作</a:t>
            </a:r>
            <a:r>
              <a:rPr lang="en-US" altLang="zh-CN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PPT</a:t>
            </a:r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汇报。</a:t>
            </a:r>
            <a:endParaRPr lang="zh-CN" alt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endParaRPr lang="zh-CN" alt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要求：</a:t>
            </a:r>
            <a:endParaRPr lang="zh-CN" alt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针对某一个具体前沿，汇报其基本信息（论文题目、作者、发表刊物、代码链接）、研究背景、研究意义、研究现状、创新思路、核心技术、实验效果、总结展望。</a:t>
            </a:r>
            <a:endParaRPr lang="zh-CN" alt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zh-CN" alt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所制作的</a:t>
            </a:r>
            <a:r>
              <a:rPr lang="en-US" altLang="zh-CN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PPT</a:t>
            </a:r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中不得出现完整的句子，应当以图片展示为主，汇报时以自己的理解进行介绍。</a:t>
            </a:r>
            <a:endParaRPr lang="zh-CN" alt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zh-CN" alt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503050405090304" pitchFamily="18" charset="0"/>
              </a:rPr>
              <a:t>不组队，个人完成。</a:t>
            </a:r>
            <a:endParaRPr lang="zh-CN" altLang="en-US" sz="2400" dirty="0" smtClean="0">
              <a:solidFill>
                <a:schemeClr val="tx1"/>
              </a:solidFill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COMMONDATA" val="eyJoZGlkIjoiMTkwMmUxYzA1OTM1NWUxMjBiNzFmYTk1ZGFkODI5ZTgifQ=="/>
</p:tagLst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rgbClr val="009999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rgbClr val="009999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rgbClr val="009999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rgbClr val="009999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rgbClr val="009999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rgbClr val="009999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rgbClr val="009999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rgbClr val="009999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rgbClr val="009999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00FF"/>
          </a:solidFill>
        </a:ln>
      </a:spPr>
      <a:bodyPr rtlCol="0" anchor="ctr"/>
      <a:lstStyle>
        <a:defPPr algn="ctr">
          <a:defRPr dirty="0" smtClean="0">
            <a:solidFill>
              <a:srgbClr val="0000FF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rgbClr val="009999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C00000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1362</Words>
  <Application>WPS 文字</Application>
  <PresentationFormat>顶置</PresentationFormat>
  <Paragraphs>90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9</vt:i4>
      </vt:variant>
    </vt:vector>
  </HeadingPairs>
  <TitlesOfParts>
    <vt:vector size="39" baseType="lpstr">
      <vt:lpstr>Arial</vt:lpstr>
      <vt:lpstr>宋体</vt:lpstr>
      <vt:lpstr>Wingdings</vt:lpstr>
      <vt:lpstr>Times New Roman</vt:lpstr>
      <vt:lpstr>楷体_GB2312</vt:lpstr>
      <vt:lpstr>汉仪楷体简</vt:lpstr>
      <vt:lpstr>黑体</vt:lpstr>
      <vt:lpstr>汉仪中黑KW</vt:lpstr>
      <vt:lpstr>Arial Black</vt:lpstr>
      <vt:lpstr>楷体_GB2312</vt:lpstr>
      <vt:lpstr>微软雅黑</vt:lpstr>
      <vt:lpstr>Calibri</vt:lpstr>
      <vt:lpstr>Helvetica Neue</vt:lpstr>
      <vt:lpstr>汉仪旗黑</vt:lpstr>
      <vt:lpstr>宋体</vt:lpstr>
      <vt:lpstr>Arial Unicode MS</vt:lpstr>
      <vt:lpstr>汉仪书宋二KW</vt:lpstr>
      <vt:lpstr>Wingdings</vt:lpstr>
      <vt:lpstr>楷体_GB2312</vt:lpstr>
      <vt:lpstr>黑体</vt:lpstr>
      <vt:lpstr>主题1</vt:lpstr>
      <vt:lpstr>1_主题1</vt:lpstr>
      <vt:lpstr>2_主题1</vt:lpstr>
      <vt:lpstr>3_主题1</vt:lpstr>
      <vt:lpstr>4_主题1</vt:lpstr>
      <vt:lpstr>5_主题1</vt:lpstr>
      <vt:lpstr>6_主题1</vt:lpstr>
      <vt:lpstr>7_主题1</vt:lpstr>
      <vt:lpstr>8_主题1</vt:lpstr>
      <vt:lpstr>9_主题1</vt:lpstr>
      <vt:lpstr>信息与内容安全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Peking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Informedicals</dc:creator>
  <cp:lastModifiedBy>clpeng</cp:lastModifiedBy>
  <cp:revision>4149</cp:revision>
  <cp:lastPrinted>2026-03-06T07:22:16Z</cp:lastPrinted>
  <dcterms:created xsi:type="dcterms:W3CDTF">2026-03-06T07:22:16Z</dcterms:created>
  <dcterms:modified xsi:type="dcterms:W3CDTF">2026-03-06T07:22:16Z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BF82F2DB0D624B63AB67E5073990433C_12</vt:lpwstr>
  </property>
  <property fmtid="{D5CDD505-2E9C-101B-9397-08002B2CF9AE}" pid="3" name="KSOProductBuildVer">
    <vt:lpwstr>2052-7.3.1.8967</vt:lpwstr>
  </property>
</Properties>
</file>