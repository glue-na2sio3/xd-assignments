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Models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学术前沿调研 | Academic Frontier Research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信息与内容安全 | 姓名: ________ | 学号: ________</a:t>
            </a:r>
            <a:endParaRPr lang="en-US" sz="12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2628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调研方向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扩散模型 (Diffusion Models)</a:t>
            </a:r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关键词: Denoising, Latent Space, Text-to-Image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涉及领域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</a:rPr>
              <a:t>生成式 AI</a:t>
            </a:r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计算机视觉</a:t>
            </a:r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1295C"/>
                </a:solidFill>
              </a:rPr>
              <a:t>内容安全检测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1097280"/>
            <a:ext cx="329184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1704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研究背景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1600200"/>
            <a:ext cx="329184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6733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研究意义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2103120"/>
            <a:ext cx="329184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1762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研究现状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06040"/>
            <a:ext cx="329184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6791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创新思路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94960" y="3108960"/>
            <a:ext cx="329184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18211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核心技术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94960" y="3611880"/>
            <a:ext cx="329184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36850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实验效果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0" y="4114800"/>
            <a:ext cx="329184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41879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总结展望</a:t>
            </a:r>
            <a:endParaRPr lang="en-US" sz="14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研究背景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问题来源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</a:rPr>
              <a:t>GAN 训练不稳定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模式崩溃 (Mode Collapse)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VAE 生成质量有限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高质量图像生成需求增长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技术演进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</a:rPr>
              <a:t>2020: DDPM 提出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2022: Stable Diffusion 开源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1295C"/>
                </a:solidFill>
              </a:rPr>
              <a:t>2023+: 多模态大模型融合</a:t>
            </a:r>
            <a:endParaRPr lang="en-US" sz="1300" dirty="0"/>
          </a:p>
        </p:txBody>
      </p:sp>
      <p:pic>
        <p:nvPicPr>
          <p:cNvPr id="7" name="Image 0" descr="C:\Users\Administrator\.trae-cn\work\6a3d2da0d186af7e7a0cd5d2\diffusion_process_12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800225"/>
            <a:ext cx="4526280" cy="1885950"/>
          </a:xfrm>
          <a:prstGeom prst="rect">
            <a:avLst/>
          </a:prstGeom>
        </p:spPr>
      </p:pic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研究意义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学术价值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新范式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数学基础扎实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可扩展性强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20040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应用价值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艺术创作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医疗影像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工业设计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560320" cy="320040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188720"/>
            <a:ext cx="256032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安全挑战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深度伪造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版权争议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有害内容</a:t>
            </a:r>
            <a:endParaRPr lang="en-US" sz="14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研究现状 — 发展历程</a:t>
            </a:r>
            <a:endParaRPr lang="en-US" sz="2800" dirty="0"/>
          </a:p>
        </p:txBody>
      </p:sp>
      <p:pic>
        <p:nvPicPr>
          <p:cNvPr id="3" name="Image 0" descr="C:\Users\Administrator\.trae-cn\work\6a3d2da0d186af7e7a0cd5d2\timeline_1200x3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143" y="1097280"/>
            <a:ext cx="7837714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65760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萌芽期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/ PixelCNN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2013-2019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365760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突破期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8328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/ Score-based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83280" y="4389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2020-2021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3657600"/>
            <a:ext cx="256032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爆发期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LDM / DALL-E / SD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26480" y="4389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2022-2023</a:t>
            </a:r>
            <a:endParaRPr lang="en-US" sz="10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研究现状 — 方法对比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005840"/>
                <a:gridCol w="201168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核心思想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主要贡献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马尔可夫链去噪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图像生成质量超越 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Diffusion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分类器引导采样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条件生成可控性提升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Diffusion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潜在空间扩散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大幅降低计算成本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DALL-E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+ Diffusion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文本到图像革命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创新思路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50208" cy="329184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传统方法 (GAN)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对抗训练 → 不稳定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生成器 + 判别器博弈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模式覆盖差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657600" cy="18288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扩散模型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逐步去噪 → 稳定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前向加噪 + 反向估计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全覆盖数据分布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36592" y="1097280"/>
            <a:ext cx="3950208" cy="3291840"/>
          </a:xfrm>
          <a:prstGeom prst="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核心创新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10912" y="173736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68112" y="1755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Matching 统一框架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10912" y="233172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010912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2350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 降维加速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10912" y="292608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5010912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68112" y="2944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Classifier-Free Guidance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10912" y="352044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68112" y="3538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条件跨模态对齐</a:t>
            </a:r>
            <a:endParaRPr lang="en-US" sz="13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核心技术 — DDPM 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280160" cy="502920"/>
          </a:xfrm>
          <a:prstGeom prst="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34440" y="1920240"/>
            <a:ext cx="274320" cy="22860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1280160" cy="502920"/>
          </a:xfrm>
          <a:prstGeom prst="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274320" cy="22860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017520"/>
            <a:ext cx="1280160" cy="502920"/>
          </a:xfrm>
          <a:prstGeom prst="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3566160"/>
            <a:ext cx="274320" cy="22860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840480"/>
            <a:ext cx="1280160" cy="502920"/>
          </a:xfrm>
          <a:prstGeom prst="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...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4389120"/>
            <a:ext cx="274320" cy="22860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663440"/>
            <a:ext cx="1280160" cy="502920"/>
          </a:xfrm>
          <a:prstGeom prst="rect">
            <a:avLst>
              <a:gd name="adj" fmla="val 9091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63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577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Forward: q(xt|xt-1)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1371600"/>
            <a:ext cx="1280160" cy="502920"/>
          </a:xfrm>
          <a:prstGeom prst="rect">
            <a:avLst>
              <a:gd name="adj" fmla="val 9091"/>
            </a:avLst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1920240"/>
            <a:ext cx="274320" cy="22860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0" y="2194560"/>
            <a:ext cx="1280160" cy="502920"/>
          </a:xfrm>
          <a:prstGeom prst="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...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2743200"/>
            <a:ext cx="274320" cy="22860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0" y="3017520"/>
            <a:ext cx="1280160" cy="502920"/>
          </a:xfrm>
          <a:prstGeom prst="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3017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46120" y="3566160"/>
            <a:ext cx="274320" cy="22860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3840480"/>
            <a:ext cx="1280160" cy="502920"/>
          </a:xfrm>
          <a:prstGeom prst="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3840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46120" y="4389120"/>
            <a:ext cx="274320" cy="22860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0" y="4663440"/>
            <a:ext cx="1280160" cy="502920"/>
          </a:xfrm>
          <a:prstGeom prst="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4663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0" y="5577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Reverse: p(xt-1|xt)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828800"/>
            <a:ext cx="1645920" cy="2286000"/>
          </a:xfrm>
          <a:prstGeom prst="rect">
            <a:avLst>
              <a:gd name="adj" fmla="val 4444"/>
            </a:avLst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U-Net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5488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</a:rPr>
              <a:t>εθ(xt, t)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14800" y="2971800"/>
            <a:ext cx="5486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2880360"/>
            <a:ext cx="274320" cy="18288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关键设计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8000" y="1600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马尔可夫链 T=1000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重参数化技巧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简化训练目标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U-Net 噪声预测</a:t>
            </a:r>
            <a:endParaRPr lang="en-US" sz="13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核心技术 — Latent Diffusion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463040" cy="548640"/>
          </a:xfrm>
          <a:prstGeom prst="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 Image 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57400" y="1600200"/>
            <a:ext cx="365760" cy="27432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1463040"/>
            <a:ext cx="1463040" cy="548640"/>
          </a:xfrm>
          <a:prstGeom prst="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VAE Encoder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69080" y="1600200"/>
            <a:ext cx="365760" cy="27432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463040"/>
            <a:ext cx="1463040" cy="548640"/>
          </a:xfrm>
          <a:prstGeom prst="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Latent z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74920" y="2103120"/>
            <a:ext cx="274320" cy="320040"/>
          </a:xfrm>
          <a:prstGeom prst="downArrow">
            <a:avLst/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743200"/>
            <a:ext cx="1463040" cy="548640"/>
          </a:xfrm>
          <a:prstGeom prst="rect">
            <a:avLst>
              <a:gd name="adj" fmla="val 8333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U-Net + Attention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68880" y="2743200"/>
            <a:ext cx="1645920" cy="548640"/>
          </a:xfrm>
          <a:prstGeom prst="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 Encoder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3017520"/>
            <a:ext cx="36576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2926080"/>
            <a:ext cx="274320" cy="18288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4920" y="3383280"/>
            <a:ext cx="274320" cy="320040"/>
          </a:xfrm>
          <a:prstGeom prst="downArrow">
            <a:avLst/>
          </a:prstGeom>
          <a:solidFill>
            <a:srgbClr val="21295C"/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023360"/>
            <a:ext cx="1463040" cy="548640"/>
          </a:xfrm>
          <a:prstGeom prst="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4023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VAE Decoder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0" y="4160520"/>
            <a:ext cx="365760" cy="274320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4023360"/>
            <a:ext cx="1463040" cy="548640"/>
          </a:xfrm>
          <a:prstGeom prst="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023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 x'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低维潜在空间运算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内存占用减少 60x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Cross-Attention 条件注入</a:t>
            </a:r>
            <a:endParaRPr lang="en-US" sz="13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实验效果</a:t>
            </a:r>
            <a:endParaRPr lang="en-US" sz="2800" dirty="0"/>
          </a:p>
        </p:txBody>
      </p:sp>
      <p:pic>
        <p:nvPicPr>
          <p:cNvPr id="3" name="Image 0" descr="C:\Users\Administrator\.trae-cn\work\6a3d2da0d186af7e7a0cd5d2\performance_comparison_1000x5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22019"/>
            <a:ext cx="4773168" cy="26252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552" y="1097280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评测指标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559552" y="1554480"/>
            <a:ext cx="3127248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96712" y="16276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FID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73952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Frechet Inception Distance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16276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↓ 7.8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59552" y="2377440"/>
            <a:ext cx="3127248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96712" y="24505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IS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73952" y="2468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Inception Score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24505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↑ 280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59552" y="3200400"/>
            <a:ext cx="3127248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96712" y="32735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CLIP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73952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Text-Image Alignment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32735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↑ 0.32</a:t>
            </a:r>
            <a:endParaRPr lang="en-US" sz="16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</a:rPr>
              <a:t>总结展望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主要结论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扩散模型超越 GAN</a:t>
            </a:r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Latent 空间是关键优化</a:t>
            </a:r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多模态融合成趋势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20040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当前挑战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采样速度慢</a:t>
            </a:r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计算资源消耗大</a:t>
            </a:r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内容安全风险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20040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未来方向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高效采样算法</a:t>
            </a:r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视频/3D 生成扩展</a:t>
            </a:r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AI 生成内容检测</a:t>
            </a:r>
            <a:endParaRPr lang="en-US" sz="13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4572000" cy="4572000"/>
          </a:xfrm>
          <a:prstGeom prst="ellipse">
            <a:avLst/>
          </a:prstGeom>
          <a:solidFill>
            <a:srgbClr val="065A82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 | Questions?</a:t>
            </a:r>
            <a:endParaRPr lang="en-US" sz="16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2026-06-25T13:44:04Z</dcterms:created>
  <dcterms:modified xsi:type="dcterms:W3CDTF">2026-06-25T13:44:04Z</dcterms:modified>
</cp:coreProperties>
</file>