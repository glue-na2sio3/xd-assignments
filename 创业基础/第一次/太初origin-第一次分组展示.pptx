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3" r:id="rId7"/>
    <p:sldId id="264" r:id="rId8"/>
    <p:sldId id="265" r:id="rId9"/>
    <p:sldId id="268" r:id="rId10"/>
    <p:sldId id="270" r:id="rId11"/>
    <p:sldId id="272" r:id="rId12"/>
    <p:sldId id="280" r:id="rId13"/>
    <p:sldId id="275" r:id="rId14"/>
    <p:sldId id="290" r:id="rId15"/>
    <p:sldId id="291" r:id="rId16"/>
    <p:sldId id="292" r:id="rId17"/>
    <p:sldId id="293" r:id="rId18"/>
    <p:sldId id="294" r:id="rId19"/>
    <p:sldId id="281" r:id="rId2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78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B69C8D-AE5F-45CA-803F-79F828B0CEC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9C597F-6870-4674-85E4-92B4685240A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58118D8-2021-4034-9AAA-DF79F864B3E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58118D8-2021-4034-9AAA-DF79F864B3E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58118D8-2021-4034-9AAA-DF79F864B3E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8BEB68F-CCEA-4511-BCBC-5CAC237B244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58118D8-2021-4034-9AAA-DF79F864B3E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8BEB68F-CCEA-4511-BCBC-5CAC237B244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58118D8-2021-4034-9AAA-DF79F864B3E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CD7710A-1F11-4DF7-A353-66FE627D7B6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58118D8-2021-4034-9AAA-DF79F864B3E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CD7710A-1F11-4DF7-A353-66FE627D7B6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8C9409-DB53-4385-842B-71105F4B944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8C9409-DB53-4385-842B-71105F4B944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8C9409-DB53-4385-842B-71105F4B944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8C9409-DB53-4385-842B-71105F4B944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8C9409-DB53-4385-842B-71105F4B944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8C9409-DB53-4385-842B-71105F4B944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58118D8-2021-4034-9AAA-DF79F864B3E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5" name="图片占位符 4"/>
          <p:cNvSpPr>
            <a:spLocks noGrp="1"/>
          </p:cNvSpPr>
          <p:nvPr>
            <p:ph type="pic" sz="quarter" idx="10"/>
          </p:nvPr>
        </p:nvSpPr>
        <p:spPr>
          <a:xfrm>
            <a:off x="1" y="1"/>
            <a:ext cx="5647538" cy="5143500"/>
          </a:xfrm>
          <a:custGeom>
            <a:avLst/>
            <a:gdLst>
              <a:gd name="connsiteX0" fmla="*/ 0 w 7530051"/>
              <a:gd name="connsiteY0" fmla="*/ 0 h 6858000"/>
              <a:gd name="connsiteX1" fmla="*/ 1755392 w 7530051"/>
              <a:gd name="connsiteY1" fmla="*/ 0 h 6858000"/>
              <a:gd name="connsiteX2" fmla="*/ 7530051 w 7530051"/>
              <a:gd name="connsiteY2" fmla="*/ 6858000 h 6858000"/>
              <a:gd name="connsiteX3" fmla="*/ 0 w 75300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530051" h="6858000">
                <a:moveTo>
                  <a:pt x="0" y="0"/>
                </a:moveTo>
                <a:lnTo>
                  <a:pt x="1755392" y="0"/>
                </a:lnTo>
                <a:lnTo>
                  <a:pt x="7530051" y="6858000"/>
                </a:lnTo>
                <a:lnTo>
                  <a:pt x="0" y="6858000"/>
                </a:lnTo>
                <a:close/>
              </a:path>
            </a:pathLst>
          </a:custGeom>
        </p:spPr>
        <p:txBody>
          <a:bodyPr wrap="square">
            <a:noAutofit/>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1" y="0"/>
            <a:ext cx="4829176" cy="5143500"/>
          </a:xfrm>
          <a:custGeom>
            <a:avLst/>
            <a:gdLst>
              <a:gd name="connsiteX0" fmla="*/ 0 w 6438901"/>
              <a:gd name="connsiteY0" fmla="*/ 0 h 6858000"/>
              <a:gd name="connsiteX1" fmla="*/ 6438901 w 6438901"/>
              <a:gd name="connsiteY1" fmla="*/ 0 h 6858000"/>
              <a:gd name="connsiteX2" fmla="*/ 6438901 w 6438901"/>
              <a:gd name="connsiteY2" fmla="*/ 1 h 6858000"/>
              <a:gd name="connsiteX3" fmla="*/ 666751 w 6438901"/>
              <a:gd name="connsiteY3" fmla="*/ 6858000 h 6858000"/>
              <a:gd name="connsiteX4" fmla="*/ 0 w 6438901"/>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8901" h="6858000">
                <a:moveTo>
                  <a:pt x="0" y="0"/>
                </a:moveTo>
                <a:lnTo>
                  <a:pt x="6438901" y="0"/>
                </a:lnTo>
                <a:lnTo>
                  <a:pt x="6438901" y="1"/>
                </a:lnTo>
                <a:lnTo>
                  <a:pt x="666751" y="6858000"/>
                </a:lnTo>
                <a:lnTo>
                  <a:pt x="0" y="6858000"/>
                </a:lnTo>
                <a:close/>
              </a:path>
            </a:pathLst>
          </a:custGeom>
        </p:spPr>
        <p:txBody>
          <a:bodyPr wrap="square">
            <a:noAutofit/>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573882" y="1609725"/>
            <a:ext cx="3912393" cy="2124075"/>
          </a:xfrm>
          <a:custGeom>
            <a:avLst/>
            <a:gdLst>
              <a:gd name="connsiteX0" fmla="*/ 0 w 5038725"/>
              <a:gd name="connsiteY0" fmla="*/ 0 h 2832100"/>
              <a:gd name="connsiteX1" fmla="*/ 5038725 w 5038725"/>
              <a:gd name="connsiteY1" fmla="*/ 0 h 2832100"/>
              <a:gd name="connsiteX2" fmla="*/ 5038725 w 5038725"/>
              <a:gd name="connsiteY2" fmla="*/ 2832100 h 2832100"/>
              <a:gd name="connsiteX3" fmla="*/ 0 w 5038725"/>
              <a:gd name="connsiteY3" fmla="*/ 2832100 h 2832100"/>
            </a:gdLst>
            <a:ahLst/>
            <a:cxnLst>
              <a:cxn ang="0">
                <a:pos x="connsiteX0" y="connsiteY0"/>
              </a:cxn>
              <a:cxn ang="0">
                <a:pos x="connsiteX1" y="connsiteY1"/>
              </a:cxn>
              <a:cxn ang="0">
                <a:pos x="connsiteX2" y="connsiteY2"/>
              </a:cxn>
              <a:cxn ang="0">
                <a:pos x="connsiteX3" y="connsiteY3"/>
              </a:cxn>
            </a:cxnLst>
            <a:rect l="l" t="t" r="r" b="b"/>
            <a:pathLst>
              <a:path w="5038725" h="2832100">
                <a:moveTo>
                  <a:pt x="0" y="0"/>
                </a:moveTo>
                <a:lnTo>
                  <a:pt x="5038725" y="0"/>
                </a:lnTo>
                <a:lnTo>
                  <a:pt x="5038725" y="2832100"/>
                </a:lnTo>
                <a:lnTo>
                  <a:pt x="0" y="2832100"/>
                </a:lnTo>
                <a:close/>
              </a:path>
            </a:pathLst>
          </a:custGeom>
        </p:spPr>
        <p:txBody>
          <a:bodyPr wrap="square">
            <a:noAutofit/>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3777980" y="2465274"/>
            <a:ext cx="1588041" cy="1588041"/>
          </a:xfrm>
          <a:custGeom>
            <a:avLst/>
            <a:gdLst>
              <a:gd name="connsiteX0" fmla="*/ 1058694 w 2117388"/>
              <a:gd name="connsiteY0" fmla="*/ 0 h 2117388"/>
              <a:gd name="connsiteX1" fmla="*/ 2117388 w 2117388"/>
              <a:gd name="connsiteY1" fmla="*/ 1058694 h 2117388"/>
              <a:gd name="connsiteX2" fmla="*/ 1058694 w 2117388"/>
              <a:gd name="connsiteY2" fmla="*/ 2117388 h 2117388"/>
              <a:gd name="connsiteX3" fmla="*/ 0 w 2117388"/>
              <a:gd name="connsiteY3" fmla="*/ 1058694 h 2117388"/>
              <a:gd name="connsiteX4" fmla="*/ 1058694 w 2117388"/>
              <a:gd name="connsiteY4" fmla="*/ 0 h 2117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7388" h="2117388">
                <a:moveTo>
                  <a:pt x="1058694" y="0"/>
                </a:moveTo>
                <a:cubicBezTo>
                  <a:pt x="1643395" y="0"/>
                  <a:pt x="2117388" y="473993"/>
                  <a:pt x="2117388" y="1058694"/>
                </a:cubicBezTo>
                <a:cubicBezTo>
                  <a:pt x="2117388" y="1643395"/>
                  <a:pt x="1643395" y="2117388"/>
                  <a:pt x="1058694" y="2117388"/>
                </a:cubicBezTo>
                <a:cubicBezTo>
                  <a:pt x="473993" y="2117388"/>
                  <a:pt x="0" y="1643395"/>
                  <a:pt x="0" y="1058694"/>
                </a:cubicBezTo>
                <a:cubicBezTo>
                  <a:pt x="0" y="473993"/>
                  <a:pt x="473993" y="0"/>
                  <a:pt x="1058694" y="0"/>
                </a:cubicBezTo>
                <a:close/>
              </a:path>
            </a:pathLst>
          </a:custGeom>
        </p:spPr>
        <p:txBody>
          <a:bodyPr wrap="square">
            <a:noAutofit/>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asic (1)">
    <p:spTree>
      <p:nvGrpSpPr>
        <p:cNvPr id="1" name=""/>
        <p:cNvGrpSpPr/>
        <p:nvPr/>
      </p:nvGrpSpPr>
      <p:grpSpPr>
        <a:xfrm>
          <a:off x="0" y="0"/>
          <a:ext cx="0" cy="0"/>
          <a:chOff x="0" y="0"/>
          <a:chExt cx="0" cy="0"/>
        </a:xfrm>
      </p:grpSpPr>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658070" y="924412"/>
            <a:ext cx="3489938" cy="1485000"/>
          </a:xfrm>
          <a:custGeom>
            <a:avLst/>
            <a:gdLst>
              <a:gd name="connsiteX0" fmla="*/ 0 w 4653251"/>
              <a:gd name="connsiteY0" fmla="*/ 0 h 1980000"/>
              <a:gd name="connsiteX1" fmla="*/ 4653251 w 4653251"/>
              <a:gd name="connsiteY1" fmla="*/ 0 h 1980000"/>
              <a:gd name="connsiteX2" fmla="*/ 4653251 w 4653251"/>
              <a:gd name="connsiteY2" fmla="*/ 1980000 h 1980000"/>
              <a:gd name="connsiteX3" fmla="*/ 0 w 4653251"/>
              <a:gd name="connsiteY3" fmla="*/ 1980000 h 1980000"/>
            </a:gdLst>
            <a:ahLst/>
            <a:cxnLst>
              <a:cxn ang="0">
                <a:pos x="connsiteX0" y="connsiteY0"/>
              </a:cxn>
              <a:cxn ang="0">
                <a:pos x="connsiteX1" y="connsiteY1"/>
              </a:cxn>
              <a:cxn ang="0">
                <a:pos x="connsiteX2" y="connsiteY2"/>
              </a:cxn>
              <a:cxn ang="0">
                <a:pos x="connsiteX3" y="connsiteY3"/>
              </a:cxn>
            </a:cxnLst>
            <a:rect l="l" t="t" r="r" b="b"/>
            <a:pathLst>
              <a:path w="4653251" h="1980000">
                <a:moveTo>
                  <a:pt x="0" y="0"/>
                </a:moveTo>
                <a:lnTo>
                  <a:pt x="4653251" y="0"/>
                </a:lnTo>
                <a:lnTo>
                  <a:pt x="4653251" y="1980000"/>
                </a:lnTo>
                <a:lnTo>
                  <a:pt x="0" y="1980000"/>
                </a:lnTo>
                <a:close/>
              </a:path>
            </a:pathLst>
          </a:custGeom>
        </p:spPr>
        <p:txBody>
          <a:bodyPr wrap="square">
            <a:noAutofit/>
          </a:bodyPr>
          <a:lstStyle/>
          <a:p>
            <a:endParaRPr lang="zh-CN" altLang="en-US"/>
          </a:p>
        </p:txBody>
      </p:sp>
      <p:sp>
        <p:nvSpPr>
          <p:cNvPr id="9" name="图片占位符 8"/>
          <p:cNvSpPr>
            <a:spLocks noGrp="1"/>
          </p:cNvSpPr>
          <p:nvPr>
            <p:ph type="pic" sz="quarter" idx="11"/>
          </p:nvPr>
        </p:nvSpPr>
        <p:spPr>
          <a:xfrm>
            <a:off x="658070" y="2687330"/>
            <a:ext cx="3489938" cy="1485000"/>
          </a:xfrm>
          <a:custGeom>
            <a:avLst/>
            <a:gdLst>
              <a:gd name="connsiteX0" fmla="*/ 0 w 4653251"/>
              <a:gd name="connsiteY0" fmla="*/ 0 h 1980000"/>
              <a:gd name="connsiteX1" fmla="*/ 4653251 w 4653251"/>
              <a:gd name="connsiteY1" fmla="*/ 0 h 1980000"/>
              <a:gd name="connsiteX2" fmla="*/ 4653251 w 4653251"/>
              <a:gd name="connsiteY2" fmla="*/ 1980000 h 1980000"/>
              <a:gd name="connsiteX3" fmla="*/ 0 w 4653251"/>
              <a:gd name="connsiteY3" fmla="*/ 1980000 h 1980000"/>
            </a:gdLst>
            <a:ahLst/>
            <a:cxnLst>
              <a:cxn ang="0">
                <a:pos x="connsiteX0" y="connsiteY0"/>
              </a:cxn>
              <a:cxn ang="0">
                <a:pos x="connsiteX1" y="connsiteY1"/>
              </a:cxn>
              <a:cxn ang="0">
                <a:pos x="connsiteX2" y="connsiteY2"/>
              </a:cxn>
              <a:cxn ang="0">
                <a:pos x="connsiteX3" y="connsiteY3"/>
              </a:cxn>
            </a:cxnLst>
            <a:rect l="l" t="t" r="r" b="b"/>
            <a:pathLst>
              <a:path w="4653251" h="1980000">
                <a:moveTo>
                  <a:pt x="0" y="0"/>
                </a:moveTo>
                <a:lnTo>
                  <a:pt x="4653251" y="0"/>
                </a:lnTo>
                <a:lnTo>
                  <a:pt x="4653251" y="1980000"/>
                </a:lnTo>
                <a:lnTo>
                  <a:pt x="0" y="1980000"/>
                </a:lnTo>
                <a:close/>
              </a:path>
            </a:pathLst>
          </a:custGeom>
        </p:spPr>
        <p:txBody>
          <a:bodyPr wrap="square">
            <a:noAutofit/>
          </a:bodyPr>
          <a:lstStyle/>
          <a:p>
            <a:endParaRPr lang="zh-CN" altLang="en-US"/>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Devices (9)">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431506" y="1684951"/>
            <a:ext cx="3486150" cy="2205038"/>
          </a:xfrm>
          <a:prstGeom prst="rect">
            <a:avLst/>
          </a:prstGeom>
        </p:spPr>
        <p:txBody>
          <a:bodyPr/>
          <a:lstStyle/>
          <a:p>
            <a:endParaRPr lang="en-US"/>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Picture Placeholder 13"/>
          <p:cNvSpPr>
            <a:spLocks noGrp="1"/>
          </p:cNvSpPr>
          <p:nvPr>
            <p:ph type="pic" sz="quarter" idx="10"/>
          </p:nvPr>
        </p:nvSpPr>
        <p:spPr>
          <a:xfrm>
            <a:off x="656035" y="1401934"/>
            <a:ext cx="1538017" cy="2937326"/>
          </a:xfrm>
          <a:custGeom>
            <a:avLst/>
            <a:gdLst>
              <a:gd name="connsiteX0" fmla="*/ 0 w 2050689"/>
              <a:gd name="connsiteY0" fmla="*/ 0 h 4213412"/>
              <a:gd name="connsiteX1" fmla="*/ 2050689 w 2050689"/>
              <a:gd name="connsiteY1" fmla="*/ 0 h 4213412"/>
              <a:gd name="connsiteX2" fmla="*/ 2050689 w 2050689"/>
              <a:gd name="connsiteY2" fmla="*/ 4213412 h 4213412"/>
              <a:gd name="connsiteX3" fmla="*/ 0 w 2050689"/>
              <a:gd name="connsiteY3" fmla="*/ 4213412 h 4213412"/>
            </a:gdLst>
            <a:ahLst/>
            <a:cxnLst>
              <a:cxn ang="0">
                <a:pos x="connsiteX0" y="connsiteY0"/>
              </a:cxn>
              <a:cxn ang="0">
                <a:pos x="connsiteX1" y="connsiteY1"/>
              </a:cxn>
              <a:cxn ang="0">
                <a:pos x="connsiteX2" y="connsiteY2"/>
              </a:cxn>
              <a:cxn ang="0">
                <a:pos x="connsiteX3" y="connsiteY3"/>
              </a:cxn>
            </a:cxnLst>
            <a:rect l="l" t="t" r="r" b="b"/>
            <a:pathLst>
              <a:path w="2050689" h="4213412">
                <a:moveTo>
                  <a:pt x="0" y="0"/>
                </a:moveTo>
                <a:lnTo>
                  <a:pt x="2050689" y="0"/>
                </a:lnTo>
                <a:lnTo>
                  <a:pt x="2050689" y="4213412"/>
                </a:lnTo>
                <a:lnTo>
                  <a:pt x="0" y="4213412"/>
                </a:lnTo>
                <a:close/>
              </a:path>
            </a:pathLst>
          </a:custGeom>
        </p:spPr>
        <p:txBody>
          <a:bodyPr wrap="square">
            <a:noAutofit/>
          </a:bodyPr>
          <a:lstStyle/>
          <a:p>
            <a:endParaRPr lang="en-US" dirty="0"/>
          </a:p>
        </p:txBody>
      </p:sp>
      <p:sp>
        <p:nvSpPr>
          <p:cNvPr id="4" name="Picture Placeholder 15"/>
          <p:cNvSpPr>
            <a:spLocks noGrp="1"/>
          </p:cNvSpPr>
          <p:nvPr>
            <p:ph type="pic" sz="quarter" idx="11"/>
          </p:nvPr>
        </p:nvSpPr>
        <p:spPr>
          <a:xfrm>
            <a:off x="2542820" y="1401934"/>
            <a:ext cx="1538017" cy="2937326"/>
          </a:xfrm>
          <a:custGeom>
            <a:avLst/>
            <a:gdLst>
              <a:gd name="connsiteX0" fmla="*/ 0 w 2050689"/>
              <a:gd name="connsiteY0" fmla="*/ 0 h 4213412"/>
              <a:gd name="connsiteX1" fmla="*/ 2050689 w 2050689"/>
              <a:gd name="connsiteY1" fmla="*/ 0 h 4213412"/>
              <a:gd name="connsiteX2" fmla="*/ 2050689 w 2050689"/>
              <a:gd name="connsiteY2" fmla="*/ 4213412 h 4213412"/>
              <a:gd name="connsiteX3" fmla="*/ 0 w 2050689"/>
              <a:gd name="connsiteY3" fmla="*/ 4213412 h 4213412"/>
            </a:gdLst>
            <a:ahLst/>
            <a:cxnLst>
              <a:cxn ang="0">
                <a:pos x="connsiteX0" y="connsiteY0"/>
              </a:cxn>
              <a:cxn ang="0">
                <a:pos x="connsiteX1" y="connsiteY1"/>
              </a:cxn>
              <a:cxn ang="0">
                <a:pos x="connsiteX2" y="connsiteY2"/>
              </a:cxn>
              <a:cxn ang="0">
                <a:pos x="connsiteX3" y="connsiteY3"/>
              </a:cxn>
            </a:cxnLst>
            <a:rect l="l" t="t" r="r" b="b"/>
            <a:pathLst>
              <a:path w="2050689" h="4213412">
                <a:moveTo>
                  <a:pt x="0" y="0"/>
                </a:moveTo>
                <a:lnTo>
                  <a:pt x="2050689" y="0"/>
                </a:lnTo>
                <a:lnTo>
                  <a:pt x="2050689" y="4213412"/>
                </a:lnTo>
                <a:lnTo>
                  <a:pt x="0" y="4213412"/>
                </a:lnTo>
                <a:close/>
              </a:path>
            </a:pathLst>
          </a:custGeom>
        </p:spPr>
        <p:txBody>
          <a:bodyPr wrap="square">
            <a:noAutofit/>
          </a:bodyPr>
          <a:lstStyle/>
          <a:p>
            <a:endParaRPr lang="en-US" dirty="0"/>
          </a:p>
        </p:txBody>
      </p:sp>
      <p:sp>
        <p:nvSpPr>
          <p:cNvPr id="5" name="Picture Placeholder 12"/>
          <p:cNvSpPr>
            <a:spLocks noGrp="1"/>
          </p:cNvSpPr>
          <p:nvPr>
            <p:ph type="pic" sz="quarter" idx="12"/>
          </p:nvPr>
        </p:nvSpPr>
        <p:spPr>
          <a:xfrm>
            <a:off x="4429605" y="1401934"/>
            <a:ext cx="1538017" cy="2937326"/>
          </a:xfrm>
          <a:custGeom>
            <a:avLst/>
            <a:gdLst>
              <a:gd name="connsiteX0" fmla="*/ 0 w 2050689"/>
              <a:gd name="connsiteY0" fmla="*/ 0 h 4213412"/>
              <a:gd name="connsiteX1" fmla="*/ 2050689 w 2050689"/>
              <a:gd name="connsiteY1" fmla="*/ 0 h 4213412"/>
              <a:gd name="connsiteX2" fmla="*/ 2050689 w 2050689"/>
              <a:gd name="connsiteY2" fmla="*/ 4213412 h 4213412"/>
              <a:gd name="connsiteX3" fmla="*/ 0 w 2050689"/>
              <a:gd name="connsiteY3" fmla="*/ 4213412 h 4213412"/>
            </a:gdLst>
            <a:ahLst/>
            <a:cxnLst>
              <a:cxn ang="0">
                <a:pos x="connsiteX0" y="connsiteY0"/>
              </a:cxn>
              <a:cxn ang="0">
                <a:pos x="connsiteX1" y="connsiteY1"/>
              </a:cxn>
              <a:cxn ang="0">
                <a:pos x="connsiteX2" y="connsiteY2"/>
              </a:cxn>
              <a:cxn ang="0">
                <a:pos x="connsiteX3" y="connsiteY3"/>
              </a:cxn>
            </a:cxnLst>
            <a:rect l="l" t="t" r="r" b="b"/>
            <a:pathLst>
              <a:path w="2050689" h="4213412">
                <a:moveTo>
                  <a:pt x="0" y="0"/>
                </a:moveTo>
                <a:lnTo>
                  <a:pt x="2050689" y="0"/>
                </a:lnTo>
                <a:lnTo>
                  <a:pt x="2050689" y="4213412"/>
                </a:lnTo>
                <a:lnTo>
                  <a:pt x="0" y="4213412"/>
                </a:lnTo>
                <a:close/>
              </a:path>
            </a:pathLst>
          </a:custGeom>
        </p:spPr>
        <p:txBody>
          <a:bodyPr wrap="square">
            <a:noAutofit/>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
        <p:nvSpPr>
          <p:cNvPr id="12" name="图片占位符 11"/>
          <p:cNvSpPr>
            <a:spLocks noGrp="1"/>
          </p:cNvSpPr>
          <p:nvPr>
            <p:ph type="pic" sz="quarter" idx="10"/>
          </p:nvPr>
        </p:nvSpPr>
        <p:spPr>
          <a:xfrm>
            <a:off x="1452563" y="1535330"/>
            <a:ext cx="1310223" cy="1306692"/>
          </a:xfrm>
          <a:custGeom>
            <a:avLst/>
            <a:gdLst>
              <a:gd name="connsiteX0" fmla="*/ 873482 w 1746964"/>
              <a:gd name="connsiteY0" fmla="*/ 0 h 1742256"/>
              <a:gd name="connsiteX1" fmla="*/ 1746964 w 1746964"/>
              <a:gd name="connsiteY1" fmla="*/ 871128 h 1742256"/>
              <a:gd name="connsiteX2" fmla="*/ 873482 w 1746964"/>
              <a:gd name="connsiteY2" fmla="*/ 1742256 h 1742256"/>
              <a:gd name="connsiteX3" fmla="*/ 0 w 1746964"/>
              <a:gd name="connsiteY3" fmla="*/ 871128 h 1742256"/>
              <a:gd name="connsiteX4" fmla="*/ 873482 w 1746964"/>
              <a:gd name="connsiteY4" fmla="*/ 0 h 174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6964" h="1742256">
                <a:moveTo>
                  <a:pt x="873482" y="0"/>
                </a:moveTo>
                <a:cubicBezTo>
                  <a:pt x="1355893" y="0"/>
                  <a:pt x="1746964" y="390017"/>
                  <a:pt x="1746964" y="871128"/>
                </a:cubicBezTo>
                <a:cubicBezTo>
                  <a:pt x="1746964" y="1352239"/>
                  <a:pt x="1355893" y="1742256"/>
                  <a:pt x="873482" y="1742256"/>
                </a:cubicBezTo>
                <a:cubicBezTo>
                  <a:pt x="391071" y="1742256"/>
                  <a:pt x="0" y="1352239"/>
                  <a:pt x="0" y="871128"/>
                </a:cubicBezTo>
                <a:cubicBezTo>
                  <a:pt x="0" y="390017"/>
                  <a:pt x="391071" y="0"/>
                  <a:pt x="873482" y="0"/>
                </a:cubicBezTo>
                <a:close/>
              </a:path>
            </a:pathLst>
          </a:custGeom>
        </p:spPr>
        <p:txBody>
          <a:bodyPr wrap="square">
            <a:noAutofit/>
          </a:bodyPr>
          <a:lstStyle/>
          <a:p>
            <a:endParaRPr lang="zh-CN" altLang="en-US"/>
          </a:p>
        </p:txBody>
      </p:sp>
      <p:sp>
        <p:nvSpPr>
          <p:cNvPr id="13" name="图片占位符 12"/>
          <p:cNvSpPr>
            <a:spLocks noGrp="1"/>
          </p:cNvSpPr>
          <p:nvPr>
            <p:ph type="pic" sz="quarter" idx="11"/>
          </p:nvPr>
        </p:nvSpPr>
        <p:spPr>
          <a:xfrm>
            <a:off x="3095447" y="1535330"/>
            <a:ext cx="1310223" cy="1306692"/>
          </a:xfrm>
          <a:custGeom>
            <a:avLst/>
            <a:gdLst>
              <a:gd name="connsiteX0" fmla="*/ 873482 w 1746964"/>
              <a:gd name="connsiteY0" fmla="*/ 0 h 1742256"/>
              <a:gd name="connsiteX1" fmla="*/ 1746964 w 1746964"/>
              <a:gd name="connsiteY1" fmla="*/ 871128 h 1742256"/>
              <a:gd name="connsiteX2" fmla="*/ 873482 w 1746964"/>
              <a:gd name="connsiteY2" fmla="*/ 1742256 h 1742256"/>
              <a:gd name="connsiteX3" fmla="*/ 0 w 1746964"/>
              <a:gd name="connsiteY3" fmla="*/ 871128 h 1742256"/>
              <a:gd name="connsiteX4" fmla="*/ 873482 w 1746964"/>
              <a:gd name="connsiteY4" fmla="*/ 0 h 174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6964" h="1742256">
                <a:moveTo>
                  <a:pt x="873482" y="0"/>
                </a:moveTo>
                <a:cubicBezTo>
                  <a:pt x="1355893" y="0"/>
                  <a:pt x="1746964" y="390017"/>
                  <a:pt x="1746964" y="871128"/>
                </a:cubicBezTo>
                <a:cubicBezTo>
                  <a:pt x="1746964" y="1352239"/>
                  <a:pt x="1355893" y="1742256"/>
                  <a:pt x="873482" y="1742256"/>
                </a:cubicBezTo>
                <a:cubicBezTo>
                  <a:pt x="391071" y="1742256"/>
                  <a:pt x="0" y="1352239"/>
                  <a:pt x="0" y="871128"/>
                </a:cubicBezTo>
                <a:cubicBezTo>
                  <a:pt x="0" y="390017"/>
                  <a:pt x="391071" y="0"/>
                  <a:pt x="873482" y="0"/>
                </a:cubicBezTo>
                <a:close/>
              </a:path>
            </a:pathLst>
          </a:custGeom>
        </p:spPr>
        <p:txBody>
          <a:bodyPr wrap="square">
            <a:noAutofit/>
          </a:bodyPr>
          <a:lstStyle/>
          <a:p>
            <a:endParaRPr lang="zh-CN" altLang="en-US"/>
          </a:p>
        </p:txBody>
      </p:sp>
      <p:sp>
        <p:nvSpPr>
          <p:cNvPr id="14" name="图片占位符 13"/>
          <p:cNvSpPr>
            <a:spLocks noGrp="1"/>
          </p:cNvSpPr>
          <p:nvPr>
            <p:ph type="pic" sz="quarter" idx="12"/>
          </p:nvPr>
        </p:nvSpPr>
        <p:spPr>
          <a:xfrm>
            <a:off x="4738331" y="1535330"/>
            <a:ext cx="1310223" cy="1306692"/>
          </a:xfrm>
          <a:custGeom>
            <a:avLst/>
            <a:gdLst>
              <a:gd name="connsiteX0" fmla="*/ 873482 w 1746964"/>
              <a:gd name="connsiteY0" fmla="*/ 0 h 1742256"/>
              <a:gd name="connsiteX1" fmla="*/ 1746964 w 1746964"/>
              <a:gd name="connsiteY1" fmla="*/ 871128 h 1742256"/>
              <a:gd name="connsiteX2" fmla="*/ 873482 w 1746964"/>
              <a:gd name="connsiteY2" fmla="*/ 1742256 h 1742256"/>
              <a:gd name="connsiteX3" fmla="*/ 0 w 1746964"/>
              <a:gd name="connsiteY3" fmla="*/ 871128 h 1742256"/>
              <a:gd name="connsiteX4" fmla="*/ 873482 w 1746964"/>
              <a:gd name="connsiteY4" fmla="*/ 0 h 174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6964" h="1742256">
                <a:moveTo>
                  <a:pt x="873482" y="0"/>
                </a:moveTo>
                <a:cubicBezTo>
                  <a:pt x="1355893" y="0"/>
                  <a:pt x="1746964" y="390017"/>
                  <a:pt x="1746964" y="871128"/>
                </a:cubicBezTo>
                <a:cubicBezTo>
                  <a:pt x="1746964" y="1352239"/>
                  <a:pt x="1355893" y="1742256"/>
                  <a:pt x="873482" y="1742256"/>
                </a:cubicBezTo>
                <a:cubicBezTo>
                  <a:pt x="391071" y="1742256"/>
                  <a:pt x="0" y="1352239"/>
                  <a:pt x="0" y="871128"/>
                </a:cubicBezTo>
                <a:cubicBezTo>
                  <a:pt x="0" y="390017"/>
                  <a:pt x="391071" y="0"/>
                  <a:pt x="873482" y="0"/>
                </a:cubicBezTo>
                <a:close/>
              </a:path>
            </a:pathLst>
          </a:custGeom>
        </p:spPr>
        <p:txBody>
          <a:bodyPr wrap="square">
            <a:noAutofit/>
          </a:bodyPr>
          <a:lstStyle/>
          <a:p>
            <a:endParaRPr lang="zh-CN" altLang="en-US"/>
          </a:p>
        </p:txBody>
      </p:sp>
      <p:sp>
        <p:nvSpPr>
          <p:cNvPr id="15" name="图片占位符 14"/>
          <p:cNvSpPr>
            <a:spLocks noGrp="1"/>
          </p:cNvSpPr>
          <p:nvPr>
            <p:ph type="pic" sz="quarter" idx="13"/>
          </p:nvPr>
        </p:nvSpPr>
        <p:spPr>
          <a:xfrm>
            <a:off x="6381215" y="1535330"/>
            <a:ext cx="1310223" cy="1306692"/>
          </a:xfrm>
          <a:custGeom>
            <a:avLst/>
            <a:gdLst>
              <a:gd name="connsiteX0" fmla="*/ 873482 w 1746964"/>
              <a:gd name="connsiteY0" fmla="*/ 0 h 1742256"/>
              <a:gd name="connsiteX1" fmla="*/ 1746964 w 1746964"/>
              <a:gd name="connsiteY1" fmla="*/ 871128 h 1742256"/>
              <a:gd name="connsiteX2" fmla="*/ 873482 w 1746964"/>
              <a:gd name="connsiteY2" fmla="*/ 1742256 h 1742256"/>
              <a:gd name="connsiteX3" fmla="*/ 0 w 1746964"/>
              <a:gd name="connsiteY3" fmla="*/ 871128 h 1742256"/>
              <a:gd name="connsiteX4" fmla="*/ 873482 w 1746964"/>
              <a:gd name="connsiteY4" fmla="*/ 0 h 174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6964" h="1742256">
                <a:moveTo>
                  <a:pt x="873482" y="0"/>
                </a:moveTo>
                <a:cubicBezTo>
                  <a:pt x="1355893" y="0"/>
                  <a:pt x="1746964" y="390017"/>
                  <a:pt x="1746964" y="871128"/>
                </a:cubicBezTo>
                <a:cubicBezTo>
                  <a:pt x="1746964" y="1352239"/>
                  <a:pt x="1355893" y="1742256"/>
                  <a:pt x="873482" y="1742256"/>
                </a:cubicBezTo>
                <a:cubicBezTo>
                  <a:pt x="391071" y="1742256"/>
                  <a:pt x="0" y="1352239"/>
                  <a:pt x="0" y="871128"/>
                </a:cubicBezTo>
                <a:cubicBezTo>
                  <a:pt x="0" y="390017"/>
                  <a:pt x="391071" y="0"/>
                  <a:pt x="873482" y="0"/>
                </a:cubicBezTo>
                <a:close/>
              </a:path>
            </a:pathLst>
          </a:custGeom>
        </p:spPr>
        <p:txBody>
          <a:bodyPr wrap="square">
            <a:noAutofit/>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362466" y="1485900"/>
            <a:ext cx="2063238" cy="1289524"/>
          </a:xfrm>
          <a:custGeom>
            <a:avLst/>
            <a:gdLst>
              <a:gd name="connsiteX0" fmla="*/ 106515 w 2750984"/>
              <a:gd name="connsiteY0" fmla="*/ 0 h 1719365"/>
              <a:gd name="connsiteX1" fmla="*/ 2644469 w 2750984"/>
              <a:gd name="connsiteY1" fmla="*/ 0 h 1719365"/>
              <a:gd name="connsiteX2" fmla="*/ 2750984 w 2750984"/>
              <a:gd name="connsiteY2" fmla="*/ 106515 h 1719365"/>
              <a:gd name="connsiteX3" fmla="*/ 2750984 w 2750984"/>
              <a:gd name="connsiteY3" fmla="*/ 1612850 h 1719365"/>
              <a:gd name="connsiteX4" fmla="*/ 2644469 w 2750984"/>
              <a:gd name="connsiteY4" fmla="*/ 1719365 h 1719365"/>
              <a:gd name="connsiteX5" fmla="*/ 106515 w 2750984"/>
              <a:gd name="connsiteY5" fmla="*/ 1719365 h 1719365"/>
              <a:gd name="connsiteX6" fmla="*/ 0 w 2750984"/>
              <a:gd name="connsiteY6" fmla="*/ 1612850 h 1719365"/>
              <a:gd name="connsiteX7" fmla="*/ 0 w 2750984"/>
              <a:gd name="connsiteY7" fmla="*/ 106515 h 1719365"/>
              <a:gd name="connsiteX8" fmla="*/ 106515 w 2750984"/>
              <a:gd name="connsiteY8" fmla="*/ 0 h 171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0984" h="1719365">
                <a:moveTo>
                  <a:pt x="106515" y="0"/>
                </a:moveTo>
                <a:lnTo>
                  <a:pt x="2644469" y="0"/>
                </a:lnTo>
                <a:cubicBezTo>
                  <a:pt x="2703296" y="0"/>
                  <a:pt x="2750984" y="47688"/>
                  <a:pt x="2750984" y="106515"/>
                </a:cubicBezTo>
                <a:lnTo>
                  <a:pt x="2750984" y="1612850"/>
                </a:lnTo>
                <a:cubicBezTo>
                  <a:pt x="2750984" y="1671677"/>
                  <a:pt x="2703296" y="1719365"/>
                  <a:pt x="2644469" y="1719365"/>
                </a:cubicBezTo>
                <a:lnTo>
                  <a:pt x="106515" y="1719365"/>
                </a:lnTo>
                <a:cubicBezTo>
                  <a:pt x="47688" y="1719365"/>
                  <a:pt x="0" y="1671677"/>
                  <a:pt x="0" y="1612850"/>
                </a:cubicBezTo>
                <a:lnTo>
                  <a:pt x="0" y="106515"/>
                </a:lnTo>
                <a:cubicBezTo>
                  <a:pt x="0" y="47688"/>
                  <a:pt x="47688" y="0"/>
                  <a:pt x="106515" y="0"/>
                </a:cubicBezTo>
                <a:close/>
              </a:path>
            </a:pathLst>
          </a:custGeom>
        </p:spPr>
        <p:txBody>
          <a:bodyPr wrap="square">
            <a:noAutofit/>
          </a:bodyPr>
          <a:lstStyle/>
          <a:p>
            <a:endParaRPr lang="zh-CN" altLang="en-US"/>
          </a:p>
        </p:txBody>
      </p:sp>
      <p:sp>
        <p:nvSpPr>
          <p:cNvPr id="12" name="图片占位符 11"/>
          <p:cNvSpPr>
            <a:spLocks noGrp="1"/>
          </p:cNvSpPr>
          <p:nvPr>
            <p:ph type="pic" sz="quarter" idx="11"/>
          </p:nvPr>
        </p:nvSpPr>
        <p:spPr>
          <a:xfrm>
            <a:off x="5729540" y="1485900"/>
            <a:ext cx="2063238" cy="1289524"/>
          </a:xfrm>
          <a:custGeom>
            <a:avLst/>
            <a:gdLst>
              <a:gd name="connsiteX0" fmla="*/ 106515 w 2750984"/>
              <a:gd name="connsiteY0" fmla="*/ 0 h 1719365"/>
              <a:gd name="connsiteX1" fmla="*/ 2644469 w 2750984"/>
              <a:gd name="connsiteY1" fmla="*/ 0 h 1719365"/>
              <a:gd name="connsiteX2" fmla="*/ 2750984 w 2750984"/>
              <a:gd name="connsiteY2" fmla="*/ 106515 h 1719365"/>
              <a:gd name="connsiteX3" fmla="*/ 2750984 w 2750984"/>
              <a:gd name="connsiteY3" fmla="*/ 1612850 h 1719365"/>
              <a:gd name="connsiteX4" fmla="*/ 2644469 w 2750984"/>
              <a:gd name="connsiteY4" fmla="*/ 1719365 h 1719365"/>
              <a:gd name="connsiteX5" fmla="*/ 106515 w 2750984"/>
              <a:gd name="connsiteY5" fmla="*/ 1719365 h 1719365"/>
              <a:gd name="connsiteX6" fmla="*/ 0 w 2750984"/>
              <a:gd name="connsiteY6" fmla="*/ 1612850 h 1719365"/>
              <a:gd name="connsiteX7" fmla="*/ 0 w 2750984"/>
              <a:gd name="connsiteY7" fmla="*/ 106515 h 1719365"/>
              <a:gd name="connsiteX8" fmla="*/ 106515 w 2750984"/>
              <a:gd name="connsiteY8" fmla="*/ 0 h 171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0984" h="1719365">
                <a:moveTo>
                  <a:pt x="106515" y="0"/>
                </a:moveTo>
                <a:lnTo>
                  <a:pt x="2644469" y="0"/>
                </a:lnTo>
                <a:cubicBezTo>
                  <a:pt x="2703296" y="0"/>
                  <a:pt x="2750984" y="47688"/>
                  <a:pt x="2750984" y="106515"/>
                </a:cubicBezTo>
                <a:lnTo>
                  <a:pt x="2750984" y="1612850"/>
                </a:lnTo>
                <a:cubicBezTo>
                  <a:pt x="2750984" y="1671677"/>
                  <a:pt x="2703296" y="1719365"/>
                  <a:pt x="2644469" y="1719365"/>
                </a:cubicBezTo>
                <a:lnTo>
                  <a:pt x="106515" y="1719365"/>
                </a:lnTo>
                <a:cubicBezTo>
                  <a:pt x="47688" y="1719365"/>
                  <a:pt x="0" y="1671677"/>
                  <a:pt x="0" y="1612850"/>
                </a:cubicBezTo>
                <a:lnTo>
                  <a:pt x="0" y="106515"/>
                </a:lnTo>
                <a:cubicBezTo>
                  <a:pt x="0" y="47688"/>
                  <a:pt x="47688" y="0"/>
                  <a:pt x="106515" y="0"/>
                </a:cubicBezTo>
                <a:close/>
              </a:path>
            </a:pathLst>
          </a:custGeom>
        </p:spPr>
        <p:txBody>
          <a:bodyPr wrap="square">
            <a:noAutofit/>
          </a:bodyPr>
          <a:lstStyle/>
          <a:p>
            <a:endParaRPr lang="zh-CN" altLang="en-US"/>
          </a:p>
        </p:txBody>
      </p:sp>
      <p:sp>
        <p:nvSpPr>
          <p:cNvPr id="11" name="图片占位符 10"/>
          <p:cNvSpPr>
            <a:spLocks noGrp="1"/>
          </p:cNvSpPr>
          <p:nvPr>
            <p:ph type="pic" sz="quarter" idx="12"/>
          </p:nvPr>
        </p:nvSpPr>
        <p:spPr>
          <a:xfrm>
            <a:off x="3554656" y="2908621"/>
            <a:ext cx="2063238" cy="1289524"/>
          </a:xfrm>
          <a:custGeom>
            <a:avLst/>
            <a:gdLst>
              <a:gd name="connsiteX0" fmla="*/ 106515 w 2750984"/>
              <a:gd name="connsiteY0" fmla="*/ 0 h 1719365"/>
              <a:gd name="connsiteX1" fmla="*/ 2644469 w 2750984"/>
              <a:gd name="connsiteY1" fmla="*/ 0 h 1719365"/>
              <a:gd name="connsiteX2" fmla="*/ 2750984 w 2750984"/>
              <a:gd name="connsiteY2" fmla="*/ 106515 h 1719365"/>
              <a:gd name="connsiteX3" fmla="*/ 2750984 w 2750984"/>
              <a:gd name="connsiteY3" fmla="*/ 1612850 h 1719365"/>
              <a:gd name="connsiteX4" fmla="*/ 2644469 w 2750984"/>
              <a:gd name="connsiteY4" fmla="*/ 1719365 h 1719365"/>
              <a:gd name="connsiteX5" fmla="*/ 106515 w 2750984"/>
              <a:gd name="connsiteY5" fmla="*/ 1719365 h 1719365"/>
              <a:gd name="connsiteX6" fmla="*/ 0 w 2750984"/>
              <a:gd name="connsiteY6" fmla="*/ 1612850 h 1719365"/>
              <a:gd name="connsiteX7" fmla="*/ 0 w 2750984"/>
              <a:gd name="connsiteY7" fmla="*/ 106515 h 1719365"/>
              <a:gd name="connsiteX8" fmla="*/ 106515 w 2750984"/>
              <a:gd name="connsiteY8" fmla="*/ 0 h 171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0984" h="1719365">
                <a:moveTo>
                  <a:pt x="106515" y="0"/>
                </a:moveTo>
                <a:lnTo>
                  <a:pt x="2644469" y="0"/>
                </a:lnTo>
                <a:cubicBezTo>
                  <a:pt x="2703296" y="0"/>
                  <a:pt x="2750984" y="47688"/>
                  <a:pt x="2750984" y="106515"/>
                </a:cubicBezTo>
                <a:lnTo>
                  <a:pt x="2750984" y="1612850"/>
                </a:lnTo>
                <a:cubicBezTo>
                  <a:pt x="2750984" y="1671677"/>
                  <a:pt x="2703296" y="1719365"/>
                  <a:pt x="2644469" y="1719365"/>
                </a:cubicBezTo>
                <a:lnTo>
                  <a:pt x="106515" y="1719365"/>
                </a:lnTo>
                <a:cubicBezTo>
                  <a:pt x="47688" y="1719365"/>
                  <a:pt x="0" y="1671677"/>
                  <a:pt x="0" y="1612850"/>
                </a:cubicBezTo>
                <a:lnTo>
                  <a:pt x="0" y="106515"/>
                </a:lnTo>
                <a:cubicBezTo>
                  <a:pt x="0" y="47688"/>
                  <a:pt x="47688" y="0"/>
                  <a:pt x="106515" y="0"/>
                </a:cubicBezTo>
                <a:close/>
              </a:path>
            </a:pathLst>
          </a:custGeom>
        </p:spPr>
        <p:txBody>
          <a:bodyPr wrap="square">
            <a:noAutofit/>
          </a:bodyPr>
          <a:lstStyle/>
          <a:p>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sp>
        <p:nvSpPr>
          <p:cNvPr id="14" name="图片占位符 13"/>
          <p:cNvSpPr>
            <a:spLocks noGrp="1"/>
          </p:cNvSpPr>
          <p:nvPr>
            <p:ph type="pic" sz="quarter" idx="10"/>
          </p:nvPr>
        </p:nvSpPr>
        <p:spPr>
          <a:xfrm>
            <a:off x="1475967" y="2559774"/>
            <a:ext cx="756084" cy="756084"/>
          </a:xfrm>
          <a:custGeom>
            <a:avLst/>
            <a:gdLst>
              <a:gd name="connsiteX0" fmla="*/ 504056 w 1008112"/>
              <a:gd name="connsiteY0" fmla="*/ 0 h 1008112"/>
              <a:gd name="connsiteX1" fmla="*/ 1008112 w 1008112"/>
              <a:gd name="connsiteY1" fmla="*/ 504056 h 1008112"/>
              <a:gd name="connsiteX2" fmla="*/ 504056 w 1008112"/>
              <a:gd name="connsiteY2" fmla="*/ 1008112 h 1008112"/>
              <a:gd name="connsiteX3" fmla="*/ 0 w 1008112"/>
              <a:gd name="connsiteY3" fmla="*/ 504056 h 1008112"/>
              <a:gd name="connsiteX4" fmla="*/ 504056 w 1008112"/>
              <a:gd name="connsiteY4" fmla="*/ 0 h 1008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112" h="1008112">
                <a:moveTo>
                  <a:pt x="504056" y="0"/>
                </a:moveTo>
                <a:cubicBezTo>
                  <a:pt x="782438" y="0"/>
                  <a:pt x="1008112" y="225674"/>
                  <a:pt x="1008112" y="504056"/>
                </a:cubicBezTo>
                <a:cubicBezTo>
                  <a:pt x="1008112" y="782438"/>
                  <a:pt x="782438" y="1008112"/>
                  <a:pt x="504056" y="1008112"/>
                </a:cubicBezTo>
                <a:cubicBezTo>
                  <a:pt x="225674" y="1008112"/>
                  <a:pt x="0" y="782438"/>
                  <a:pt x="0" y="504056"/>
                </a:cubicBezTo>
                <a:cubicBezTo>
                  <a:pt x="0" y="225674"/>
                  <a:pt x="225674" y="0"/>
                  <a:pt x="504056" y="0"/>
                </a:cubicBezTo>
                <a:close/>
              </a:path>
            </a:pathLst>
          </a:cu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lvl1pPr>
              <a:defRPr lang="zh-CN" altLang="en-US" sz="1350"/>
            </a:lvl1pPr>
          </a:lstStyle>
          <a:p>
            <a:pPr marL="0" lvl="0" algn="ctr"/>
            <a:endParaRPr lang="zh-CN" altLang="en-US"/>
          </a:p>
        </p:txBody>
      </p:sp>
      <p:sp>
        <p:nvSpPr>
          <p:cNvPr id="13" name="图片占位符 12"/>
          <p:cNvSpPr>
            <a:spLocks noGrp="1"/>
          </p:cNvSpPr>
          <p:nvPr>
            <p:ph type="pic" sz="quarter" idx="11"/>
          </p:nvPr>
        </p:nvSpPr>
        <p:spPr>
          <a:xfrm>
            <a:off x="4181845" y="2559774"/>
            <a:ext cx="756084" cy="756084"/>
          </a:xfrm>
          <a:custGeom>
            <a:avLst/>
            <a:gdLst>
              <a:gd name="connsiteX0" fmla="*/ 504056 w 1008112"/>
              <a:gd name="connsiteY0" fmla="*/ 0 h 1008112"/>
              <a:gd name="connsiteX1" fmla="*/ 1008112 w 1008112"/>
              <a:gd name="connsiteY1" fmla="*/ 504056 h 1008112"/>
              <a:gd name="connsiteX2" fmla="*/ 504056 w 1008112"/>
              <a:gd name="connsiteY2" fmla="*/ 1008112 h 1008112"/>
              <a:gd name="connsiteX3" fmla="*/ 0 w 1008112"/>
              <a:gd name="connsiteY3" fmla="*/ 504056 h 1008112"/>
              <a:gd name="connsiteX4" fmla="*/ 504056 w 1008112"/>
              <a:gd name="connsiteY4" fmla="*/ 0 h 1008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112" h="1008112">
                <a:moveTo>
                  <a:pt x="504056" y="0"/>
                </a:moveTo>
                <a:cubicBezTo>
                  <a:pt x="782438" y="0"/>
                  <a:pt x="1008112" y="225674"/>
                  <a:pt x="1008112" y="504056"/>
                </a:cubicBezTo>
                <a:cubicBezTo>
                  <a:pt x="1008112" y="782438"/>
                  <a:pt x="782438" y="1008112"/>
                  <a:pt x="504056" y="1008112"/>
                </a:cubicBezTo>
                <a:cubicBezTo>
                  <a:pt x="225674" y="1008112"/>
                  <a:pt x="0" y="782438"/>
                  <a:pt x="0" y="504056"/>
                </a:cubicBezTo>
                <a:cubicBezTo>
                  <a:pt x="0" y="225674"/>
                  <a:pt x="225674" y="0"/>
                  <a:pt x="504056" y="0"/>
                </a:cubicBezTo>
                <a:close/>
              </a:path>
            </a:pathLst>
          </a:custGeom>
          <a:solidFill>
            <a:schemeClr val="bg1"/>
          </a:solid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lvl1pPr>
              <a:defRPr lang="zh-CN" altLang="en-US" sz="1350"/>
            </a:lvl1pPr>
          </a:lstStyle>
          <a:p>
            <a:pPr marL="0" lvl="0" algn="ctr"/>
            <a:endParaRPr lang="zh-CN" altLang="en-US"/>
          </a:p>
        </p:txBody>
      </p:sp>
      <p:sp>
        <p:nvSpPr>
          <p:cNvPr id="12" name="图片占位符 11"/>
          <p:cNvSpPr>
            <a:spLocks noGrp="1"/>
          </p:cNvSpPr>
          <p:nvPr>
            <p:ph type="pic" sz="quarter" idx="12"/>
          </p:nvPr>
        </p:nvSpPr>
        <p:spPr>
          <a:xfrm>
            <a:off x="6911948" y="2559774"/>
            <a:ext cx="756084" cy="756084"/>
          </a:xfrm>
          <a:custGeom>
            <a:avLst/>
            <a:gdLst>
              <a:gd name="connsiteX0" fmla="*/ 504056 w 1008112"/>
              <a:gd name="connsiteY0" fmla="*/ 0 h 1008112"/>
              <a:gd name="connsiteX1" fmla="*/ 1008112 w 1008112"/>
              <a:gd name="connsiteY1" fmla="*/ 504056 h 1008112"/>
              <a:gd name="connsiteX2" fmla="*/ 504056 w 1008112"/>
              <a:gd name="connsiteY2" fmla="*/ 1008112 h 1008112"/>
              <a:gd name="connsiteX3" fmla="*/ 0 w 1008112"/>
              <a:gd name="connsiteY3" fmla="*/ 504056 h 1008112"/>
              <a:gd name="connsiteX4" fmla="*/ 504056 w 1008112"/>
              <a:gd name="connsiteY4" fmla="*/ 0 h 1008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112" h="1008112">
                <a:moveTo>
                  <a:pt x="504056" y="0"/>
                </a:moveTo>
                <a:cubicBezTo>
                  <a:pt x="782438" y="0"/>
                  <a:pt x="1008112" y="225674"/>
                  <a:pt x="1008112" y="504056"/>
                </a:cubicBezTo>
                <a:cubicBezTo>
                  <a:pt x="1008112" y="782438"/>
                  <a:pt x="782438" y="1008112"/>
                  <a:pt x="504056" y="1008112"/>
                </a:cubicBezTo>
                <a:cubicBezTo>
                  <a:pt x="225674" y="1008112"/>
                  <a:pt x="0" y="782438"/>
                  <a:pt x="0" y="504056"/>
                </a:cubicBezTo>
                <a:cubicBezTo>
                  <a:pt x="0" y="225674"/>
                  <a:pt x="225674" y="0"/>
                  <a:pt x="504056" y="0"/>
                </a:cubicBezTo>
                <a:close/>
              </a:path>
            </a:pathLst>
          </a:cu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lvl1pPr>
              <a:defRPr lang="zh-CN" altLang="en-US" sz="1350"/>
            </a:lvl1pPr>
          </a:lstStyle>
          <a:p>
            <a:pPr marL="0" lvl="0" algn="ct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7_自定义版式">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2514214" y="1580574"/>
            <a:ext cx="1849139" cy="1844867"/>
          </a:xfrm>
          <a:custGeom>
            <a:avLst/>
            <a:gdLst>
              <a:gd name="connsiteX0" fmla="*/ 1231810 w 2465518"/>
              <a:gd name="connsiteY0" fmla="*/ 0 h 2459823"/>
              <a:gd name="connsiteX1" fmla="*/ 2465518 w 2465518"/>
              <a:gd name="connsiteY1" fmla="*/ 1229912 h 2459823"/>
              <a:gd name="connsiteX2" fmla="*/ 1231810 w 2465518"/>
              <a:gd name="connsiteY2" fmla="*/ 2459823 h 2459823"/>
              <a:gd name="connsiteX3" fmla="*/ 0 w 2465518"/>
              <a:gd name="connsiteY3" fmla="*/ 1229912 h 2459823"/>
            </a:gdLst>
            <a:ahLst/>
            <a:cxnLst>
              <a:cxn ang="0">
                <a:pos x="connsiteX0" y="connsiteY0"/>
              </a:cxn>
              <a:cxn ang="0">
                <a:pos x="connsiteX1" y="connsiteY1"/>
              </a:cxn>
              <a:cxn ang="0">
                <a:pos x="connsiteX2" y="connsiteY2"/>
              </a:cxn>
              <a:cxn ang="0">
                <a:pos x="connsiteX3" y="connsiteY3"/>
              </a:cxn>
            </a:cxnLst>
            <a:rect l="l" t="t" r="r" b="b"/>
            <a:pathLst>
              <a:path w="2465518" h="2459823">
                <a:moveTo>
                  <a:pt x="1231810" y="0"/>
                </a:moveTo>
                <a:lnTo>
                  <a:pt x="2465518" y="1229912"/>
                </a:lnTo>
                <a:lnTo>
                  <a:pt x="1231810" y="2459823"/>
                </a:lnTo>
                <a:lnTo>
                  <a:pt x="0" y="1229912"/>
                </a:lnTo>
                <a:close/>
              </a:path>
            </a:pathLst>
          </a:custGeom>
        </p:spPr>
        <p:txBody>
          <a:bodyPr wrap="square">
            <a:noAutofit/>
          </a:bodyPr>
          <a:lstStyle/>
          <a:p>
            <a:endParaRPr lang="zh-CN" altLang="en-US"/>
          </a:p>
        </p:txBody>
      </p:sp>
      <p:sp>
        <p:nvSpPr>
          <p:cNvPr id="7" name="图片占位符 6"/>
          <p:cNvSpPr>
            <a:spLocks noGrp="1"/>
          </p:cNvSpPr>
          <p:nvPr>
            <p:ph type="pic" sz="quarter" idx="11"/>
          </p:nvPr>
        </p:nvSpPr>
        <p:spPr>
          <a:xfrm>
            <a:off x="4780648" y="1580574"/>
            <a:ext cx="1849139" cy="1844867"/>
          </a:xfrm>
          <a:custGeom>
            <a:avLst/>
            <a:gdLst>
              <a:gd name="connsiteX0" fmla="*/ 1231810 w 2465518"/>
              <a:gd name="connsiteY0" fmla="*/ 0 h 2459823"/>
              <a:gd name="connsiteX1" fmla="*/ 2465518 w 2465518"/>
              <a:gd name="connsiteY1" fmla="*/ 1229912 h 2459823"/>
              <a:gd name="connsiteX2" fmla="*/ 1231810 w 2465518"/>
              <a:gd name="connsiteY2" fmla="*/ 2459823 h 2459823"/>
              <a:gd name="connsiteX3" fmla="*/ 0 w 2465518"/>
              <a:gd name="connsiteY3" fmla="*/ 1229912 h 2459823"/>
            </a:gdLst>
            <a:ahLst/>
            <a:cxnLst>
              <a:cxn ang="0">
                <a:pos x="connsiteX0" y="connsiteY0"/>
              </a:cxn>
              <a:cxn ang="0">
                <a:pos x="connsiteX1" y="connsiteY1"/>
              </a:cxn>
              <a:cxn ang="0">
                <a:pos x="connsiteX2" y="connsiteY2"/>
              </a:cxn>
              <a:cxn ang="0">
                <a:pos x="connsiteX3" y="connsiteY3"/>
              </a:cxn>
            </a:cxnLst>
            <a:rect l="l" t="t" r="r" b="b"/>
            <a:pathLst>
              <a:path w="2465518" h="2459823">
                <a:moveTo>
                  <a:pt x="1231810" y="0"/>
                </a:moveTo>
                <a:lnTo>
                  <a:pt x="2465518" y="1229912"/>
                </a:lnTo>
                <a:lnTo>
                  <a:pt x="1231810" y="2459823"/>
                </a:lnTo>
                <a:lnTo>
                  <a:pt x="0" y="1229912"/>
                </a:lnTo>
                <a:close/>
              </a:path>
            </a:pathLst>
          </a:custGeom>
        </p:spPr>
        <p:txBody>
          <a:bodyPr wrap="square">
            <a:noAutofit/>
          </a:bodyPr>
          <a:lstStyle/>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组合 1"/>
          <p:cNvGrpSpPr/>
          <p:nvPr userDrawn="1"/>
        </p:nvGrpSpPr>
        <p:grpSpPr>
          <a:xfrm>
            <a:off x="8149138" y="4579374"/>
            <a:ext cx="677657" cy="304340"/>
            <a:chOff x="3954857" y="-1233407"/>
            <a:chExt cx="903543" cy="405786"/>
          </a:xfrm>
        </p:grpSpPr>
        <p:sp>
          <p:nvSpPr>
            <p:cNvPr id="3" name="椭圆 5"/>
            <p:cNvSpPr/>
            <p:nvPr/>
          </p:nvSpPr>
          <p:spPr>
            <a:xfrm>
              <a:off x="3954857" y="-1233407"/>
              <a:ext cx="406400" cy="405786"/>
            </a:xfrm>
            <a:custGeom>
              <a:avLst/>
              <a:gdLst>
                <a:gd name="connsiteX0" fmla="*/ 354450 w 607639"/>
                <a:gd name="connsiteY0" fmla="*/ 222564 h 606722"/>
                <a:gd name="connsiteX1" fmla="*/ 354450 w 607639"/>
                <a:gd name="connsiteY1" fmla="*/ 384088 h 606722"/>
                <a:gd name="connsiteX2" fmla="*/ 225033 w 607639"/>
                <a:gd name="connsiteY2" fmla="*/ 303326 h 606722"/>
                <a:gd name="connsiteX3" fmla="*/ 391979 w 607639"/>
                <a:gd name="connsiteY3" fmla="*/ 154813 h 606722"/>
                <a:gd name="connsiteX4" fmla="*/ 366346 w 607639"/>
                <a:gd name="connsiteY4" fmla="*/ 155524 h 606722"/>
                <a:gd name="connsiteX5" fmla="*/ 163770 w 607639"/>
                <a:gd name="connsiteY5" fmla="*/ 281899 h 606722"/>
                <a:gd name="connsiteX6" fmla="*/ 151932 w 607639"/>
                <a:gd name="connsiteY6" fmla="*/ 303317 h 606722"/>
                <a:gd name="connsiteX7" fmla="*/ 163770 w 607639"/>
                <a:gd name="connsiteY7" fmla="*/ 324824 h 606722"/>
                <a:gd name="connsiteX8" fmla="*/ 366346 w 607639"/>
                <a:gd name="connsiteY8" fmla="*/ 451198 h 606722"/>
                <a:gd name="connsiteX9" fmla="*/ 379786 w 607639"/>
                <a:gd name="connsiteY9" fmla="*/ 455020 h 606722"/>
                <a:gd name="connsiteX10" fmla="*/ 391979 w 607639"/>
                <a:gd name="connsiteY10" fmla="*/ 451820 h 606722"/>
                <a:gd name="connsiteX11" fmla="*/ 405063 w 607639"/>
                <a:gd name="connsiteY11" fmla="*/ 429780 h 606722"/>
                <a:gd name="connsiteX12" fmla="*/ 405063 w 607639"/>
                <a:gd name="connsiteY12" fmla="*/ 176942 h 606722"/>
                <a:gd name="connsiteX13" fmla="*/ 391979 w 607639"/>
                <a:gd name="connsiteY13" fmla="*/ 154813 h 606722"/>
                <a:gd name="connsiteX14" fmla="*/ 303775 w 607639"/>
                <a:gd name="connsiteY14" fmla="*/ 0 h 606722"/>
                <a:gd name="connsiteX15" fmla="*/ 607639 w 607639"/>
                <a:gd name="connsiteY15" fmla="*/ 303317 h 606722"/>
                <a:gd name="connsiteX16" fmla="*/ 303775 w 607639"/>
                <a:gd name="connsiteY16" fmla="*/ 606722 h 606722"/>
                <a:gd name="connsiteX17" fmla="*/ 0 w 607639"/>
                <a:gd name="connsiteY17" fmla="*/ 303317 h 606722"/>
                <a:gd name="connsiteX18" fmla="*/ 303775 w 607639"/>
                <a:gd name="connsiteY1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07639" h="606722">
                  <a:moveTo>
                    <a:pt x="354450" y="222564"/>
                  </a:moveTo>
                  <a:lnTo>
                    <a:pt x="354450" y="384088"/>
                  </a:lnTo>
                  <a:lnTo>
                    <a:pt x="225033" y="303326"/>
                  </a:lnTo>
                  <a:close/>
                  <a:moveTo>
                    <a:pt x="391979" y="154813"/>
                  </a:moveTo>
                  <a:cubicBezTo>
                    <a:pt x="383969" y="150370"/>
                    <a:pt x="374178" y="150637"/>
                    <a:pt x="366346" y="155524"/>
                  </a:cubicBezTo>
                  <a:lnTo>
                    <a:pt x="163770" y="281899"/>
                  </a:lnTo>
                  <a:cubicBezTo>
                    <a:pt x="156382" y="286520"/>
                    <a:pt x="151932" y="294607"/>
                    <a:pt x="151932" y="303317"/>
                  </a:cubicBezTo>
                  <a:cubicBezTo>
                    <a:pt x="151932" y="312026"/>
                    <a:pt x="156382" y="320113"/>
                    <a:pt x="163770" y="324824"/>
                  </a:cubicBezTo>
                  <a:lnTo>
                    <a:pt x="366346" y="451198"/>
                  </a:lnTo>
                  <a:cubicBezTo>
                    <a:pt x="370440" y="453775"/>
                    <a:pt x="375068" y="455020"/>
                    <a:pt x="379786" y="455020"/>
                  </a:cubicBezTo>
                  <a:cubicBezTo>
                    <a:pt x="383969" y="455020"/>
                    <a:pt x="388241" y="453953"/>
                    <a:pt x="391979" y="451820"/>
                  </a:cubicBezTo>
                  <a:cubicBezTo>
                    <a:pt x="400079" y="447377"/>
                    <a:pt x="405063" y="438934"/>
                    <a:pt x="405063" y="429780"/>
                  </a:cubicBezTo>
                  <a:lnTo>
                    <a:pt x="405063" y="176942"/>
                  </a:lnTo>
                  <a:cubicBezTo>
                    <a:pt x="405063" y="167789"/>
                    <a:pt x="400079" y="159346"/>
                    <a:pt x="391979" y="154813"/>
                  </a:cubicBezTo>
                  <a:close/>
                  <a:moveTo>
                    <a:pt x="303775" y="0"/>
                  </a:moveTo>
                  <a:cubicBezTo>
                    <a:pt x="471372" y="0"/>
                    <a:pt x="607639" y="136062"/>
                    <a:pt x="607639" y="303317"/>
                  </a:cubicBezTo>
                  <a:cubicBezTo>
                    <a:pt x="607639" y="470661"/>
                    <a:pt x="471372" y="606722"/>
                    <a:pt x="303775" y="606722"/>
                  </a:cubicBezTo>
                  <a:cubicBezTo>
                    <a:pt x="136267" y="606722"/>
                    <a:pt x="0" y="470661"/>
                    <a:pt x="0" y="303317"/>
                  </a:cubicBezTo>
                  <a:cubicBezTo>
                    <a:pt x="0" y="136062"/>
                    <a:pt x="136267" y="0"/>
                    <a:pt x="303775" y="0"/>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sp>
          <p:nvSpPr>
            <p:cNvPr id="4" name="椭圆 29"/>
            <p:cNvSpPr/>
            <p:nvPr/>
          </p:nvSpPr>
          <p:spPr>
            <a:xfrm flipH="1">
              <a:off x="4452000" y="-1233407"/>
              <a:ext cx="406400" cy="405786"/>
            </a:xfrm>
            <a:custGeom>
              <a:avLst/>
              <a:gdLst>
                <a:gd name="connsiteX0" fmla="*/ 354450 w 607639"/>
                <a:gd name="connsiteY0" fmla="*/ 222564 h 606722"/>
                <a:gd name="connsiteX1" fmla="*/ 354450 w 607639"/>
                <a:gd name="connsiteY1" fmla="*/ 384088 h 606722"/>
                <a:gd name="connsiteX2" fmla="*/ 225033 w 607639"/>
                <a:gd name="connsiteY2" fmla="*/ 303326 h 606722"/>
                <a:gd name="connsiteX3" fmla="*/ 391979 w 607639"/>
                <a:gd name="connsiteY3" fmla="*/ 154813 h 606722"/>
                <a:gd name="connsiteX4" fmla="*/ 366346 w 607639"/>
                <a:gd name="connsiteY4" fmla="*/ 155524 h 606722"/>
                <a:gd name="connsiteX5" fmla="*/ 163770 w 607639"/>
                <a:gd name="connsiteY5" fmla="*/ 281899 h 606722"/>
                <a:gd name="connsiteX6" fmla="*/ 151932 w 607639"/>
                <a:gd name="connsiteY6" fmla="*/ 303317 h 606722"/>
                <a:gd name="connsiteX7" fmla="*/ 163770 w 607639"/>
                <a:gd name="connsiteY7" fmla="*/ 324824 h 606722"/>
                <a:gd name="connsiteX8" fmla="*/ 366346 w 607639"/>
                <a:gd name="connsiteY8" fmla="*/ 451198 h 606722"/>
                <a:gd name="connsiteX9" fmla="*/ 379786 w 607639"/>
                <a:gd name="connsiteY9" fmla="*/ 455020 h 606722"/>
                <a:gd name="connsiteX10" fmla="*/ 391979 w 607639"/>
                <a:gd name="connsiteY10" fmla="*/ 451820 h 606722"/>
                <a:gd name="connsiteX11" fmla="*/ 405063 w 607639"/>
                <a:gd name="connsiteY11" fmla="*/ 429780 h 606722"/>
                <a:gd name="connsiteX12" fmla="*/ 405063 w 607639"/>
                <a:gd name="connsiteY12" fmla="*/ 176942 h 606722"/>
                <a:gd name="connsiteX13" fmla="*/ 391979 w 607639"/>
                <a:gd name="connsiteY13" fmla="*/ 154813 h 606722"/>
                <a:gd name="connsiteX14" fmla="*/ 303775 w 607639"/>
                <a:gd name="connsiteY14" fmla="*/ 0 h 606722"/>
                <a:gd name="connsiteX15" fmla="*/ 607639 w 607639"/>
                <a:gd name="connsiteY15" fmla="*/ 303317 h 606722"/>
                <a:gd name="connsiteX16" fmla="*/ 303775 w 607639"/>
                <a:gd name="connsiteY16" fmla="*/ 606722 h 606722"/>
                <a:gd name="connsiteX17" fmla="*/ 0 w 607639"/>
                <a:gd name="connsiteY17" fmla="*/ 303317 h 606722"/>
                <a:gd name="connsiteX18" fmla="*/ 303775 w 607639"/>
                <a:gd name="connsiteY1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07639" h="606722">
                  <a:moveTo>
                    <a:pt x="354450" y="222564"/>
                  </a:moveTo>
                  <a:lnTo>
                    <a:pt x="354450" y="384088"/>
                  </a:lnTo>
                  <a:lnTo>
                    <a:pt x="225033" y="303326"/>
                  </a:lnTo>
                  <a:close/>
                  <a:moveTo>
                    <a:pt x="391979" y="154813"/>
                  </a:moveTo>
                  <a:cubicBezTo>
                    <a:pt x="383969" y="150370"/>
                    <a:pt x="374178" y="150637"/>
                    <a:pt x="366346" y="155524"/>
                  </a:cubicBezTo>
                  <a:lnTo>
                    <a:pt x="163770" y="281899"/>
                  </a:lnTo>
                  <a:cubicBezTo>
                    <a:pt x="156382" y="286520"/>
                    <a:pt x="151932" y="294607"/>
                    <a:pt x="151932" y="303317"/>
                  </a:cubicBezTo>
                  <a:cubicBezTo>
                    <a:pt x="151932" y="312026"/>
                    <a:pt x="156382" y="320113"/>
                    <a:pt x="163770" y="324824"/>
                  </a:cubicBezTo>
                  <a:lnTo>
                    <a:pt x="366346" y="451198"/>
                  </a:lnTo>
                  <a:cubicBezTo>
                    <a:pt x="370440" y="453775"/>
                    <a:pt x="375068" y="455020"/>
                    <a:pt x="379786" y="455020"/>
                  </a:cubicBezTo>
                  <a:cubicBezTo>
                    <a:pt x="383969" y="455020"/>
                    <a:pt x="388241" y="453953"/>
                    <a:pt x="391979" y="451820"/>
                  </a:cubicBezTo>
                  <a:cubicBezTo>
                    <a:pt x="400079" y="447377"/>
                    <a:pt x="405063" y="438934"/>
                    <a:pt x="405063" y="429780"/>
                  </a:cubicBezTo>
                  <a:lnTo>
                    <a:pt x="405063" y="176942"/>
                  </a:lnTo>
                  <a:cubicBezTo>
                    <a:pt x="405063" y="167789"/>
                    <a:pt x="400079" y="159346"/>
                    <a:pt x="391979" y="154813"/>
                  </a:cubicBezTo>
                  <a:close/>
                  <a:moveTo>
                    <a:pt x="303775" y="0"/>
                  </a:moveTo>
                  <a:cubicBezTo>
                    <a:pt x="471372" y="0"/>
                    <a:pt x="607639" y="136062"/>
                    <a:pt x="607639" y="303317"/>
                  </a:cubicBezTo>
                  <a:cubicBezTo>
                    <a:pt x="607639" y="470661"/>
                    <a:pt x="471372" y="606722"/>
                    <a:pt x="303775" y="606722"/>
                  </a:cubicBezTo>
                  <a:cubicBezTo>
                    <a:pt x="136267" y="606722"/>
                    <a:pt x="0" y="470661"/>
                    <a:pt x="0" y="303317"/>
                  </a:cubicBezTo>
                  <a:cubicBezTo>
                    <a:pt x="0" y="136062"/>
                    <a:pt x="136267" y="0"/>
                    <a:pt x="303775" y="0"/>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grpSp>
      <p:sp>
        <p:nvSpPr>
          <p:cNvPr id="5" name="文本框 4"/>
          <p:cNvSpPr txBox="1"/>
          <p:nvPr userDrawn="1"/>
        </p:nvSpPr>
        <p:spPr>
          <a:xfrm>
            <a:off x="0" y="-172403"/>
            <a:ext cx="2667000" cy="196208"/>
          </a:xfrm>
          <a:prstGeom prst="rect">
            <a:avLst/>
          </a:prstGeom>
          <a:noFill/>
        </p:spPr>
        <p:txBody>
          <a:bodyPr wrap="square" rtlCol="0">
            <a:spAutoFit/>
          </a:bodyPr>
          <a:lstStyle/>
          <a:p>
            <a:pPr marL="0" marR="0" lvl="0" indent="0" algn="l" defTabSz="342900" rtl="0" eaLnBrk="1" fontAlgn="auto" latinLnBrk="0" hangingPunct="1">
              <a:lnSpc>
                <a:spcPct val="100000"/>
              </a:lnSpc>
              <a:spcBef>
                <a:spcPts val="0"/>
              </a:spcBef>
              <a:spcAft>
                <a:spcPts val="0"/>
              </a:spcAft>
              <a:buClrTx/>
              <a:buSzTx/>
              <a:buFontTx/>
              <a:buNone/>
              <a:defRPr/>
            </a:pPr>
            <a:r>
              <a:rPr kumimoji="0" lang="zh-CN" altLang="en-US" sz="22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感谢您下载包图网平台上提供的</a:t>
            </a:r>
            <a:r>
              <a:rPr kumimoji="0" lang="en-US" altLang="zh-CN" sz="22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PPT</a:t>
            </a:r>
            <a:r>
              <a:rPr kumimoji="0" lang="zh-CN" altLang="en-US" sz="22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作品，为了您和包图网以及原创作者的利益，请勿复制、传播、销售，否则将承担法律责任！包图网将对作品进行维权，按照传播下载次数进行十倍的索取赔偿！</a:t>
            </a:r>
            <a:endParaRPr kumimoji="0" lang="zh-CN" altLang="en-US" sz="22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l" defTabSz="342900" rtl="0" eaLnBrk="1" fontAlgn="auto" latinLnBrk="0" hangingPunct="1">
              <a:lnSpc>
                <a:spcPct val="100000"/>
              </a:lnSpc>
              <a:spcBef>
                <a:spcPts val="0"/>
              </a:spcBef>
              <a:spcAft>
                <a:spcPts val="0"/>
              </a:spcAft>
              <a:buClrTx/>
              <a:buSzTx/>
              <a:buFontTx/>
              <a:buNone/>
              <a:defRPr/>
            </a:pPr>
            <a:r>
              <a:rPr kumimoji="0" lang="en-US" altLang="zh-CN" sz="45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ibaotu.com</a:t>
            </a:r>
            <a:endParaRPr kumimoji="0" lang="en-US" altLang="zh-CN" sz="45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media" Target="../media/media1.mp3"/><Relationship Id="rId4" Type="http://schemas.openxmlformats.org/officeDocument/2006/relationships/audio" Target="../media/media1.mp3"/><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3" Type="http://schemas.openxmlformats.org/officeDocument/2006/relationships/notesSlide" Target="../notesSlides/notesSlide2.xml"/><Relationship Id="rId22" Type="http://schemas.openxmlformats.org/officeDocument/2006/relationships/slideLayout" Target="../slideLayouts/slideLayout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8.png"/><Relationship Id="rId2" Type="http://schemas.microsoft.com/office/2007/relationships/hdphoto" Target="../media/image7.wdp"/><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8.png"/><Relationship Id="rId2" Type="http://schemas.microsoft.com/office/2007/relationships/hdphoto" Target="../media/image7.wdp"/><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8.png"/><Relationship Id="rId2" Type="http://schemas.microsoft.com/office/2007/relationships/hdphoto" Target="../media/image7.wdp"/><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3.xml"/><Relationship Id="rId5" Type="http://schemas.openxmlformats.org/officeDocument/2006/relationships/tags" Target="../tags/tag21.xml"/><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8.png"/><Relationship Id="rId2" Type="http://schemas.microsoft.com/office/2007/relationships/hdphoto" Target="../media/image7.wdp"/><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image" Target="../media/image14.jpeg"/><Relationship Id="rId3" Type="http://schemas.openxmlformats.org/officeDocument/2006/relationships/image" Target="../media/image13.jpeg"/><Relationship Id="rId28" Type="http://schemas.openxmlformats.org/officeDocument/2006/relationships/notesSlide" Target="../notesSlides/notesSlide10.xml"/><Relationship Id="rId27" Type="http://schemas.openxmlformats.org/officeDocument/2006/relationships/slideLayout" Target="../slideLayouts/slideLayout13.xml"/><Relationship Id="rId26" Type="http://schemas.openxmlformats.org/officeDocument/2006/relationships/tags" Target="../tags/tag44.xml"/><Relationship Id="rId25" Type="http://schemas.openxmlformats.org/officeDocument/2006/relationships/image" Target="../media/image9.png"/><Relationship Id="rId24" Type="http://schemas.openxmlformats.org/officeDocument/2006/relationships/tags" Target="../tags/tag43.xml"/><Relationship Id="rId23" Type="http://schemas.openxmlformats.org/officeDocument/2006/relationships/tags" Target="../tags/tag42.xml"/><Relationship Id="rId22" Type="http://schemas.openxmlformats.org/officeDocument/2006/relationships/tags" Target="../tags/tag41.xml"/><Relationship Id="rId21" Type="http://schemas.openxmlformats.org/officeDocument/2006/relationships/tags" Target="../tags/tag40.xml"/><Relationship Id="rId20" Type="http://schemas.openxmlformats.org/officeDocument/2006/relationships/tags" Target="../tags/tag39.xml"/><Relationship Id="rId2" Type="http://schemas.openxmlformats.org/officeDocument/2006/relationships/tags" Target="../tags/tag23.xml"/><Relationship Id="rId19" Type="http://schemas.openxmlformats.org/officeDocument/2006/relationships/tags" Target="../tags/tag38.xml"/><Relationship Id="rId18" Type="http://schemas.openxmlformats.org/officeDocument/2006/relationships/tags" Target="../tags/tag37.xml"/><Relationship Id="rId17" Type="http://schemas.openxmlformats.org/officeDocument/2006/relationships/tags" Target="../tags/tag36.xml"/><Relationship Id="rId16" Type="http://schemas.openxmlformats.org/officeDocument/2006/relationships/tags" Target="../tags/tag35.xml"/><Relationship Id="rId15" Type="http://schemas.openxmlformats.org/officeDocument/2006/relationships/tags" Target="../tags/tag34.xml"/><Relationship Id="rId14" Type="http://schemas.openxmlformats.org/officeDocument/2006/relationships/tags" Target="../tags/tag33.xml"/><Relationship Id="rId13" Type="http://schemas.openxmlformats.org/officeDocument/2006/relationships/tags" Target="../tags/tag32.xml"/><Relationship Id="rId12" Type="http://schemas.openxmlformats.org/officeDocument/2006/relationships/tags" Target="../tags/tag3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tags" Target="../tags/tag22.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3.xml"/><Relationship Id="rId6" Type="http://schemas.openxmlformats.org/officeDocument/2006/relationships/tags" Target="../tags/tag48.xml"/><Relationship Id="rId5" Type="http://schemas.openxmlformats.org/officeDocument/2006/relationships/image" Target="../media/image15.jpeg"/><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image" Target="../media/image16.jpe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3.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image" Target="../media/image17.jpe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3.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image" Target="../media/image18.jpe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image" Target="../media/image19.jpeg"/><Relationship Id="rId10" Type="http://schemas.openxmlformats.org/officeDocument/2006/relationships/notesSlide" Target="../notesSlides/notesSlide15.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3.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image" Target="../media/image20.jpe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12081" y="0"/>
            <a:ext cx="3988532" cy="2648433"/>
          </a:xfrm>
          <a:prstGeom prst="rect">
            <a:avLst/>
          </a:prstGeom>
        </p:spPr>
      </p:pic>
      <p:pic>
        <p:nvPicPr>
          <p:cNvPr id="12" name="图片占位符 11"/>
          <p:cNvPicPr>
            <a:picLocks noGrp="1" noChangeAspect="1"/>
          </p:cNvPicPr>
          <p:nvPr>
            <p:ph type="pic" sz="quarter" idx="10"/>
          </p:nvPr>
        </p:nvPicPr>
        <p:blipFill>
          <a:blip r:embed="rId2"/>
          <a:srcRect l="10814" r="10814"/>
          <a:stretch>
            <a:fillRect/>
          </a:stretch>
        </p:blipFill>
        <p:spPr/>
      </p:pic>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l="-1" t="278" r="313" b="1"/>
          <a:stretch>
            <a:fillRect/>
          </a:stretch>
        </p:blipFill>
        <p:spPr>
          <a:xfrm>
            <a:off x="0" y="0"/>
            <a:ext cx="9144000" cy="5143500"/>
          </a:xfrm>
          <a:prstGeom prst="rect">
            <a:avLst/>
          </a:prstGeom>
        </p:spPr>
      </p:pic>
      <p:sp>
        <p:nvSpPr>
          <p:cNvPr id="14" name="文本框 13"/>
          <p:cNvSpPr txBox="1"/>
          <p:nvPr/>
        </p:nvSpPr>
        <p:spPr>
          <a:xfrm>
            <a:off x="4859020" y="3819525"/>
            <a:ext cx="4068445" cy="645160"/>
          </a:xfrm>
          <a:prstGeom prst="rect">
            <a:avLst/>
          </a:prstGeom>
          <a:noFill/>
        </p:spPr>
        <p:txBody>
          <a:bodyPr wrap="square" rtlCol="0">
            <a:spAutoFit/>
            <a:scene3d>
              <a:camera prst="orthographicFront"/>
              <a:lightRig rig="threePt" dir="t"/>
            </a:scene3d>
            <a:sp3d contourW="12700"/>
          </a:bodyPr>
          <a:lstStyle/>
          <a:p>
            <a:pPr algn="r" defTabSz="685800">
              <a:defRPr/>
            </a:pPr>
            <a:r>
              <a:rPr lang="zh-CN" altLang="en-US" dirty="0">
                <a:solidFill>
                  <a:schemeClr val="bg2">
                    <a:lumMod val="50000"/>
                  </a:schemeClr>
                </a:solidFill>
                <a:latin typeface="Arial" panose="020B0604020202020204"/>
                <a:ea typeface="微软雅黑" panose="020B0503020204020204" pitchFamily="34" charset="-122"/>
              </a:rPr>
              <a:t>《创业基础》实验班</a:t>
            </a:r>
            <a:endParaRPr lang="zh-CN" altLang="en-US" dirty="0">
              <a:solidFill>
                <a:schemeClr val="bg2">
                  <a:lumMod val="50000"/>
                </a:schemeClr>
              </a:solidFill>
              <a:latin typeface="Arial" panose="020B0604020202020204"/>
              <a:ea typeface="微软雅黑" panose="020B0503020204020204" pitchFamily="34" charset="-122"/>
            </a:endParaRPr>
          </a:p>
          <a:p>
            <a:pPr algn="r" defTabSz="685800">
              <a:defRPr/>
            </a:pPr>
            <a:r>
              <a:rPr lang="zh-CN" altLang="en-US" dirty="0">
                <a:solidFill>
                  <a:schemeClr val="bg2">
                    <a:lumMod val="50000"/>
                  </a:schemeClr>
                </a:solidFill>
                <a:latin typeface="Arial" panose="020B0604020202020204"/>
                <a:ea typeface="微软雅黑" panose="020B0503020204020204" pitchFamily="34" charset="-122"/>
              </a:rPr>
              <a:t>第一次见面课后作业小组展示</a:t>
            </a:r>
            <a:endParaRPr lang="zh-CN" altLang="en-US" dirty="0">
              <a:solidFill>
                <a:schemeClr val="bg2">
                  <a:lumMod val="50000"/>
                </a:schemeClr>
              </a:solidFill>
              <a:latin typeface="Arial" panose="020B0604020202020204"/>
              <a:ea typeface="微软雅黑" panose="020B0503020204020204" pitchFamily="34" charset="-122"/>
            </a:endParaRPr>
          </a:p>
        </p:txBody>
      </p:sp>
      <p:sp>
        <p:nvSpPr>
          <p:cNvPr id="15" name="文本框 14"/>
          <p:cNvSpPr txBox="1"/>
          <p:nvPr/>
        </p:nvSpPr>
        <p:spPr>
          <a:xfrm>
            <a:off x="4900938" y="1195503"/>
            <a:ext cx="2900680" cy="922020"/>
          </a:xfrm>
          <a:prstGeom prst="rect">
            <a:avLst/>
          </a:prstGeom>
          <a:noFill/>
        </p:spPr>
        <p:txBody>
          <a:bodyPr wrap="none" rtlCol="0">
            <a:spAutoFit/>
            <a:scene3d>
              <a:camera prst="orthographicFront"/>
              <a:lightRig rig="threePt" dir="t"/>
            </a:scene3d>
            <a:sp3d contourW="12700"/>
          </a:bodyPr>
          <a:lstStyle/>
          <a:p>
            <a:pPr algn="r" defTabSz="685800">
              <a:defRPr/>
            </a:pPr>
            <a:r>
              <a:rPr lang="zh-CN" altLang="en-US" sz="5400" b="1" dirty="0">
                <a:solidFill>
                  <a:srgbClr val="EE464C"/>
                </a:solidFill>
                <a:latin typeface="Arial" panose="020B0604020202020204"/>
                <a:ea typeface="微软雅黑" panose="020B0503020204020204" pitchFamily="34" charset="-122"/>
              </a:rPr>
              <a:t>蓝桥</a:t>
            </a:r>
            <a:r>
              <a:rPr lang="en-US" altLang="zh-CN" sz="3600" b="1" dirty="0">
                <a:solidFill>
                  <a:srgbClr val="FFC000"/>
                </a:solidFill>
                <a:latin typeface="Arial" panose="020B0604020202020204"/>
                <a:ea typeface="微软雅黑" panose="020B0503020204020204" pitchFamily="34" charset="-122"/>
              </a:rPr>
              <a:t>Origin</a:t>
            </a:r>
            <a:endParaRPr lang="en-US" altLang="zh-CN" sz="3600" b="1" dirty="0">
              <a:solidFill>
                <a:srgbClr val="FFC000"/>
              </a:solidFill>
              <a:latin typeface="Arial" panose="020B0604020202020204"/>
              <a:ea typeface="微软雅黑" panose="020B0503020204020204" pitchFamily="34" charset="-122"/>
            </a:endParaRPr>
          </a:p>
        </p:txBody>
      </p:sp>
      <p:pic>
        <p:nvPicPr>
          <p:cNvPr id="2" name="Melanie C - First Day Of My Life">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6"/>
          <a:stretch>
            <a:fillRect/>
          </a:stretch>
        </p:blipFill>
        <p:spPr>
          <a:xfrm>
            <a:off x="-457200" y="-685800"/>
            <a:ext cx="457200" cy="457200"/>
          </a:xfrm>
          <a:prstGeom prst="rect">
            <a:avLst/>
          </a:prstGeom>
        </p:spPr>
      </p:pic>
      <p:sp>
        <p:nvSpPr>
          <p:cNvPr id="3" name="文本框 2"/>
          <p:cNvSpPr txBox="1"/>
          <p:nvPr/>
        </p:nvSpPr>
        <p:spPr>
          <a:xfrm>
            <a:off x="4942205" y="2188210"/>
            <a:ext cx="4202430" cy="491490"/>
          </a:xfrm>
          <a:prstGeom prst="rect">
            <a:avLst/>
          </a:prstGeom>
          <a:noFill/>
        </p:spPr>
        <p:txBody>
          <a:bodyPr wrap="square" rtlCol="0">
            <a:spAutoFit/>
          </a:bodyPr>
          <a:p>
            <a:pPr algn="l"/>
            <a:r>
              <a:rPr lang="zh-CN" altLang="en-US" sz="1300">
                <a:solidFill>
                  <a:schemeClr val="tx1"/>
                </a:solidFill>
              </a:rPr>
              <a:t>小组组长：魏朝旭</a:t>
            </a:r>
            <a:endParaRPr lang="zh-CN" altLang="en-US" sz="1300">
              <a:solidFill>
                <a:schemeClr val="tx1"/>
              </a:solidFill>
            </a:endParaRPr>
          </a:p>
          <a:p>
            <a:pPr algn="l"/>
            <a:r>
              <a:rPr lang="zh-CN" altLang="en-US" sz="1300">
                <a:solidFill>
                  <a:schemeClr val="tx1"/>
                </a:solidFill>
              </a:rPr>
              <a:t>小组组员：刘凯丽，冯汝鑫，胡轩宇，刘一力，李尚泽</a:t>
            </a:r>
            <a:endParaRPr lang="zh-CN" altLang="en-US" sz="13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12" presetClass="entr" presetSubtype="4" fill="hold" grpId="0" nodeType="afterEffect">
                                  <p:stCondLst>
                                    <p:cond delay="0"/>
                                  </p:stCondLst>
                                  <p:childTnLst>
                                    <p:set>
                                      <p:cBhvr>
                                        <p:cTn id="9" dur="1" fill="hold">
                                          <p:stCondLst>
                                            <p:cond delay="0"/>
                                          </p:stCondLst>
                                        </p:cTn>
                                        <p:tgtEl>
                                          <p:spTgt spid="15"/>
                                        </p:tgtEl>
                                        <p:attrNameLst>
                                          <p:attrName>style.visibility</p:attrName>
                                        </p:attrNameLst>
                                      </p:cBhvr>
                                      <p:to>
                                        <p:strVal val="visible"/>
                                      </p:to>
                                    </p:set>
                                    <p:anim calcmode="lin" valueType="num">
                                      <p:cBhvr additive="base">
                                        <p:cTn id="10" dur="500"/>
                                        <p:tgtEl>
                                          <p:spTgt spid="15"/>
                                        </p:tgtEl>
                                        <p:attrNameLst>
                                          <p:attrName>ppt_y</p:attrName>
                                        </p:attrNameLst>
                                      </p:cBhvr>
                                      <p:tavLst>
                                        <p:tav tm="0">
                                          <p:val>
                                            <p:strVal val="#ppt_y+#ppt_h*1.125000"/>
                                          </p:val>
                                        </p:tav>
                                        <p:tav tm="100000">
                                          <p:val>
                                            <p:strVal val="#ppt_y"/>
                                          </p:val>
                                        </p:tav>
                                      </p:tavLst>
                                    </p:anim>
                                    <p:animEffect transition="in" filter="wipe(up)">
                                      <p:cBhvr>
                                        <p:cTn id="11" dur="500"/>
                                        <p:tgtEl>
                                          <p:spTgt spid="15"/>
                                        </p:tgtEl>
                                      </p:cBhvr>
                                    </p:animEffect>
                                  </p:childTnLst>
                                </p:cTn>
                              </p:par>
                            </p:childTnLst>
                          </p:cTn>
                        </p:par>
                        <p:par>
                          <p:cTn id="12" fill="hold">
                            <p:stCondLst>
                              <p:cond delay="500"/>
                            </p:stCondLst>
                            <p:childTnLst>
                              <p:par>
                                <p:cTn id="13" presetID="2" presetClass="entr" presetSubtype="2"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1+#ppt_w/2"/>
                                          </p:val>
                                        </p:tav>
                                        <p:tav tm="100000">
                                          <p:val>
                                            <p:strVal val="#ppt_x"/>
                                          </p:val>
                                        </p:tav>
                                      </p:tavLst>
                                    </p:anim>
                                    <p:anim calcmode="lin" valueType="num">
                                      <p:cBhvr additive="base">
                                        <p:cTn id="16"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p:cTn id="17" repeatCount="indefinite" fill="hold" display="0">
                  <p:stCondLst>
                    <p:cond delay="indefinite"/>
                  </p:stCondLst>
                  <p:endCondLst>
                    <p:cond evt="onStopAudio" delay="0">
                      <p:tgtEl>
                        <p:sldTgt/>
                      </p:tgtEl>
                    </p:cond>
                  </p:endCondLst>
                </p:cTn>
                <p:tgtEl>
                  <p:spTgt spid="2"/>
                </p:tgtEl>
              </p:cMediaNode>
            </p:audio>
          </p:childTnLst>
        </p:cTn>
      </p:par>
    </p:tnLst>
    <p:bldLst>
      <p:bldP spid="1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l="57672" t="278" r="313" b="1"/>
          <a:stretch>
            <a:fillRect/>
          </a:stretch>
        </p:blipFill>
        <p:spPr>
          <a:xfrm rot="5400000" flipV="1">
            <a:off x="6353213" y="2352713"/>
            <a:ext cx="2390775" cy="3190799"/>
          </a:xfrm>
          <a:custGeom>
            <a:avLst/>
            <a:gdLst>
              <a:gd name="connsiteX0" fmla="*/ 6878636 w 6878636"/>
              <a:gd name="connsiteY0" fmla="*/ 4267200 h 4267200"/>
              <a:gd name="connsiteX1" fmla="*/ 6878636 w 6878636"/>
              <a:gd name="connsiteY1" fmla="*/ 0 h 4267200"/>
              <a:gd name="connsiteX2" fmla="*/ 0 w 6878636"/>
              <a:gd name="connsiteY2" fmla="*/ 0 h 4267200"/>
              <a:gd name="connsiteX3" fmla="*/ 0 w 6878636"/>
              <a:gd name="connsiteY3" fmla="*/ 4267200 h 4267200"/>
            </a:gdLst>
            <a:ahLst/>
            <a:cxnLst>
              <a:cxn ang="0">
                <a:pos x="connsiteX0" y="connsiteY0"/>
              </a:cxn>
              <a:cxn ang="0">
                <a:pos x="connsiteX1" y="connsiteY1"/>
              </a:cxn>
              <a:cxn ang="0">
                <a:pos x="connsiteX2" y="connsiteY2"/>
              </a:cxn>
              <a:cxn ang="0">
                <a:pos x="connsiteX3" y="connsiteY3"/>
              </a:cxn>
            </a:cxnLst>
            <a:rect l="l" t="t" r="r" b="b"/>
            <a:pathLst>
              <a:path w="6878636" h="4267200">
                <a:moveTo>
                  <a:pt x="6878636" y="4267200"/>
                </a:moveTo>
                <a:lnTo>
                  <a:pt x="6878636" y="0"/>
                </a:lnTo>
                <a:lnTo>
                  <a:pt x="0" y="0"/>
                </a:lnTo>
                <a:lnTo>
                  <a:pt x="0" y="4267200"/>
                </a:lnTo>
                <a:close/>
              </a:path>
            </a:pathLst>
          </a:custGeom>
        </p:spPr>
      </p:pic>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9296" t="278" r="313" b="1"/>
          <a:stretch>
            <a:fillRect/>
          </a:stretch>
        </p:blipFill>
        <p:spPr>
          <a:xfrm rot="16200000" flipV="1">
            <a:off x="-976351" y="976350"/>
            <a:ext cx="5143499" cy="3190799"/>
          </a:xfrm>
          <a:custGeom>
            <a:avLst/>
            <a:gdLst>
              <a:gd name="connsiteX0" fmla="*/ 6878636 w 6878636"/>
              <a:gd name="connsiteY0" fmla="*/ 4267200 h 4267200"/>
              <a:gd name="connsiteX1" fmla="*/ 6878636 w 6878636"/>
              <a:gd name="connsiteY1" fmla="*/ 0 h 4267200"/>
              <a:gd name="connsiteX2" fmla="*/ 0 w 6878636"/>
              <a:gd name="connsiteY2" fmla="*/ 0 h 4267200"/>
              <a:gd name="connsiteX3" fmla="*/ 0 w 6878636"/>
              <a:gd name="connsiteY3" fmla="*/ 4267200 h 4267200"/>
            </a:gdLst>
            <a:ahLst/>
            <a:cxnLst>
              <a:cxn ang="0">
                <a:pos x="connsiteX0" y="connsiteY0"/>
              </a:cxn>
              <a:cxn ang="0">
                <a:pos x="connsiteX1" y="connsiteY1"/>
              </a:cxn>
              <a:cxn ang="0">
                <a:pos x="connsiteX2" y="connsiteY2"/>
              </a:cxn>
              <a:cxn ang="0">
                <a:pos x="connsiteX3" y="connsiteY3"/>
              </a:cxn>
            </a:cxnLst>
            <a:rect l="l" t="t" r="r" b="b"/>
            <a:pathLst>
              <a:path w="6878636" h="4267200">
                <a:moveTo>
                  <a:pt x="6878636" y="4267200"/>
                </a:moveTo>
                <a:lnTo>
                  <a:pt x="6878636" y="0"/>
                </a:lnTo>
                <a:lnTo>
                  <a:pt x="0" y="0"/>
                </a:lnTo>
                <a:lnTo>
                  <a:pt x="0" y="4267200"/>
                </a:lnTo>
                <a:close/>
              </a:path>
            </a:pathLst>
          </a:custGeom>
        </p:spPr>
      </p:pic>
      <p:grpSp>
        <p:nvGrpSpPr>
          <p:cNvPr id="39" name="组合 38"/>
          <p:cNvGrpSpPr/>
          <p:nvPr>
            <p:custDataLst>
              <p:tags r:id="rId2"/>
            </p:custDataLst>
          </p:nvPr>
        </p:nvGrpSpPr>
        <p:grpSpPr>
          <a:xfrm>
            <a:off x="2035273" y="1815079"/>
            <a:ext cx="826907" cy="826907"/>
            <a:chOff x="2492372" y="2609850"/>
            <a:chExt cx="1101726" cy="1101726"/>
          </a:xfrm>
        </p:grpSpPr>
        <p:sp>
          <p:nvSpPr>
            <p:cNvPr id="40" name="椭圆 39"/>
            <p:cNvSpPr/>
            <p:nvPr>
              <p:custDataLst>
                <p:tags r:id="rId3"/>
              </p:custDataLst>
            </p:nvPr>
          </p:nvSpPr>
          <p:spPr>
            <a:xfrm>
              <a:off x="2492372" y="2609850"/>
              <a:ext cx="1101726" cy="1101726"/>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a:solidFill>
                  <a:prstClr val="white"/>
                </a:solidFill>
                <a:latin typeface="Arial" panose="020B0604020202020204"/>
                <a:ea typeface="微软雅黑" panose="020B0503020204020204" pitchFamily="34" charset="-122"/>
              </a:endParaRPr>
            </a:p>
          </p:txBody>
        </p:sp>
        <p:sp>
          <p:nvSpPr>
            <p:cNvPr id="41" name="椭圆 40"/>
            <p:cNvSpPr/>
            <p:nvPr>
              <p:custDataLst>
                <p:tags r:id="rId4"/>
              </p:custDataLst>
            </p:nvPr>
          </p:nvSpPr>
          <p:spPr>
            <a:xfrm>
              <a:off x="2630086" y="2747564"/>
              <a:ext cx="826298" cy="82629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a:solidFill>
                  <a:prstClr val="white"/>
                </a:solidFill>
                <a:latin typeface="Arial" panose="020B0604020202020204"/>
                <a:ea typeface="微软雅黑" panose="020B0503020204020204" pitchFamily="34" charset="-122"/>
              </a:endParaRPr>
            </a:p>
          </p:txBody>
        </p:sp>
        <p:sp>
          <p:nvSpPr>
            <p:cNvPr id="42" name="椭圆 4"/>
            <p:cNvSpPr/>
            <p:nvPr>
              <p:custDataLst>
                <p:tags r:id="rId5"/>
              </p:custDataLst>
            </p:nvPr>
          </p:nvSpPr>
          <p:spPr>
            <a:xfrm>
              <a:off x="2828920" y="2946680"/>
              <a:ext cx="428630" cy="428066"/>
            </a:xfrm>
            <a:custGeom>
              <a:avLst/>
              <a:gdLst>
                <a:gd name="connsiteX0" fmla="*/ 86413 w 591547"/>
                <a:gd name="connsiteY0" fmla="*/ 515758 h 590770"/>
                <a:gd name="connsiteX1" fmla="*/ 171919 w 591547"/>
                <a:gd name="connsiteY1" fmla="*/ 515758 h 590770"/>
                <a:gd name="connsiteX2" fmla="*/ 171919 w 591547"/>
                <a:gd name="connsiteY2" fmla="*/ 537523 h 590770"/>
                <a:gd name="connsiteX3" fmla="*/ 86413 w 591547"/>
                <a:gd name="connsiteY3" fmla="*/ 537523 h 590770"/>
                <a:gd name="connsiteX4" fmla="*/ 86413 w 591547"/>
                <a:gd name="connsiteY4" fmla="*/ 461733 h 590770"/>
                <a:gd name="connsiteX5" fmla="*/ 171919 w 591547"/>
                <a:gd name="connsiteY5" fmla="*/ 461733 h 590770"/>
                <a:gd name="connsiteX6" fmla="*/ 171919 w 591547"/>
                <a:gd name="connsiteY6" fmla="*/ 483498 h 590770"/>
                <a:gd name="connsiteX7" fmla="*/ 86413 w 591547"/>
                <a:gd name="connsiteY7" fmla="*/ 483498 h 590770"/>
                <a:gd name="connsiteX8" fmla="*/ 86413 w 591547"/>
                <a:gd name="connsiteY8" fmla="*/ 408616 h 590770"/>
                <a:gd name="connsiteX9" fmla="*/ 171919 w 591547"/>
                <a:gd name="connsiteY9" fmla="*/ 408616 h 590770"/>
                <a:gd name="connsiteX10" fmla="*/ 171919 w 591547"/>
                <a:gd name="connsiteY10" fmla="*/ 429474 h 590770"/>
                <a:gd name="connsiteX11" fmla="*/ 86413 w 591547"/>
                <a:gd name="connsiteY11" fmla="*/ 429474 h 590770"/>
                <a:gd name="connsiteX12" fmla="*/ 204177 w 591547"/>
                <a:gd name="connsiteY12" fmla="*/ 357041 h 590770"/>
                <a:gd name="connsiteX13" fmla="*/ 204177 w 591547"/>
                <a:gd name="connsiteY13" fmla="*/ 569815 h 590770"/>
                <a:gd name="connsiteX14" fmla="*/ 333300 w 591547"/>
                <a:gd name="connsiteY14" fmla="*/ 569815 h 590770"/>
                <a:gd name="connsiteX15" fmla="*/ 333300 w 591547"/>
                <a:gd name="connsiteY15" fmla="*/ 382026 h 590770"/>
                <a:gd name="connsiteX16" fmla="*/ 183194 w 591547"/>
                <a:gd name="connsiteY16" fmla="*/ 357041 h 590770"/>
                <a:gd name="connsiteX17" fmla="*/ 75053 w 591547"/>
                <a:gd name="connsiteY17" fmla="*/ 382026 h 590770"/>
                <a:gd name="connsiteX18" fmla="*/ 75053 w 591547"/>
                <a:gd name="connsiteY18" fmla="*/ 569815 h 590770"/>
                <a:gd name="connsiteX19" fmla="*/ 183194 w 591547"/>
                <a:gd name="connsiteY19" fmla="*/ 569815 h 590770"/>
                <a:gd name="connsiteX20" fmla="*/ 247709 w 591547"/>
                <a:gd name="connsiteY20" fmla="*/ 311838 h 590770"/>
                <a:gd name="connsiteX21" fmla="*/ 322851 w 591547"/>
                <a:gd name="connsiteY21" fmla="*/ 311838 h 590770"/>
                <a:gd name="connsiteX22" fmla="*/ 322851 w 591547"/>
                <a:gd name="connsiteY22" fmla="*/ 332826 h 590770"/>
                <a:gd name="connsiteX23" fmla="*/ 247709 w 591547"/>
                <a:gd name="connsiteY23" fmla="*/ 332826 h 590770"/>
                <a:gd name="connsiteX24" fmla="*/ 247709 w 591547"/>
                <a:gd name="connsiteY24" fmla="*/ 257944 h 590770"/>
                <a:gd name="connsiteX25" fmla="*/ 322851 w 591547"/>
                <a:gd name="connsiteY25" fmla="*/ 257944 h 590770"/>
                <a:gd name="connsiteX26" fmla="*/ 322851 w 591547"/>
                <a:gd name="connsiteY26" fmla="*/ 279580 h 590770"/>
                <a:gd name="connsiteX27" fmla="*/ 247709 w 591547"/>
                <a:gd name="connsiteY27" fmla="*/ 279580 h 590770"/>
                <a:gd name="connsiteX28" fmla="*/ 247709 w 591547"/>
                <a:gd name="connsiteY28" fmla="*/ 203919 h 590770"/>
                <a:gd name="connsiteX29" fmla="*/ 322851 w 591547"/>
                <a:gd name="connsiteY29" fmla="*/ 203919 h 590770"/>
                <a:gd name="connsiteX30" fmla="*/ 322851 w 591547"/>
                <a:gd name="connsiteY30" fmla="*/ 225684 h 590770"/>
                <a:gd name="connsiteX31" fmla="*/ 247709 w 591547"/>
                <a:gd name="connsiteY31" fmla="*/ 225684 h 590770"/>
                <a:gd name="connsiteX32" fmla="*/ 247709 w 591547"/>
                <a:gd name="connsiteY32" fmla="*/ 150672 h 590770"/>
                <a:gd name="connsiteX33" fmla="*/ 322851 w 591547"/>
                <a:gd name="connsiteY33" fmla="*/ 150672 h 590770"/>
                <a:gd name="connsiteX34" fmla="*/ 322851 w 591547"/>
                <a:gd name="connsiteY34" fmla="*/ 171660 h 590770"/>
                <a:gd name="connsiteX35" fmla="*/ 247709 w 591547"/>
                <a:gd name="connsiteY35" fmla="*/ 171660 h 590770"/>
                <a:gd name="connsiteX36" fmla="*/ 355090 w 591547"/>
                <a:gd name="connsiteY36" fmla="*/ 102357 h 590770"/>
                <a:gd name="connsiteX37" fmla="*/ 355090 w 591547"/>
                <a:gd name="connsiteY37" fmla="*/ 373160 h 590770"/>
                <a:gd name="connsiteX38" fmla="*/ 355090 w 591547"/>
                <a:gd name="connsiteY38" fmla="*/ 376384 h 590770"/>
                <a:gd name="connsiteX39" fmla="*/ 355090 w 591547"/>
                <a:gd name="connsiteY39" fmla="*/ 569815 h 590770"/>
                <a:gd name="connsiteX40" fmla="*/ 484213 w 591547"/>
                <a:gd name="connsiteY40" fmla="*/ 569815 h 590770"/>
                <a:gd name="connsiteX41" fmla="*/ 484213 w 591547"/>
                <a:gd name="connsiteY41" fmla="*/ 154744 h 590770"/>
                <a:gd name="connsiteX42" fmla="*/ 333300 w 591547"/>
                <a:gd name="connsiteY42" fmla="*/ 99939 h 590770"/>
                <a:gd name="connsiteX43" fmla="*/ 236458 w 591547"/>
                <a:gd name="connsiteY43" fmla="*/ 125730 h 590770"/>
                <a:gd name="connsiteX44" fmla="*/ 236458 w 591547"/>
                <a:gd name="connsiteY44" fmla="*/ 341728 h 590770"/>
                <a:gd name="connsiteX45" fmla="*/ 333300 w 591547"/>
                <a:gd name="connsiteY45" fmla="*/ 360265 h 590770"/>
                <a:gd name="connsiteX46" fmla="*/ 397862 w 591547"/>
                <a:gd name="connsiteY46" fmla="*/ 21761 h 590770"/>
                <a:gd name="connsiteX47" fmla="*/ 387371 w 591547"/>
                <a:gd name="connsiteY47" fmla="*/ 32238 h 590770"/>
                <a:gd name="connsiteX48" fmla="*/ 397862 w 591547"/>
                <a:gd name="connsiteY48" fmla="*/ 42716 h 590770"/>
                <a:gd name="connsiteX49" fmla="*/ 409160 w 591547"/>
                <a:gd name="connsiteY49" fmla="*/ 32238 h 590770"/>
                <a:gd name="connsiteX50" fmla="*/ 397862 w 591547"/>
                <a:gd name="connsiteY50" fmla="*/ 21761 h 590770"/>
                <a:gd name="connsiteX51" fmla="*/ 397862 w 591547"/>
                <a:gd name="connsiteY51" fmla="*/ 0 h 590770"/>
                <a:gd name="connsiteX52" fmla="*/ 430143 w 591547"/>
                <a:gd name="connsiteY52" fmla="*/ 32238 h 590770"/>
                <a:gd name="connsiteX53" fmla="*/ 409160 w 591547"/>
                <a:gd name="connsiteY53" fmla="*/ 62865 h 590770"/>
                <a:gd name="connsiteX54" fmla="*/ 409160 w 591547"/>
                <a:gd name="connsiteY54" fmla="*/ 100745 h 590770"/>
                <a:gd name="connsiteX55" fmla="*/ 498740 w 591547"/>
                <a:gd name="connsiteY55" fmla="*/ 137819 h 590770"/>
                <a:gd name="connsiteX56" fmla="*/ 506003 w 591547"/>
                <a:gd name="connsiteY56" fmla="*/ 147491 h 590770"/>
                <a:gd name="connsiteX57" fmla="*/ 506003 w 591547"/>
                <a:gd name="connsiteY57" fmla="*/ 569815 h 590770"/>
                <a:gd name="connsiteX58" fmla="*/ 591547 w 591547"/>
                <a:gd name="connsiteY58" fmla="*/ 569815 h 590770"/>
                <a:gd name="connsiteX59" fmla="*/ 591547 w 591547"/>
                <a:gd name="connsiteY59" fmla="*/ 590770 h 590770"/>
                <a:gd name="connsiteX60" fmla="*/ 494705 w 591547"/>
                <a:gd name="connsiteY60" fmla="*/ 590770 h 590770"/>
                <a:gd name="connsiteX61" fmla="*/ 344598 w 591547"/>
                <a:gd name="connsiteY61" fmla="*/ 590770 h 590770"/>
                <a:gd name="connsiteX62" fmla="*/ 193685 w 591547"/>
                <a:gd name="connsiteY62" fmla="*/ 590770 h 590770"/>
                <a:gd name="connsiteX63" fmla="*/ 64562 w 591547"/>
                <a:gd name="connsiteY63" fmla="*/ 590770 h 590770"/>
                <a:gd name="connsiteX64" fmla="*/ 0 w 591547"/>
                <a:gd name="connsiteY64" fmla="*/ 590770 h 590770"/>
                <a:gd name="connsiteX65" fmla="*/ 0 w 591547"/>
                <a:gd name="connsiteY65" fmla="*/ 569815 h 590770"/>
                <a:gd name="connsiteX66" fmla="*/ 54070 w 591547"/>
                <a:gd name="connsiteY66" fmla="*/ 569815 h 590770"/>
                <a:gd name="connsiteX67" fmla="*/ 54070 w 591547"/>
                <a:gd name="connsiteY67" fmla="*/ 373160 h 590770"/>
                <a:gd name="connsiteX68" fmla="*/ 62141 w 591547"/>
                <a:gd name="connsiteY68" fmla="*/ 362683 h 590770"/>
                <a:gd name="connsiteX69" fmla="*/ 191264 w 591547"/>
                <a:gd name="connsiteY69" fmla="*/ 333668 h 590770"/>
                <a:gd name="connsiteX70" fmla="*/ 195299 w 591547"/>
                <a:gd name="connsiteY70" fmla="*/ 333668 h 590770"/>
                <a:gd name="connsiteX71" fmla="*/ 196106 w 591547"/>
                <a:gd name="connsiteY71" fmla="*/ 333668 h 590770"/>
                <a:gd name="connsiteX72" fmla="*/ 215475 w 591547"/>
                <a:gd name="connsiteY72" fmla="*/ 336892 h 590770"/>
                <a:gd name="connsiteX73" fmla="*/ 215475 w 591547"/>
                <a:gd name="connsiteY73" fmla="*/ 116864 h 590770"/>
                <a:gd name="connsiteX74" fmla="*/ 223545 w 591547"/>
                <a:gd name="connsiteY74" fmla="*/ 106387 h 590770"/>
                <a:gd name="connsiteX75" fmla="*/ 341370 w 591547"/>
                <a:gd name="connsiteY75" fmla="*/ 75760 h 590770"/>
                <a:gd name="connsiteX76" fmla="*/ 342984 w 591547"/>
                <a:gd name="connsiteY76" fmla="*/ 75760 h 590770"/>
                <a:gd name="connsiteX77" fmla="*/ 345405 w 591547"/>
                <a:gd name="connsiteY77" fmla="*/ 75760 h 590770"/>
                <a:gd name="connsiteX78" fmla="*/ 347020 w 591547"/>
                <a:gd name="connsiteY78" fmla="*/ 75760 h 590770"/>
                <a:gd name="connsiteX79" fmla="*/ 348634 w 591547"/>
                <a:gd name="connsiteY79" fmla="*/ 75760 h 590770"/>
                <a:gd name="connsiteX80" fmla="*/ 387371 w 591547"/>
                <a:gd name="connsiteY80" fmla="*/ 91879 h 590770"/>
                <a:gd name="connsiteX81" fmla="*/ 387371 w 591547"/>
                <a:gd name="connsiteY81" fmla="*/ 62865 h 590770"/>
                <a:gd name="connsiteX82" fmla="*/ 365581 w 591547"/>
                <a:gd name="connsiteY82" fmla="*/ 32238 h 590770"/>
                <a:gd name="connsiteX83" fmla="*/ 397862 w 591547"/>
                <a:gd name="connsiteY83" fmla="*/ 0 h 59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91547" h="590770">
                  <a:moveTo>
                    <a:pt x="86413" y="515758"/>
                  </a:moveTo>
                  <a:lnTo>
                    <a:pt x="171919" y="515758"/>
                  </a:lnTo>
                  <a:lnTo>
                    <a:pt x="171919" y="537523"/>
                  </a:lnTo>
                  <a:lnTo>
                    <a:pt x="86413" y="537523"/>
                  </a:lnTo>
                  <a:close/>
                  <a:moveTo>
                    <a:pt x="86413" y="461733"/>
                  </a:moveTo>
                  <a:lnTo>
                    <a:pt x="171919" y="461733"/>
                  </a:lnTo>
                  <a:lnTo>
                    <a:pt x="171919" y="483498"/>
                  </a:lnTo>
                  <a:lnTo>
                    <a:pt x="86413" y="483498"/>
                  </a:lnTo>
                  <a:close/>
                  <a:moveTo>
                    <a:pt x="86413" y="408616"/>
                  </a:moveTo>
                  <a:lnTo>
                    <a:pt x="171919" y="408616"/>
                  </a:lnTo>
                  <a:lnTo>
                    <a:pt x="171919" y="429474"/>
                  </a:lnTo>
                  <a:lnTo>
                    <a:pt x="86413" y="429474"/>
                  </a:lnTo>
                  <a:close/>
                  <a:moveTo>
                    <a:pt x="204177" y="357041"/>
                  </a:moveTo>
                  <a:lnTo>
                    <a:pt x="204177" y="569815"/>
                  </a:lnTo>
                  <a:lnTo>
                    <a:pt x="333300" y="569815"/>
                  </a:lnTo>
                  <a:lnTo>
                    <a:pt x="333300" y="382026"/>
                  </a:lnTo>
                  <a:close/>
                  <a:moveTo>
                    <a:pt x="183194" y="357041"/>
                  </a:moveTo>
                  <a:lnTo>
                    <a:pt x="75053" y="382026"/>
                  </a:lnTo>
                  <a:lnTo>
                    <a:pt x="75053" y="569815"/>
                  </a:lnTo>
                  <a:lnTo>
                    <a:pt x="183194" y="569815"/>
                  </a:lnTo>
                  <a:close/>
                  <a:moveTo>
                    <a:pt x="247709" y="311838"/>
                  </a:moveTo>
                  <a:lnTo>
                    <a:pt x="322851" y="311838"/>
                  </a:lnTo>
                  <a:lnTo>
                    <a:pt x="322851" y="332826"/>
                  </a:lnTo>
                  <a:lnTo>
                    <a:pt x="247709" y="332826"/>
                  </a:lnTo>
                  <a:close/>
                  <a:moveTo>
                    <a:pt x="247709" y="257944"/>
                  </a:moveTo>
                  <a:lnTo>
                    <a:pt x="322851" y="257944"/>
                  </a:lnTo>
                  <a:lnTo>
                    <a:pt x="322851" y="279580"/>
                  </a:lnTo>
                  <a:lnTo>
                    <a:pt x="247709" y="279580"/>
                  </a:lnTo>
                  <a:close/>
                  <a:moveTo>
                    <a:pt x="247709" y="203919"/>
                  </a:moveTo>
                  <a:lnTo>
                    <a:pt x="322851" y="203919"/>
                  </a:lnTo>
                  <a:lnTo>
                    <a:pt x="322851" y="225684"/>
                  </a:lnTo>
                  <a:lnTo>
                    <a:pt x="247709" y="225684"/>
                  </a:lnTo>
                  <a:close/>
                  <a:moveTo>
                    <a:pt x="247709" y="150672"/>
                  </a:moveTo>
                  <a:lnTo>
                    <a:pt x="322851" y="150672"/>
                  </a:lnTo>
                  <a:lnTo>
                    <a:pt x="322851" y="171660"/>
                  </a:lnTo>
                  <a:lnTo>
                    <a:pt x="247709" y="171660"/>
                  </a:lnTo>
                  <a:close/>
                  <a:moveTo>
                    <a:pt x="355090" y="102357"/>
                  </a:moveTo>
                  <a:lnTo>
                    <a:pt x="355090" y="373160"/>
                  </a:lnTo>
                  <a:lnTo>
                    <a:pt x="355090" y="376384"/>
                  </a:lnTo>
                  <a:lnTo>
                    <a:pt x="355090" y="569815"/>
                  </a:lnTo>
                  <a:lnTo>
                    <a:pt x="484213" y="569815"/>
                  </a:lnTo>
                  <a:lnTo>
                    <a:pt x="484213" y="154744"/>
                  </a:lnTo>
                  <a:close/>
                  <a:moveTo>
                    <a:pt x="333300" y="99939"/>
                  </a:moveTo>
                  <a:lnTo>
                    <a:pt x="236458" y="125730"/>
                  </a:lnTo>
                  <a:lnTo>
                    <a:pt x="236458" y="341728"/>
                  </a:lnTo>
                  <a:lnTo>
                    <a:pt x="333300" y="360265"/>
                  </a:lnTo>
                  <a:close/>
                  <a:moveTo>
                    <a:pt x="397862" y="21761"/>
                  </a:moveTo>
                  <a:cubicBezTo>
                    <a:pt x="392213" y="21761"/>
                    <a:pt x="387371" y="26596"/>
                    <a:pt x="387371" y="32238"/>
                  </a:cubicBezTo>
                  <a:cubicBezTo>
                    <a:pt x="387371" y="37880"/>
                    <a:pt x="392213" y="42716"/>
                    <a:pt x="397862" y="42716"/>
                  </a:cubicBezTo>
                  <a:cubicBezTo>
                    <a:pt x="404318" y="42716"/>
                    <a:pt x="409160" y="37880"/>
                    <a:pt x="409160" y="32238"/>
                  </a:cubicBezTo>
                  <a:cubicBezTo>
                    <a:pt x="409160" y="26596"/>
                    <a:pt x="404318" y="21761"/>
                    <a:pt x="397862" y="21761"/>
                  </a:cubicBezTo>
                  <a:close/>
                  <a:moveTo>
                    <a:pt x="397862" y="0"/>
                  </a:moveTo>
                  <a:cubicBezTo>
                    <a:pt x="415616" y="0"/>
                    <a:pt x="430143" y="14507"/>
                    <a:pt x="430143" y="32238"/>
                  </a:cubicBezTo>
                  <a:cubicBezTo>
                    <a:pt x="430143" y="45940"/>
                    <a:pt x="421266" y="58029"/>
                    <a:pt x="409160" y="62865"/>
                  </a:cubicBezTo>
                  <a:lnTo>
                    <a:pt x="409160" y="100745"/>
                  </a:lnTo>
                  <a:lnTo>
                    <a:pt x="498740" y="137819"/>
                  </a:lnTo>
                  <a:cubicBezTo>
                    <a:pt x="502775" y="139431"/>
                    <a:pt x="506003" y="143461"/>
                    <a:pt x="506003" y="147491"/>
                  </a:cubicBezTo>
                  <a:lnTo>
                    <a:pt x="506003" y="569815"/>
                  </a:lnTo>
                  <a:lnTo>
                    <a:pt x="591547" y="569815"/>
                  </a:lnTo>
                  <a:lnTo>
                    <a:pt x="591547" y="590770"/>
                  </a:lnTo>
                  <a:lnTo>
                    <a:pt x="494705" y="590770"/>
                  </a:lnTo>
                  <a:lnTo>
                    <a:pt x="344598" y="590770"/>
                  </a:lnTo>
                  <a:lnTo>
                    <a:pt x="193685" y="590770"/>
                  </a:lnTo>
                  <a:lnTo>
                    <a:pt x="64562" y="590770"/>
                  </a:lnTo>
                  <a:lnTo>
                    <a:pt x="0" y="590770"/>
                  </a:lnTo>
                  <a:lnTo>
                    <a:pt x="0" y="569815"/>
                  </a:lnTo>
                  <a:lnTo>
                    <a:pt x="54070" y="569815"/>
                  </a:lnTo>
                  <a:lnTo>
                    <a:pt x="54070" y="373160"/>
                  </a:lnTo>
                  <a:cubicBezTo>
                    <a:pt x="54070" y="368324"/>
                    <a:pt x="57298" y="364294"/>
                    <a:pt x="62141" y="362683"/>
                  </a:cubicBezTo>
                  <a:lnTo>
                    <a:pt x="191264" y="333668"/>
                  </a:lnTo>
                  <a:cubicBezTo>
                    <a:pt x="192878" y="332862"/>
                    <a:pt x="194492" y="332862"/>
                    <a:pt x="195299" y="333668"/>
                  </a:cubicBezTo>
                  <a:cubicBezTo>
                    <a:pt x="196106" y="333668"/>
                    <a:pt x="196106" y="333668"/>
                    <a:pt x="196106" y="333668"/>
                  </a:cubicBezTo>
                  <a:lnTo>
                    <a:pt x="215475" y="336892"/>
                  </a:lnTo>
                  <a:lnTo>
                    <a:pt x="215475" y="116864"/>
                  </a:lnTo>
                  <a:cubicBezTo>
                    <a:pt x="215475" y="112028"/>
                    <a:pt x="218703" y="107999"/>
                    <a:pt x="223545" y="106387"/>
                  </a:cubicBezTo>
                  <a:lnTo>
                    <a:pt x="341370" y="75760"/>
                  </a:lnTo>
                  <a:cubicBezTo>
                    <a:pt x="342177" y="75760"/>
                    <a:pt x="342177" y="75760"/>
                    <a:pt x="342984" y="75760"/>
                  </a:cubicBezTo>
                  <a:cubicBezTo>
                    <a:pt x="343791" y="75760"/>
                    <a:pt x="344598" y="74954"/>
                    <a:pt x="345405" y="75760"/>
                  </a:cubicBezTo>
                  <a:cubicBezTo>
                    <a:pt x="346213" y="75760"/>
                    <a:pt x="347020" y="75760"/>
                    <a:pt x="347020" y="75760"/>
                  </a:cubicBezTo>
                  <a:cubicBezTo>
                    <a:pt x="347827" y="75760"/>
                    <a:pt x="347827" y="75760"/>
                    <a:pt x="348634" y="75760"/>
                  </a:cubicBezTo>
                  <a:lnTo>
                    <a:pt x="387371" y="91879"/>
                  </a:lnTo>
                  <a:lnTo>
                    <a:pt x="387371" y="62865"/>
                  </a:lnTo>
                  <a:cubicBezTo>
                    <a:pt x="375265" y="58029"/>
                    <a:pt x="365581" y="45940"/>
                    <a:pt x="365581" y="32238"/>
                  </a:cubicBezTo>
                  <a:cubicBezTo>
                    <a:pt x="365581" y="14507"/>
                    <a:pt x="380107" y="0"/>
                    <a:pt x="39786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a:solidFill>
                  <a:prstClr val="white"/>
                </a:solidFill>
                <a:latin typeface="Arial" panose="020B0604020202020204"/>
                <a:ea typeface="微软雅黑" panose="020B0503020204020204" pitchFamily="34" charset="-122"/>
              </a:endParaRPr>
            </a:p>
          </p:txBody>
        </p:sp>
      </p:grpSp>
      <p:grpSp>
        <p:nvGrpSpPr>
          <p:cNvPr id="43" name="组合 42"/>
          <p:cNvGrpSpPr/>
          <p:nvPr>
            <p:custDataLst>
              <p:tags r:id="rId6"/>
            </p:custDataLst>
          </p:nvPr>
        </p:nvGrpSpPr>
        <p:grpSpPr>
          <a:xfrm>
            <a:off x="3493975" y="1815079"/>
            <a:ext cx="826907" cy="826907"/>
            <a:chOff x="2492372" y="2609850"/>
            <a:chExt cx="1101726" cy="1101726"/>
          </a:xfrm>
        </p:grpSpPr>
        <p:sp>
          <p:nvSpPr>
            <p:cNvPr id="44" name="椭圆 43"/>
            <p:cNvSpPr/>
            <p:nvPr>
              <p:custDataLst>
                <p:tags r:id="rId7"/>
              </p:custDataLst>
            </p:nvPr>
          </p:nvSpPr>
          <p:spPr>
            <a:xfrm>
              <a:off x="2492372" y="2609850"/>
              <a:ext cx="1101726" cy="1101726"/>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a:solidFill>
                  <a:prstClr val="white"/>
                </a:solidFill>
                <a:latin typeface="Arial" panose="020B0604020202020204"/>
                <a:ea typeface="微软雅黑" panose="020B0503020204020204" pitchFamily="34" charset="-122"/>
              </a:endParaRPr>
            </a:p>
          </p:txBody>
        </p:sp>
        <p:sp>
          <p:nvSpPr>
            <p:cNvPr id="45" name="椭圆 44"/>
            <p:cNvSpPr/>
            <p:nvPr>
              <p:custDataLst>
                <p:tags r:id="rId8"/>
              </p:custDataLst>
            </p:nvPr>
          </p:nvSpPr>
          <p:spPr>
            <a:xfrm>
              <a:off x="2630086" y="2747564"/>
              <a:ext cx="826298" cy="82629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a:solidFill>
                  <a:prstClr val="white"/>
                </a:solidFill>
                <a:latin typeface="Arial" panose="020B0604020202020204"/>
                <a:ea typeface="微软雅黑" panose="020B0503020204020204" pitchFamily="34" charset="-122"/>
              </a:endParaRPr>
            </a:p>
          </p:txBody>
        </p:sp>
        <p:sp>
          <p:nvSpPr>
            <p:cNvPr id="46" name="椭圆 9"/>
            <p:cNvSpPr/>
            <p:nvPr>
              <p:custDataLst>
                <p:tags r:id="rId9"/>
              </p:custDataLst>
            </p:nvPr>
          </p:nvSpPr>
          <p:spPr>
            <a:xfrm>
              <a:off x="2848053" y="2946398"/>
              <a:ext cx="390364" cy="428630"/>
            </a:xfrm>
            <a:custGeom>
              <a:avLst/>
              <a:gdLst>
                <a:gd name="connsiteX0" fmla="*/ 407268 w 554291"/>
                <a:gd name="connsiteY0" fmla="*/ 399541 h 608626"/>
                <a:gd name="connsiteX1" fmla="*/ 432963 w 554291"/>
                <a:gd name="connsiteY1" fmla="*/ 425086 h 608626"/>
                <a:gd name="connsiteX2" fmla="*/ 432963 w 554291"/>
                <a:gd name="connsiteY2" fmla="*/ 438328 h 608626"/>
                <a:gd name="connsiteX3" fmla="*/ 446105 w 554291"/>
                <a:gd name="connsiteY3" fmla="*/ 438328 h 608626"/>
                <a:gd name="connsiteX4" fmla="*/ 471800 w 554291"/>
                <a:gd name="connsiteY4" fmla="*/ 463873 h 608626"/>
                <a:gd name="connsiteX5" fmla="*/ 446105 w 554291"/>
                <a:gd name="connsiteY5" fmla="*/ 489536 h 608626"/>
                <a:gd name="connsiteX6" fmla="*/ 432963 w 554291"/>
                <a:gd name="connsiteY6" fmla="*/ 489536 h 608626"/>
                <a:gd name="connsiteX7" fmla="*/ 432963 w 554291"/>
                <a:gd name="connsiteY7" fmla="*/ 502660 h 608626"/>
                <a:gd name="connsiteX8" fmla="*/ 407268 w 554291"/>
                <a:gd name="connsiteY8" fmla="*/ 528323 h 608626"/>
                <a:gd name="connsiteX9" fmla="*/ 381573 w 554291"/>
                <a:gd name="connsiteY9" fmla="*/ 502660 h 608626"/>
                <a:gd name="connsiteX10" fmla="*/ 381573 w 554291"/>
                <a:gd name="connsiteY10" fmla="*/ 489536 h 608626"/>
                <a:gd name="connsiteX11" fmla="*/ 368431 w 554291"/>
                <a:gd name="connsiteY11" fmla="*/ 489536 h 608626"/>
                <a:gd name="connsiteX12" fmla="*/ 342736 w 554291"/>
                <a:gd name="connsiteY12" fmla="*/ 463873 h 608626"/>
                <a:gd name="connsiteX13" fmla="*/ 368431 w 554291"/>
                <a:gd name="connsiteY13" fmla="*/ 438328 h 608626"/>
                <a:gd name="connsiteX14" fmla="*/ 381573 w 554291"/>
                <a:gd name="connsiteY14" fmla="*/ 438328 h 608626"/>
                <a:gd name="connsiteX15" fmla="*/ 381573 w 554291"/>
                <a:gd name="connsiteY15" fmla="*/ 425086 h 608626"/>
                <a:gd name="connsiteX16" fmla="*/ 407268 w 554291"/>
                <a:gd name="connsiteY16" fmla="*/ 399541 h 608626"/>
                <a:gd name="connsiteX17" fmla="*/ 407270 w 554291"/>
                <a:gd name="connsiteY17" fmla="*/ 358185 h 608626"/>
                <a:gd name="connsiteX18" fmla="*/ 301434 w 554291"/>
                <a:gd name="connsiteY18" fmla="*/ 463843 h 608626"/>
                <a:gd name="connsiteX19" fmla="*/ 407270 w 554291"/>
                <a:gd name="connsiteY19" fmla="*/ 569619 h 608626"/>
                <a:gd name="connsiteX20" fmla="*/ 513106 w 554291"/>
                <a:gd name="connsiteY20" fmla="*/ 463843 h 608626"/>
                <a:gd name="connsiteX21" fmla="*/ 407270 w 554291"/>
                <a:gd name="connsiteY21" fmla="*/ 358185 h 608626"/>
                <a:gd name="connsiteX22" fmla="*/ 316218 w 554291"/>
                <a:gd name="connsiteY22" fmla="*/ 170998 h 608626"/>
                <a:gd name="connsiteX23" fmla="*/ 289231 w 554291"/>
                <a:gd name="connsiteY23" fmla="*/ 197940 h 608626"/>
                <a:gd name="connsiteX24" fmla="*/ 316218 w 554291"/>
                <a:gd name="connsiteY24" fmla="*/ 224881 h 608626"/>
                <a:gd name="connsiteX25" fmla="*/ 343205 w 554291"/>
                <a:gd name="connsiteY25" fmla="*/ 197940 h 608626"/>
                <a:gd name="connsiteX26" fmla="*/ 316218 w 554291"/>
                <a:gd name="connsiteY26" fmla="*/ 170998 h 608626"/>
                <a:gd name="connsiteX27" fmla="*/ 111586 w 554291"/>
                <a:gd name="connsiteY27" fmla="*/ 170998 h 608626"/>
                <a:gd name="connsiteX28" fmla="*/ 84599 w 554291"/>
                <a:gd name="connsiteY28" fmla="*/ 197940 h 608626"/>
                <a:gd name="connsiteX29" fmla="*/ 111586 w 554291"/>
                <a:gd name="connsiteY29" fmla="*/ 224881 h 608626"/>
                <a:gd name="connsiteX30" fmla="*/ 138573 w 554291"/>
                <a:gd name="connsiteY30" fmla="*/ 197940 h 608626"/>
                <a:gd name="connsiteX31" fmla="*/ 111586 w 554291"/>
                <a:gd name="connsiteY31" fmla="*/ 170998 h 608626"/>
                <a:gd name="connsiteX32" fmla="*/ 9387 w 554291"/>
                <a:gd name="connsiteY32" fmla="*/ 134568 h 608626"/>
                <a:gd name="connsiteX33" fmla="*/ 418417 w 554291"/>
                <a:gd name="connsiteY33" fmla="*/ 134568 h 608626"/>
                <a:gd name="connsiteX34" fmla="*/ 427804 w 554291"/>
                <a:gd name="connsiteY34" fmla="*/ 143939 h 608626"/>
                <a:gd name="connsiteX35" fmla="*/ 427804 w 554291"/>
                <a:gd name="connsiteY35" fmla="*/ 320349 h 608626"/>
                <a:gd name="connsiteX36" fmla="*/ 554291 w 554291"/>
                <a:gd name="connsiteY36" fmla="*/ 463843 h 608626"/>
                <a:gd name="connsiteX37" fmla="*/ 409382 w 554291"/>
                <a:gd name="connsiteY37" fmla="*/ 608626 h 608626"/>
                <a:gd name="connsiteX38" fmla="*/ 286415 w 554291"/>
                <a:gd name="connsiteY38" fmla="*/ 540452 h 608626"/>
                <a:gd name="connsiteX39" fmla="*/ 46934 w 554291"/>
                <a:gd name="connsiteY39" fmla="*/ 540452 h 608626"/>
                <a:gd name="connsiteX40" fmla="*/ 0 w 554291"/>
                <a:gd name="connsiteY40" fmla="*/ 493596 h 608626"/>
                <a:gd name="connsiteX41" fmla="*/ 0 w 554291"/>
                <a:gd name="connsiteY41" fmla="*/ 143939 h 608626"/>
                <a:gd name="connsiteX42" fmla="*/ 9387 w 554291"/>
                <a:gd name="connsiteY42" fmla="*/ 134568 h 608626"/>
                <a:gd name="connsiteX43" fmla="*/ 211220 w 554291"/>
                <a:gd name="connsiteY43" fmla="*/ 0 h 608626"/>
                <a:gd name="connsiteX44" fmla="*/ 216618 w 554291"/>
                <a:gd name="connsiteY44" fmla="*/ 0 h 608626"/>
                <a:gd name="connsiteX45" fmla="*/ 335962 w 554291"/>
                <a:gd name="connsiteY45" fmla="*/ 118197 h 608626"/>
                <a:gd name="connsiteX46" fmla="*/ 289022 w 554291"/>
                <a:gd name="connsiteY46" fmla="*/ 118197 h 608626"/>
                <a:gd name="connsiteX47" fmla="*/ 216618 w 554291"/>
                <a:gd name="connsiteY47" fmla="*/ 46857 h 608626"/>
                <a:gd name="connsiteX48" fmla="*/ 211220 w 554291"/>
                <a:gd name="connsiteY48" fmla="*/ 46857 h 608626"/>
                <a:gd name="connsiteX49" fmla="*/ 138816 w 554291"/>
                <a:gd name="connsiteY49" fmla="*/ 118197 h 608626"/>
                <a:gd name="connsiteX50" fmla="*/ 91876 w 554291"/>
                <a:gd name="connsiteY50" fmla="*/ 118197 h 608626"/>
                <a:gd name="connsiteX51" fmla="*/ 211220 w 554291"/>
                <a:gd name="connsiteY51" fmla="*/ 0 h 60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54291" h="608626">
                  <a:moveTo>
                    <a:pt x="407268" y="399541"/>
                  </a:moveTo>
                  <a:cubicBezTo>
                    <a:pt x="421465" y="399541"/>
                    <a:pt x="432963" y="410908"/>
                    <a:pt x="432963" y="425086"/>
                  </a:cubicBezTo>
                  <a:lnTo>
                    <a:pt x="432963" y="438328"/>
                  </a:lnTo>
                  <a:lnTo>
                    <a:pt x="446105" y="438328"/>
                  </a:lnTo>
                  <a:cubicBezTo>
                    <a:pt x="460302" y="438328"/>
                    <a:pt x="471800" y="449812"/>
                    <a:pt x="471800" y="463873"/>
                  </a:cubicBezTo>
                  <a:cubicBezTo>
                    <a:pt x="471800" y="478052"/>
                    <a:pt x="460302" y="489536"/>
                    <a:pt x="446105" y="489536"/>
                  </a:cubicBezTo>
                  <a:lnTo>
                    <a:pt x="432963" y="489536"/>
                  </a:lnTo>
                  <a:lnTo>
                    <a:pt x="432963" y="502660"/>
                  </a:lnTo>
                  <a:cubicBezTo>
                    <a:pt x="432963" y="516839"/>
                    <a:pt x="421465" y="528323"/>
                    <a:pt x="407268" y="528323"/>
                  </a:cubicBezTo>
                  <a:cubicBezTo>
                    <a:pt x="393071" y="528323"/>
                    <a:pt x="381573" y="516839"/>
                    <a:pt x="381573" y="502660"/>
                  </a:cubicBezTo>
                  <a:lnTo>
                    <a:pt x="381573" y="489536"/>
                  </a:lnTo>
                  <a:lnTo>
                    <a:pt x="368431" y="489536"/>
                  </a:lnTo>
                  <a:cubicBezTo>
                    <a:pt x="354234" y="489536"/>
                    <a:pt x="342736" y="478052"/>
                    <a:pt x="342736" y="463873"/>
                  </a:cubicBezTo>
                  <a:cubicBezTo>
                    <a:pt x="342736" y="449812"/>
                    <a:pt x="354234" y="438328"/>
                    <a:pt x="368431" y="438328"/>
                  </a:cubicBezTo>
                  <a:lnTo>
                    <a:pt x="381573" y="438328"/>
                  </a:lnTo>
                  <a:lnTo>
                    <a:pt x="381573" y="425086"/>
                  </a:lnTo>
                  <a:cubicBezTo>
                    <a:pt x="381573" y="410908"/>
                    <a:pt x="393071" y="399541"/>
                    <a:pt x="407268" y="399541"/>
                  </a:cubicBezTo>
                  <a:close/>
                  <a:moveTo>
                    <a:pt x="407270" y="358185"/>
                  </a:moveTo>
                  <a:cubicBezTo>
                    <a:pt x="348837" y="358185"/>
                    <a:pt x="301434" y="405509"/>
                    <a:pt x="301434" y="463843"/>
                  </a:cubicBezTo>
                  <a:cubicBezTo>
                    <a:pt x="301434" y="522295"/>
                    <a:pt x="348837" y="569619"/>
                    <a:pt x="407270" y="569619"/>
                  </a:cubicBezTo>
                  <a:cubicBezTo>
                    <a:pt x="465703" y="569619"/>
                    <a:pt x="513106" y="522295"/>
                    <a:pt x="513106" y="463843"/>
                  </a:cubicBezTo>
                  <a:cubicBezTo>
                    <a:pt x="513106" y="405509"/>
                    <a:pt x="465703" y="358185"/>
                    <a:pt x="407270" y="358185"/>
                  </a:cubicBezTo>
                  <a:close/>
                  <a:moveTo>
                    <a:pt x="316218" y="170998"/>
                  </a:moveTo>
                  <a:cubicBezTo>
                    <a:pt x="301317" y="170998"/>
                    <a:pt x="289231" y="183063"/>
                    <a:pt x="289231" y="197940"/>
                  </a:cubicBezTo>
                  <a:cubicBezTo>
                    <a:pt x="289231" y="212816"/>
                    <a:pt x="301317" y="224881"/>
                    <a:pt x="316218" y="224881"/>
                  </a:cubicBezTo>
                  <a:cubicBezTo>
                    <a:pt x="331002" y="224881"/>
                    <a:pt x="343205" y="212816"/>
                    <a:pt x="343205" y="197940"/>
                  </a:cubicBezTo>
                  <a:cubicBezTo>
                    <a:pt x="343205" y="183063"/>
                    <a:pt x="331002" y="170998"/>
                    <a:pt x="316218" y="170998"/>
                  </a:cubicBezTo>
                  <a:close/>
                  <a:moveTo>
                    <a:pt x="111586" y="170998"/>
                  </a:moveTo>
                  <a:cubicBezTo>
                    <a:pt x="96801" y="170998"/>
                    <a:pt x="84599" y="183063"/>
                    <a:pt x="84599" y="197940"/>
                  </a:cubicBezTo>
                  <a:cubicBezTo>
                    <a:pt x="84599" y="212816"/>
                    <a:pt x="96801" y="224881"/>
                    <a:pt x="111586" y="224881"/>
                  </a:cubicBezTo>
                  <a:cubicBezTo>
                    <a:pt x="126487" y="224881"/>
                    <a:pt x="138573" y="212816"/>
                    <a:pt x="138573" y="197940"/>
                  </a:cubicBezTo>
                  <a:cubicBezTo>
                    <a:pt x="138573" y="183063"/>
                    <a:pt x="126487" y="170998"/>
                    <a:pt x="111586" y="170998"/>
                  </a:cubicBezTo>
                  <a:close/>
                  <a:moveTo>
                    <a:pt x="9387" y="134568"/>
                  </a:moveTo>
                  <a:lnTo>
                    <a:pt x="418417" y="134568"/>
                  </a:lnTo>
                  <a:cubicBezTo>
                    <a:pt x="423580" y="134568"/>
                    <a:pt x="427804" y="138785"/>
                    <a:pt x="427804" y="143939"/>
                  </a:cubicBezTo>
                  <a:lnTo>
                    <a:pt x="427804" y="320349"/>
                  </a:lnTo>
                  <a:cubicBezTo>
                    <a:pt x="499026" y="329486"/>
                    <a:pt x="554291" y="390398"/>
                    <a:pt x="554291" y="463843"/>
                  </a:cubicBezTo>
                  <a:cubicBezTo>
                    <a:pt x="554291" y="543731"/>
                    <a:pt x="489287" y="608626"/>
                    <a:pt x="409382" y="608626"/>
                  </a:cubicBezTo>
                  <a:cubicBezTo>
                    <a:pt x="357520" y="608626"/>
                    <a:pt x="311994" y="581333"/>
                    <a:pt x="286415" y="540452"/>
                  </a:cubicBezTo>
                  <a:lnTo>
                    <a:pt x="46934" y="540452"/>
                  </a:lnTo>
                  <a:cubicBezTo>
                    <a:pt x="21003" y="540452"/>
                    <a:pt x="0" y="519484"/>
                    <a:pt x="0" y="493596"/>
                  </a:cubicBezTo>
                  <a:lnTo>
                    <a:pt x="0" y="143939"/>
                  </a:lnTo>
                  <a:cubicBezTo>
                    <a:pt x="0" y="138785"/>
                    <a:pt x="4224" y="134568"/>
                    <a:pt x="9387" y="134568"/>
                  </a:cubicBezTo>
                  <a:close/>
                  <a:moveTo>
                    <a:pt x="211220" y="0"/>
                  </a:moveTo>
                  <a:lnTo>
                    <a:pt x="216618" y="0"/>
                  </a:lnTo>
                  <a:cubicBezTo>
                    <a:pt x="282099" y="0"/>
                    <a:pt x="335493" y="52949"/>
                    <a:pt x="335962" y="118197"/>
                  </a:cubicBezTo>
                  <a:lnTo>
                    <a:pt x="289022" y="118197"/>
                  </a:lnTo>
                  <a:cubicBezTo>
                    <a:pt x="288553" y="78837"/>
                    <a:pt x="256282" y="46857"/>
                    <a:pt x="216618" y="46857"/>
                  </a:cubicBezTo>
                  <a:lnTo>
                    <a:pt x="211220" y="46857"/>
                  </a:lnTo>
                  <a:cubicBezTo>
                    <a:pt x="171556" y="46857"/>
                    <a:pt x="139285" y="78837"/>
                    <a:pt x="138816" y="118197"/>
                  </a:cubicBezTo>
                  <a:lnTo>
                    <a:pt x="91876" y="118197"/>
                  </a:lnTo>
                  <a:cubicBezTo>
                    <a:pt x="92345" y="52949"/>
                    <a:pt x="145739" y="0"/>
                    <a:pt x="21122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a:solidFill>
                  <a:prstClr val="white"/>
                </a:solidFill>
                <a:latin typeface="Arial" panose="020B0604020202020204"/>
                <a:ea typeface="微软雅黑" panose="020B0503020204020204" pitchFamily="34" charset="-122"/>
              </a:endParaRPr>
            </a:p>
          </p:txBody>
        </p:sp>
      </p:grpSp>
      <p:grpSp>
        <p:nvGrpSpPr>
          <p:cNvPr id="35" name="组合 34"/>
          <p:cNvGrpSpPr/>
          <p:nvPr>
            <p:custDataLst>
              <p:tags r:id="rId10"/>
            </p:custDataLst>
          </p:nvPr>
        </p:nvGrpSpPr>
        <p:grpSpPr>
          <a:xfrm>
            <a:off x="4952678" y="1815079"/>
            <a:ext cx="826907" cy="826907"/>
            <a:chOff x="2492372" y="2609850"/>
            <a:chExt cx="1101726" cy="1101726"/>
          </a:xfrm>
        </p:grpSpPr>
        <p:sp>
          <p:nvSpPr>
            <p:cNvPr id="36" name="椭圆 35"/>
            <p:cNvSpPr/>
            <p:nvPr>
              <p:custDataLst>
                <p:tags r:id="rId11"/>
              </p:custDataLst>
            </p:nvPr>
          </p:nvSpPr>
          <p:spPr>
            <a:xfrm>
              <a:off x="2492372" y="2609850"/>
              <a:ext cx="1101726" cy="1101726"/>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a:solidFill>
                  <a:prstClr val="white"/>
                </a:solidFill>
                <a:latin typeface="Arial" panose="020B0604020202020204"/>
                <a:ea typeface="微软雅黑" panose="020B0503020204020204" pitchFamily="34" charset="-122"/>
              </a:endParaRPr>
            </a:p>
          </p:txBody>
        </p:sp>
        <p:sp>
          <p:nvSpPr>
            <p:cNvPr id="37" name="椭圆 36"/>
            <p:cNvSpPr/>
            <p:nvPr>
              <p:custDataLst>
                <p:tags r:id="rId12"/>
              </p:custDataLst>
            </p:nvPr>
          </p:nvSpPr>
          <p:spPr>
            <a:xfrm>
              <a:off x="2630086" y="2747564"/>
              <a:ext cx="826298" cy="82629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a:solidFill>
                  <a:prstClr val="white"/>
                </a:solidFill>
                <a:latin typeface="Arial" panose="020B0604020202020204"/>
                <a:ea typeface="微软雅黑" panose="020B0503020204020204" pitchFamily="34" charset="-122"/>
              </a:endParaRPr>
            </a:p>
          </p:txBody>
        </p:sp>
        <p:sp>
          <p:nvSpPr>
            <p:cNvPr id="38" name="椭圆 14"/>
            <p:cNvSpPr/>
            <p:nvPr>
              <p:custDataLst>
                <p:tags r:id="rId13"/>
              </p:custDataLst>
            </p:nvPr>
          </p:nvSpPr>
          <p:spPr>
            <a:xfrm>
              <a:off x="2828920" y="2946714"/>
              <a:ext cx="428630" cy="427997"/>
            </a:xfrm>
            <a:custGeom>
              <a:avLst/>
              <a:gdLst>
                <a:gd name="connsiteX0" fmla="*/ 414666 w 606487"/>
                <a:gd name="connsiteY0" fmla="*/ 244368 h 605592"/>
                <a:gd name="connsiteX1" fmla="*/ 440469 w 606487"/>
                <a:gd name="connsiteY1" fmla="*/ 270042 h 605592"/>
                <a:gd name="connsiteX2" fmla="*/ 440469 w 606487"/>
                <a:gd name="connsiteY2" fmla="*/ 381912 h 605592"/>
                <a:gd name="connsiteX3" fmla="*/ 414666 w 606487"/>
                <a:gd name="connsiteY3" fmla="*/ 407586 h 605592"/>
                <a:gd name="connsiteX4" fmla="*/ 388956 w 606487"/>
                <a:gd name="connsiteY4" fmla="*/ 381912 h 605592"/>
                <a:gd name="connsiteX5" fmla="*/ 388956 w 606487"/>
                <a:gd name="connsiteY5" fmla="*/ 270042 h 605592"/>
                <a:gd name="connsiteX6" fmla="*/ 414666 w 606487"/>
                <a:gd name="connsiteY6" fmla="*/ 244368 h 605592"/>
                <a:gd name="connsiteX7" fmla="*/ 302702 w 606487"/>
                <a:gd name="connsiteY7" fmla="*/ 167240 h 605592"/>
                <a:gd name="connsiteX8" fmla="*/ 328412 w 606487"/>
                <a:gd name="connsiteY8" fmla="*/ 192915 h 605592"/>
                <a:gd name="connsiteX9" fmla="*/ 328412 w 606487"/>
                <a:gd name="connsiteY9" fmla="*/ 381911 h 605592"/>
                <a:gd name="connsiteX10" fmla="*/ 302702 w 606487"/>
                <a:gd name="connsiteY10" fmla="*/ 407586 h 605592"/>
                <a:gd name="connsiteX11" fmla="*/ 276899 w 606487"/>
                <a:gd name="connsiteY11" fmla="*/ 381911 h 605592"/>
                <a:gd name="connsiteX12" fmla="*/ 276899 w 606487"/>
                <a:gd name="connsiteY12" fmla="*/ 192915 h 605592"/>
                <a:gd name="connsiteX13" fmla="*/ 302702 w 606487"/>
                <a:gd name="connsiteY13" fmla="*/ 167240 h 605592"/>
                <a:gd name="connsiteX14" fmla="*/ 190632 w 606487"/>
                <a:gd name="connsiteY14" fmla="*/ 107965 h 605592"/>
                <a:gd name="connsiteX15" fmla="*/ 216353 w 606487"/>
                <a:gd name="connsiteY15" fmla="*/ 133737 h 605592"/>
                <a:gd name="connsiteX16" fmla="*/ 216353 w 606487"/>
                <a:gd name="connsiteY16" fmla="*/ 381907 h 605592"/>
                <a:gd name="connsiteX17" fmla="*/ 190632 w 606487"/>
                <a:gd name="connsiteY17" fmla="*/ 407586 h 605592"/>
                <a:gd name="connsiteX18" fmla="*/ 164911 w 606487"/>
                <a:gd name="connsiteY18" fmla="*/ 381907 h 605592"/>
                <a:gd name="connsiteX19" fmla="*/ 164911 w 606487"/>
                <a:gd name="connsiteY19" fmla="*/ 133737 h 605592"/>
                <a:gd name="connsiteX20" fmla="*/ 190632 w 606487"/>
                <a:gd name="connsiteY20" fmla="*/ 107965 h 605592"/>
                <a:gd name="connsiteX21" fmla="*/ 86256 w 606487"/>
                <a:gd name="connsiteY21" fmla="*/ 51447 h 605592"/>
                <a:gd name="connsiteX22" fmla="*/ 86256 w 606487"/>
                <a:gd name="connsiteY22" fmla="*/ 464229 h 605592"/>
                <a:gd name="connsiteX23" fmla="*/ 517724 w 606487"/>
                <a:gd name="connsiteY23" fmla="*/ 464229 h 605592"/>
                <a:gd name="connsiteX24" fmla="*/ 517724 w 606487"/>
                <a:gd name="connsiteY24" fmla="*/ 51447 h 605592"/>
                <a:gd name="connsiteX25" fmla="*/ 25719 w 606487"/>
                <a:gd name="connsiteY25" fmla="*/ 0 h 605592"/>
                <a:gd name="connsiteX26" fmla="*/ 580861 w 606487"/>
                <a:gd name="connsiteY26" fmla="*/ 0 h 605592"/>
                <a:gd name="connsiteX27" fmla="*/ 606487 w 606487"/>
                <a:gd name="connsiteY27" fmla="*/ 25677 h 605592"/>
                <a:gd name="connsiteX28" fmla="*/ 579468 w 606487"/>
                <a:gd name="connsiteY28" fmla="*/ 51447 h 605592"/>
                <a:gd name="connsiteX29" fmla="*/ 569162 w 606487"/>
                <a:gd name="connsiteY29" fmla="*/ 51447 h 605592"/>
                <a:gd name="connsiteX30" fmla="*/ 569162 w 606487"/>
                <a:gd name="connsiteY30" fmla="*/ 488608 h 605592"/>
                <a:gd name="connsiteX31" fmla="*/ 543443 w 606487"/>
                <a:gd name="connsiteY31" fmla="*/ 514285 h 605592"/>
                <a:gd name="connsiteX32" fmla="*/ 476499 w 606487"/>
                <a:gd name="connsiteY32" fmla="*/ 514285 h 605592"/>
                <a:gd name="connsiteX33" fmla="*/ 476499 w 606487"/>
                <a:gd name="connsiteY33" fmla="*/ 579915 h 605592"/>
                <a:gd name="connsiteX34" fmla="*/ 450687 w 606487"/>
                <a:gd name="connsiteY34" fmla="*/ 605592 h 605592"/>
                <a:gd name="connsiteX35" fmla="*/ 424968 w 606487"/>
                <a:gd name="connsiteY35" fmla="*/ 579915 h 605592"/>
                <a:gd name="connsiteX36" fmla="*/ 424968 w 606487"/>
                <a:gd name="connsiteY36" fmla="*/ 514285 h 605592"/>
                <a:gd name="connsiteX37" fmla="*/ 180219 w 606487"/>
                <a:gd name="connsiteY37" fmla="*/ 514285 h 605592"/>
                <a:gd name="connsiteX38" fmla="*/ 180219 w 606487"/>
                <a:gd name="connsiteY38" fmla="*/ 579915 h 605592"/>
                <a:gd name="connsiteX39" fmla="*/ 154500 w 606487"/>
                <a:gd name="connsiteY39" fmla="*/ 605592 h 605592"/>
                <a:gd name="connsiteX40" fmla="*/ 128688 w 606487"/>
                <a:gd name="connsiteY40" fmla="*/ 579915 h 605592"/>
                <a:gd name="connsiteX41" fmla="*/ 128688 w 606487"/>
                <a:gd name="connsiteY41" fmla="*/ 514285 h 605592"/>
                <a:gd name="connsiteX42" fmla="*/ 61744 w 606487"/>
                <a:gd name="connsiteY42" fmla="*/ 514285 h 605592"/>
                <a:gd name="connsiteX43" fmla="*/ 36025 w 606487"/>
                <a:gd name="connsiteY43" fmla="*/ 488608 h 605592"/>
                <a:gd name="connsiteX44" fmla="*/ 36025 w 606487"/>
                <a:gd name="connsiteY44" fmla="*/ 51447 h 605592"/>
                <a:gd name="connsiteX45" fmla="*/ 25719 w 606487"/>
                <a:gd name="connsiteY45" fmla="*/ 51447 h 605592"/>
                <a:gd name="connsiteX46" fmla="*/ 0 w 606487"/>
                <a:gd name="connsiteY46" fmla="*/ 25677 h 605592"/>
                <a:gd name="connsiteX47" fmla="*/ 25719 w 606487"/>
                <a:gd name="connsiteY47"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6487" h="605592">
                  <a:moveTo>
                    <a:pt x="414666" y="244368"/>
                  </a:moveTo>
                  <a:cubicBezTo>
                    <a:pt x="428774" y="244368"/>
                    <a:pt x="440469" y="255954"/>
                    <a:pt x="440469" y="270042"/>
                  </a:cubicBezTo>
                  <a:lnTo>
                    <a:pt x="440469" y="381912"/>
                  </a:lnTo>
                  <a:cubicBezTo>
                    <a:pt x="439170" y="396000"/>
                    <a:pt x="428774" y="407586"/>
                    <a:pt x="414666" y="407586"/>
                  </a:cubicBezTo>
                  <a:cubicBezTo>
                    <a:pt x="400465" y="407586"/>
                    <a:pt x="388956" y="396000"/>
                    <a:pt x="388956" y="381912"/>
                  </a:cubicBezTo>
                  <a:lnTo>
                    <a:pt x="388956" y="270042"/>
                  </a:lnTo>
                  <a:cubicBezTo>
                    <a:pt x="388956" y="255954"/>
                    <a:pt x="400558" y="244368"/>
                    <a:pt x="414666" y="244368"/>
                  </a:cubicBezTo>
                  <a:close/>
                  <a:moveTo>
                    <a:pt x="302702" y="167240"/>
                  </a:moveTo>
                  <a:cubicBezTo>
                    <a:pt x="316810" y="167240"/>
                    <a:pt x="328412" y="178826"/>
                    <a:pt x="328412" y="192915"/>
                  </a:cubicBezTo>
                  <a:lnTo>
                    <a:pt x="328412" y="381911"/>
                  </a:lnTo>
                  <a:cubicBezTo>
                    <a:pt x="328412" y="396000"/>
                    <a:pt x="316810" y="407586"/>
                    <a:pt x="302702" y="407586"/>
                  </a:cubicBezTo>
                  <a:cubicBezTo>
                    <a:pt x="288408" y="407586"/>
                    <a:pt x="276899" y="396000"/>
                    <a:pt x="276899" y="381911"/>
                  </a:cubicBezTo>
                  <a:lnTo>
                    <a:pt x="276899" y="192915"/>
                  </a:lnTo>
                  <a:cubicBezTo>
                    <a:pt x="276899" y="178826"/>
                    <a:pt x="288594" y="167240"/>
                    <a:pt x="302702" y="167240"/>
                  </a:cubicBezTo>
                  <a:close/>
                  <a:moveTo>
                    <a:pt x="190632" y="107965"/>
                  </a:moveTo>
                  <a:cubicBezTo>
                    <a:pt x="204746" y="107965"/>
                    <a:pt x="216353" y="119646"/>
                    <a:pt x="216353" y="133737"/>
                  </a:cubicBezTo>
                  <a:lnTo>
                    <a:pt x="216353" y="381907"/>
                  </a:lnTo>
                  <a:cubicBezTo>
                    <a:pt x="216353" y="395998"/>
                    <a:pt x="204746" y="407586"/>
                    <a:pt x="190632" y="407586"/>
                  </a:cubicBezTo>
                  <a:cubicBezTo>
                    <a:pt x="176425" y="407586"/>
                    <a:pt x="164911" y="395998"/>
                    <a:pt x="164911" y="381907"/>
                  </a:cubicBezTo>
                  <a:lnTo>
                    <a:pt x="164911" y="133737"/>
                  </a:lnTo>
                  <a:cubicBezTo>
                    <a:pt x="164911" y="119646"/>
                    <a:pt x="176518" y="107965"/>
                    <a:pt x="190632" y="107965"/>
                  </a:cubicBezTo>
                  <a:close/>
                  <a:moveTo>
                    <a:pt x="86256" y="51447"/>
                  </a:moveTo>
                  <a:lnTo>
                    <a:pt x="86256" y="464229"/>
                  </a:lnTo>
                  <a:lnTo>
                    <a:pt x="517724" y="464229"/>
                  </a:lnTo>
                  <a:lnTo>
                    <a:pt x="517724" y="51447"/>
                  </a:lnTo>
                  <a:close/>
                  <a:moveTo>
                    <a:pt x="25719" y="0"/>
                  </a:moveTo>
                  <a:lnTo>
                    <a:pt x="580861" y="0"/>
                  </a:lnTo>
                  <a:cubicBezTo>
                    <a:pt x="594974" y="0"/>
                    <a:pt x="606580" y="11587"/>
                    <a:pt x="606487" y="25677"/>
                  </a:cubicBezTo>
                  <a:cubicBezTo>
                    <a:pt x="606487" y="39767"/>
                    <a:pt x="593581" y="51447"/>
                    <a:pt x="579468" y="51447"/>
                  </a:cubicBezTo>
                  <a:lnTo>
                    <a:pt x="569162" y="51447"/>
                  </a:lnTo>
                  <a:lnTo>
                    <a:pt x="569162" y="488608"/>
                  </a:lnTo>
                  <a:cubicBezTo>
                    <a:pt x="569162" y="503996"/>
                    <a:pt x="557556" y="514285"/>
                    <a:pt x="543443" y="514285"/>
                  </a:cubicBezTo>
                  <a:lnTo>
                    <a:pt x="476499" y="514285"/>
                  </a:lnTo>
                  <a:lnTo>
                    <a:pt x="476499" y="579915"/>
                  </a:lnTo>
                  <a:cubicBezTo>
                    <a:pt x="476499" y="594005"/>
                    <a:pt x="464800" y="605592"/>
                    <a:pt x="450687" y="605592"/>
                  </a:cubicBezTo>
                  <a:cubicBezTo>
                    <a:pt x="436574" y="605592"/>
                    <a:pt x="424968" y="594005"/>
                    <a:pt x="424968" y="579915"/>
                  </a:cubicBezTo>
                  <a:lnTo>
                    <a:pt x="424968" y="514285"/>
                  </a:lnTo>
                  <a:lnTo>
                    <a:pt x="180219" y="514285"/>
                  </a:lnTo>
                  <a:lnTo>
                    <a:pt x="180219" y="579915"/>
                  </a:lnTo>
                  <a:cubicBezTo>
                    <a:pt x="180219" y="594005"/>
                    <a:pt x="168613" y="605592"/>
                    <a:pt x="154500" y="605592"/>
                  </a:cubicBezTo>
                  <a:cubicBezTo>
                    <a:pt x="140387" y="605592"/>
                    <a:pt x="128688" y="594005"/>
                    <a:pt x="128688" y="579915"/>
                  </a:cubicBezTo>
                  <a:lnTo>
                    <a:pt x="128688" y="514285"/>
                  </a:lnTo>
                  <a:lnTo>
                    <a:pt x="61744" y="514285"/>
                  </a:lnTo>
                  <a:cubicBezTo>
                    <a:pt x="47631" y="514285"/>
                    <a:pt x="36025" y="502698"/>
                    <a:pt x="36025" y="488608"/>
                  </a:cubicBezTo>
                  <a:lnTo>
                    <a:pt x="36025" y="51447"/>
                  </a:lnTo>
                  <a:lnTo>
                    <a:pt x="25719" y="51447"/>
                  </a:lnTo>
                  <a:cubicBezTo>
                    <a:pt x="11606" y="51447"/>
                    <a:pt x="0" y="39767"/>
                    <a:pt x="0" y="25677"/>
                  </a:cubicBezTo>
                  <a:cubicBezTo>
                    <a:pt x="0" y="11587"/>
                    <a:pt x="11606" y="0"/>
                    <a:pt x="257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a:solidFill>
                  <a:prstClr val="white"/>
                </a:solidFill>
                <a:latin typeface="Arial" panose="020B0604020202020204"/>
                <a:ea typeface="微软雅黑" panose="020B0503020204020204" pitchFamily="34" charset="-122"/>
              </a:endParaRPr>
            </a:p>
          </p:txBody>
        </p:sp>
      </p:grpSp>
      <p:grpSp>
        <p:nvGrpSpPr>
          <p:cNvPr id="51" name="组合 50"/>
          <p:cNvGrpSpPr/>
          <p:nvPr>
            <p:custDataLst>
              <p:tags r:id="rId14"/>
            </p:custDataLst>
          </p:nvPr>
        </p:nvGrpSpPr>
        <p:grpSpPr>
          <a:xfrm>
            <a:off x="6411380" y="1815079"/>
            <a:ext cx="826907" cy="826907"/>
            <a:chOff x="2492372" y="2609850"/>
            <a:chExt cx="1101726" cy="1101726"/>
          </a:xfrm>
        </p:grpSpPr>
        <p:sp>
          <p:nvSpPr>
            <p:cNvPr id="52" name="椭圆 51"/>
            <p:cNvSpPr/>
            <p:nvPr>
              <p:custDataLst>
                <p:tags r:id="rId15"/>
              </p:custDataLst>
            </p:nvPr>
          </p:nvSpPr>
          <p:spPr>
            <a:xfrm>
              <a:off x="2492372" y="2609850"/>
              <a:ext cx="1101726" cy="1101726"/>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a:solidFill>
                  <a:prstClr val="white"/>
                </a:solidFill>
                <a:latin typeface="Arial" panose="020B0604020202020204"/>
                <a:ea typeface="微软雅黑" panose="020B0503020204020204" pitchFamily="34" charset="-122"/>
              </a:endParaRPr>
            </a:p>
          </p:txBody>
        </p:sp>
        <p:sp>
          <p:nvSpPr>
            <p:cNvPr id="53" name="椭圆 52"/>
            <p:cNvSpPr/>
            <p:nvPr>
              <p:custDataLst>
                <p:tags r:id="rId16"/>
              </p:custDataLst>
            </p:nvPr>
          </p:nvSpPr>
          <p:spPr>
            <a:xfrm>
              <a:off x="2630086" y="2747564"/>
              <a:ext cx="826298" cy="82629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a:solidFill>
                  <a:prstClr val="white"/>
                </a:solidFill>
                <a:latin typeface="Arial" panose="020B0604020202020204"/>
                <a:ea typeface="微软雅黑" panose="020B0503020204020204" pitchFamily="34" charset="-122"/>
              </a:endParaRPr>
            </a:p>
          </p:txBody>
        </p:sp>
        <p:sp>
          <p:nvSpPr>
            <p:cNvPr id="54" name="椭圆 18"/>
            <p:cNvSpPr/>
            <p:nvPr>
              <p:custDataLst>
                <p:tags r:id="rId17"/>
              </p:custDataLst>
            </p:nvPr>
          </p:nvSpPr>
          <p:spPr>
            <a:xfrm>
              <a:off x="2828920" y="2946800"/>
              <a:ext cx="428630" cy="427825"/>
            </a:xfrm>
            <a:custGeom>
              <a:avLst/>
              <a:gdLst>
                <a:gd name="connsiteX0" fmla="*/ 278663 w 601358"/>
                <a:gd name="connsiteY0" fmla="*/ 227291 h 600230"/>
                <a:gd name="connsiteX1" fmla="*/ 321097 w 601358"/>
                <a:gd name="connsiteY1" fmla="*/ 237836 h 600230"/>
                <a:gd name="connsiteX2" fmla="*/ 278077 w 601358"/>
                <a:gd name="connsiteY2" fmla="*/ 280600 h 600230"/>
                <a:gd name="connsiteX3" fmla="*/ 237207 w 601358"/>
                <a:gd name="connsiteY3" fmla="*/ 321998 h 600230"/>
                <a:gd name="connsiteX4" fmla="*/ 278663 w 601358"/>
                <a:gd name="connsiteY4" fmla="*/ 363591 h 600230"/>
                <a:gd name="connsiteX5" fmla="*/ 320119 w 601358"/>
                <a:gd name="connsiteY5" fmla="*/ 322779 h 600230"/>
                <a:gd name="connsiteX6" fmla="*/ 363139 w 601358"/>
                <a:gd name="connsiteY6" fmla="*/ 279819 h 600230"/>
                <a:gd name="connsiteX7" fmla="*/ 373503 w 601358"/>
                <a:gd name="connsiteY7" fmla="*/ 321998 h 600230"/>
                <a:gd name="connsiteX8" fmla="*/ 278663 w 601358"/>
                <a:gd name="connsiteY8" fmla="*/ 416900 h 600230"/>
                <a:gd name="connsiteX9" fmla="*/ 183823 w 601358"/>
                <a:gd name="connsiteY9" fmla="*/ 321998 h 600230"/>
                <a:gd name="connsiteX10" fmla="*/ 278663 w 601358"/>
                <a:gd name="connsiteY10" fmla="*/ 227291 h 600230"/>
                <a:gd name="connsiteX11" fmla="*/ 278663 w 601358"/>
                <a:gd name="connsiteY11" fmla="*/ 135486 h 600230"/>
                <a:gd name="connsiteX12" fmla="*/ 387996 w 601358"/>
                <a:gd name="connsiteY12" fmla="*/ 171031 h 600230"/>
                <a:gd name="connsiteX13" fmla="*/ 349466 w 601358"/>
                <a:gd name="connsiteY13" fmla="*/ 209310 h 600230"/>
                <a:gd name="connsiteX14" fmla="*/ 278663 w 601358"/>
                <a:gd name="connsiteY14" fmla="*/ 188803 h 600230"/>
                <a:gd name="connsiteX15" fmla="*/ 145271 w 601358"/>
                <a:gd name="connsiteY15" fmla="*/ 321999 h 600230"/>
                <a:gd name="connsiteX16" fmla="*/ 278663 w 601358"/>
                <a:gd name="connsiteY16" fmla="*/ 455390 h 600230"/>
                <a:gd name="connsiteX17" fmla="*/ 412249 w 601358"/>
                <a:gd name="connsiteY17" fmla="*/ 321999 h 600230"/>
                <a:gd name="connsiteX18" fmla="*/ 391517 w 601358"/>
                <a:gd name="connsiteY18" fmla="*/ 251300 h 600230"/>
                <a:gd name="connsiteX19" fmla="*/ 430048 w 601358"/>
                <a:gd name="connsiteY19" fmla="*/ 213021 h 600230"/>
                <a:gd name="connsiteX20" fmla="*/ 465449 w 601358"/>
                <a:gd name="connsiteY20" fmla="*/ 321999 h 600230"/>
                <a:gd name="connsiteX21" fmla="*/ 278663 w 601358"/>
                <a:gd name="connsiteY21" fmla="*/ 508707 h 600230"/>
                <a:gd name="connsiteX22" fmla="*/ 91876 w 601358"/>
                <a:gd name="connsiteY22" fmla="*/ 321999 h 600230"/>
                <a:gd name="connsiteX23" fmla="*/ 278663 w 601358"/>
                <a:gd name="connsiteY23" fmla="*/ 135486 h 600230"/>
                <a:gd name="connsiteX24" fmla="*/ 278671 w 601358"/>
                <a:gd name="connsiteY24" fmla="*/ 43751 h 600230"/>
                <a:gd name="connsiteX25" fmla="*/ 453500 w 601358"/>
                <a:gd name="connsiteY25" fmla="*/ 105647 h 600230"/>
                <a:gd name="connsiteX26" fmla="*/ 415366 w 601358"/>
                <a:gd name="connsiteY26" fmla="*/ 143527 h 600230"/>
                <a:gd name="connsiteX27" fmla="*/ 278671 w 601358"/>
                <a:gd name="connsiteY27" fmla="*/ 97056 h 600230"/>
                <a:gd name="connsiteX28" fmla="*/ 53387 w 601358"/>
                <a:gd name="connsiteY28" fmla="*/ 321991 h 600230"/>
                <a:gd name="connsiteX29" fmla="*/ 278671 w 601358"/>
                <a:gd name="connsiteY29" fmla="*/ 547120 h 600230"/>
                <a:gd name="connsiteX30" fmla="*/ 504150 w 601358"/>
                <a:gd name="connsiteY30" fmla="*/ 321991 h 600230"/>
                <a:gd name="connsiteX31" fmla="*/ 457411 w 601358"/>
                <a:gd name="connsiteY31" fmla="*/ 185507 h 600230"/>
                <a:gd name="connsiteX32" fmla="*/ 495545 w 601358"/>
                <a:gd name="connsiteY32" fmla="*/ 147627 h 600230"/>
                <a:gd name="connsiteX33" fmla="*/ 557537 w 601358"/>
                <a:gd name="connsiteY33" fmla="*/ 321991 h 600230"/>
                <a:gd name="connsiteX34" fmla="*/ 278671 w 601358"/>
                <a:gd name="connsiteY34" fmla="*/ 600230 h 600230"/>
                <a:gd name="connsiteX35" fmla="*/ 0 w 601358"/>
                <a:gd name="connsiteY35" fmla="*/ 321991 h 600230"/>
                <a:gd name="connsiteX36" fmla="*/ 278671 w 601358"/>
                <a:gd name="connsiteY36" fmla="*/ 43751 h 600230"/>
                <a:gd name="connsiteX37" fmla="*/ 531345 w 601358"/>
                <a:gd name="connsiteY37" fmla="*/ 0 h 600230"/>
                <a:gd name="connsiteX38" fmla="*/ 549142 w 601358"/>
                <a:gd name="connsiteY38" fmla="*/ 17770 h 600230"/>
                <a:gd name="connsiteX39" fmla="*/ 549142 w 601358"/>
                <a:gd name="connsiteY39" fmla="*/ 52138 h 600230"/>
                <a:gd name="connsiteX40" fmla="*/ 583562 w 601358"/>
                <a:gd name="connsiteY40" fmla="*/ 52138 h 600230"/>
                <a:gd name="connsiteX41" fmla="*/ 601358 w 601358"/>
                <a:gd name="connsiteY41" fmla="*/ 69907 h 600230"/>
                <a:gd name="connsiteX42" fmla="*/ 583562 w 601358"/>
                <a:gd name="connsiteY42" fmla="*/ 87677 h 600230"/>
                <a:gd name="connsiteX43" fmla="*/ 538777 w 601358"/>
                <a:gd name="connsiteY43" fmla="*/ 87677 h 600230"/>
                <a:gd name="connsiteX44" fmla="*/ 522936 w 601358"/>
                <a:gd name="connsiteY44" fmla="*/ 103299 h 600230"/>
                <a:gd name="connsiteX45" fmla="*/ 531150 w 601358"/>
                <a:gd name="connsiteY45" fmla="*/ 103299 h 600230"/>
                <a:gd name="connsiteX46" fmla="*/ 548946 w 601358"/>
                <a:gd name="connsiteY46" fmla="*/ 121069 h 600230"/>
                <a:gd name="connsiteX47" fmla="*/ 531150 w 601358"/>
                <a:gd name="connsiteY47" fmla="*/ 138838 h 600230"/>
                <a:gd name="connsiteX48" fmla="*/ 487343 w 601358"/>
                <a:gd name="connsiteY48" fmla="*/ 138838 h 600230"/>
                <a:gd name="connsiteX49" fmla="*/ 291385 w 601358"/>
                <a:gd name="connsiteY49" fmla="*/ 334696 h 600230"/>
                <a:gd name="connsiteX50" fmla="*/ 278673 w 601358"/>
                <a:gd name="connsiteY50" fmla="*/ 339773 h 600230"/>
                <a:gd name="connsiteX51" fmla="*/ 266157 w 601358"/>
                <a:gd name="connsiteY51" fmla="*/ 334696 h 600230"/>
                <a:gd name="connsiteX52" fmla="*/ 266157 w 601358"/>
                <a:gd name="connsiteY52" fmla="*/ 309506 h 600230"/>
                <a:gd name="connsiteX53" fmla="*/ 461332 w 601358"/>
                <a:gd name="connsiteY53" fmla="*/ 114625 h 600230"/>
                <a:gd name="connsiteX54" fmla="*/ 461332 w 601358"/>
                <a:gd name="connsiteY54" fmla="*/ 69126 h 600230"/>
                <a:gd name="connsiteX55" fmla="*/ 479129 w 601358"/>
                <a:gd name="connsiteY55" fmla="*/ 51356 h 600230"/>
                <a:gd name="connsiteX56" fmla="*/ 496926 w 601358"/>
                <a:gd name="connsiteY56" fmla="*/ 69126 h 600230"/>
                <a:gd name="connsiteX57" fmla="*/ 496926 w 601358"/>
                <a:gd name="connsiteY57" fmla="*/ 79085 h 600230"/>
                <a:gd name="connsiteX58" fmla="*/ 513549 w 601358"/>
                <a:gd name="connsiteY58" fmla="*/ 62487 h 600230"/>
                <a:gd name="connsiteX59" fmla="*/ 513549 w 601358"/>
                <a:gd name="connsiteY59" fmla="*/ 17770 h 600230"/>
                <a:gd name="connsiteX60" fmla="*/ 531345 w 601358"/>
                <a:gd name="connsiteY60" fmla="*/ 0 h 600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1358" h="600230">
                  <a:moveTo>
                    <a:pt x="278663" y="227291"/>
                  </a:moveTo>
                  <a:cubicBezTo>
                    <a:pt x="293916" y="227291"/>
                    <a:pt x="308191" y="231392"/>
                    <a:pt x="321097" y="237836"/>
                  </a:cubicBezTo>
                  <a:lnTo>
                    <a:pt x="278077" y="280600"/>
                  </a:lnTo>
                  <a:cubicBezTo>
                    <a:pt x="255393" y="280991"/>
                    <a:pt x="237207" y="299346"/>
                    <a:pt x="237207" y="321998"/>
                  </a:cubicBezTo>
                  <a:cubicBezTo>
                    <a:pt x="237207" y="344845"/>
                    <a:pt x="255784" y="363591"/>
                    <a:pt x="278663" y="363591"/>
                  </a:cubicBezTo>
                  <a:cubicBezTo>
                    <a:pt x="301347" y="363591"/>
                    <a:pt x="319728" y="345235"/>
                    <a:pt x="320119" y="322779"/>
                  </a:cubicBezTo>
                  <a:lnTo>
                    <a:pt x="363139" y="279819"/>
                  </a:lnTo>
                  <a:cubicBezTo>
                    <a:pt x="369592" y="292512"/>
                    <a:pt x="373503" y="306767"/>
                    <a:pt x="373503" y="321998"/>
                  </a:cubicBezTo>
                  <a:cubicBezTo>
                    <a:pt x="373503" y="374331"/>
                    <a:pt x="331070" y="416900"/>
                    <a:pt x="278663" y="416900"/>
                  </a:cubicBezTo>
                  <a:cubicBezTo>
                    <a:pt x="226452" y="416900"/>
                    <a:pt x="183823" y="374331"/>
                    <a:pt x="183823" y="321998"/>
                  </a:cubicBezTo>
                  <a:cubicBezTo>
                    <a:pt x="183823" y="269860"/>
                    <a:pt x="226452" y="227291"/>
                    <a:pt x="278663" y="227291"/>
                  </a:cubicBezTo>
                  <a:close/>
                  <a:moveTo>
                    <a:pt x="278663" y="135486"/>
                  </a:moveTo>
                  <a:cubicBezTo>
                    <a:pt x="319541" y="135486"/>
                    <a:pt x="357094" y="148766"/>
                    <a:pt x="387996" y="171031"/>
                  </a:cubicBezTo>
                  <a:lnTo>
                    <a:pt x="349466" y="209310"/>
                  </a:lnTo>
                  <a:cubicBezTo>
                    <a:pt x="328929" y="196420"/>
                    <a:pt x="304676" y="188803"/>
                    <a:pt x="278663" y="188803"/>
                  </a:cubicBezTo>
                  <a:cubicBezTo>
                    <a:pt x="205121" y="188803"/>
                    <a:pt x="145271" y="248566"/>
                    <a:pt x="145271" y="321999"/>
                  </a:cubicBezTo>
                  <a:cubicBezTo>
                    <a:pt x="145271" y="395432"/>
                    <a:pt x="205121" y="455390"/>
                    <a:pt x="278663" y="455390"/>
                  </a:cubicBezTo>
                  <a:cubicBezTo>
                    <a:pt x="352204" y="455390"/>
                    <a:pt x="412249" y="395627"/>
                    <a:pt x="412249" y="321999"/>
                  </a:cubicBezTo>
                  <a:cubicBezTo>
                    <a:pt x="412249" y="296024"/>
                    <a:pt x="404621" y="271806"/>
                    <a:pt x="391517" y="251300"/>
                  </a:cubicBezTo>
                  <a:lnTo>
                    <a:pt x="430048" y="213021"/>
                  </a:lnTo>
                  <a:cubicBezTo>
                    <a:pt x="452345" y="243683"/>
                    <a:pt x="465449" y="281376"/>
                    <a:pt x="465449" y="321999"/>
                  </a:cubicBezTo>
                  <a:cubicBezTo>
                    <a:pt x="465449" y="424923"/>
                    <a:pt x="381738" y="508707"/>
                    <a:pt x="278663" y="508707"/>
                  </a:cubicBezTo>
                  <a:cubicBezTo>
                    <a:pt x="175587" y="508707"/>
                    <a:pt x="91876" y="424923"/>
                    <a:pt x="91876" y="321999"/>
                  </a:cubicBezTo>
                  <a:cubicBezTo>
                    <a:pt x="91876" y="219270"/>
                    <a:pt x="175587" y="135486"/>
                    <a:pt x="278663" y="135486"/>
                  </a:cubicBezTo>
                  <a:close/>
                  <a:moveTo>
                    <a:pt x="278671" y="43751"/>
                  </a:moveTo>
                  <a:cubicBezTo>
                    <a:pt x="344770" y="43751"/>
                    <a:pt x="405588" y="66986"/>
                    <a:pt x="453500" y="105647"/>
                  </a:cubicBezTo>
                  <a:lnTo>
                    <a:pt x="415366" y="143527"/>
                  </a:lnTo>
                  <a:cubicBezTo>
                    <a:pt x="377428" y="114629"/>
                    <a:pt x="330103" y="97056"/>
                    <a:pt x="278671" y="97056"/>
                  </a:cubicBezTo>
                  <a:cubicBezTo>
                    <a:pt x="154491" y="97056"/>
                    <a:pt x="53387" y="198003"/>
                    <a:pt x="53387" y="321991"/>
                  </a:cubicBezTo>
                  <a:cubicBezTo>
                    <a:pt x="53387" y="446173"/>
                    <a:pt x="154491" y="547120"/>
                    <a:pt x="278671" y="547120"/>
                  </a:cubicBezTo>
                  <a:cubicBezTo>
                    <a:pt x="403046" y="547120"/>
                    <a:pt x="504150" y="446173"/>
                    <a:pt x="504150" y="321991"/>
                  </a:cubicBezTo>
                  <a:cubicBezTo>
                    <a:pt x="504150" y="270638"/>
                    <a:pt x="486550" y="223582"/>
                    <a:pt x="457411" y="185507"/>
                  </a:cubicBezTo>
                  <a:lnTo>
                    <a:pt x="495545" y="147627"/>
                  </a:lnTo>
                  <a:cubicBezTo>
                    <a:pt x="534070" y="195269"/>
                    <a:pt x="557537" y="255994"/>
                    <a:pt x="557537" y="321991"/>
                  </a:cubicBezTo>
                  <a:cubicBezTo>
                    <a:pt x="557537" y="475462"/>
                    <a:pt x="432380" y="600230"/>
                    <a:pt x="278671" y="600230"/>
                  </a:cubicBezTo>
                  <a:cubicBezTo>
                    <a:pt x="124962" y="600230"/>
                    <a:pt x="0" y="475462"/>
                    <a:pt x="0" y="321991"/>
                  </a:cubicBezTo>
                  <a:cubicBezTo>
                    <a:pt x="0" y="168519"/>
                    <a:pt x="124962" y="43751"/>
                    <a:pt x="278671" y="43751"/>
                  </a:cubicBezTo>
                  <a:close/>
                  <a:moveTo>
                    <a:pt x="531345" y="0"/>
                  </a:moveTo>
                  <a:cubicBezTo>
                    <a:pt x="541124" y="0"/>
                    <a:pt x="549142" y="8006"/>
                    <a:pt x="549142" y="17770"/>
                  </a:cubicBezTo>
                  <a:lnTo>
                    <a:pt x="549142" y="52138"/>
                  </a:lnTo>
                  <a:lnTo>
                    <a:pt x="583562" y="52138"/>
                  </a:lnTo>
                  <a:cubicBezTo>
                    <a:pt x="593340" y="52138"/>
                    <a:pt x="601358" y="59948"/>
                    <a:pt x="601358" y="69907"/>
                  </a:cubicBezTo>
                  <a:cubicBezTo>
                    <a:pt x="601358" y="79671"/>
                    <a:pt x="593340" y="87677"/>
                    <a:pt x="583562" y="87677"/>
                  </a:cubicBezTo>
                  <a:lnTo>
                    <a:pt x="538777" y="87677"/>
                  </a:lnTo>
                  <a:lnTo>
                    <a:pt x="522936" y="103299"/>
                  </a:lnTo>
                  <a:lnTo>
                    <a:pt x="531150" y="103299"/>
                  </a:lnTo>
                  <a:cubicBezTo>
                    <a:pt x="541124" y="103299"/>
                    <a:pt x="548946" y="111305"/>
                    <a:pt x="548946" y="121069"/>
                  </a:cubicBezTo>
                  <a:cubicBezTo>
                    <a:pt x="548946" y="130832"/>
                    <a:pt x="541124" y="138838"/>
                    <a:pt x="531150" y="138838"/>
                  </a:cubicBezTo>
                  <a:lnTo>
                    <a:pt x="487343" y="138838"/>
                  </a:lnTo>
                  <a:lnTo>
                    <a:pt x="291385" y="334696"/>
                  </a:lnTo>
                  <a:cubicBezTo>
                    <a:pt x="287865" y="338016"/>
                    <a:pt x="283367" y="339773"/>
                    <a:pt x="278673" y="339773"/>
                  </a:cubicBezTo>
                  <a:cubicBezTo>
                    <a:pt x="274175" y="339773"/>
                    <a:pt x="269677" y="338016"/>
                    <a:pt x="266157" y="334696"/>
                  </a:cubicBezTo>
                  <a:cubicBezTo>
                    <a:pt x="259116" y="327666"/>
                    <a:pt x="259116" y="316536"/>
                    <a:pt x="266157" y="309506"/>
                  </a:cubicBezTo>
                  <a:lnTo>
                    <a:pt x="461332" y="114625"/>
                  </a:lnTo>
                  <a:lnTo>
                    <a:pt x="461332" y="69126"/>
                  </a:lnTo>
                  <a:cubicBezTo>
                    <a:pt x="461332" y="59167"/>
                    <a:pt x="469155" y="51356"/>
                    <a:pt x="479129" y="51356"/>
                  </a:cubicBezTo>
                  <a:cubicBezTo>
                    <a:pt x="488907" y="51356"/>
                    <a:pt x="496926" y="59167"/>
                    <a:pt x="496926" y="69126"/>
                  </a:cubicBezTo>
                  <a:lnTo>
                    <a:pt x="496926" y="79085"/>
                  </a:lnTo>
                  <a:lnTo>
                    <a:pt x="513549" y="62487"/>
                  </a:lnTo>
                  <a:lnTo>
                    <a:pt x="513549" y="17770"/>
                  </a:lnTo>
                  <a:cubicBezTo>
                    <a:pt x="513549" y="8006"/>
                    <a:pt x="521567" y="0"/>
                    <a:pt x="5313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a:solidFill>
                  <a:prstClr val="white"/>
                </a:solidFill>
                <a:latin typeface="Arial" panose="020B0604020202020204"/>
                <a:ea typeface="微软雅黑" panose="020B0503020204020204" pitchFamily="34" charset="-122"/>
              </a:endParaRPr>
            </a:p>
          </p:txBody>
        </p:sp>
      </p:grpSp>
      <p:sp>
        <p:nvSpPr>
          <p:cNvPr id="24" name="文本框 23"/>
          <p:cNvSpPr txBox="1"/>
          <p:nvPr>
            <p:custDataLst>
              <p:tags r:id="rId18"/>
            </p:custDataLst>
          </p:nvPr>
        </p:nvSpPr>
        <p:spPr>
          <a:xfrm>
            <a:off x="1899681" y="2840795"/>
            <a:ext cx="1098093" cy="337185"/>
          </a:xfrm>
          <a:prstGeom prst="rect">
            <a:avLst/>
          </a:prstGeom>
          <a:noFill/>
        </p:spPr>
        <p:txBody>
          <a:bodyPr wrap="square" rtlCol="0">
            <a:spAutoFit/>
            <a:scene3d>
              <a:camera prst="orthographicFront"/>
              <a:lightRig rig="threePt" dir="t"/>
            </a:scene3d>
            <a:sp3d contourW="12700"/>
          </a:bodyPr>
          <a:lstStyle/>
          <a:p>
            <a:pPr algn="ctr" defTabSz="685800">
              <a:defRPr/>
            </a:pPr>
            <a:r>
              <a:rPr lang="zh-CN" altLang="en-US" sz="1600" b="1" dirty="0">
                <a:solidFill>
                  <a:prstClr val="black"/>
                </a:solidFill>
                <a:latin typeface="Arial" panose="020B0604020202020204"/>
                <a:ea typeface="微软雅黑" panose="020B0503020204020204" pitchFamily="34" charset="-122"/>
              </a:rPr>
              <a:t>小组名称</a:t>
            </a:r>
            <a:endParaRPr lang="zh-CN" altLang="en-US" sz="1600" b="1" dirty="0">
              <a:solidFill>
                <a:prstClr val="black"/>
              </a:solidFill>
              <a:latin typeface="Arial" panose="020B0604020202020204"/>
              <a:ea typeface="微软雅黑" panose="020B0503020204020204" pitchFamily="34" charset="-122"/>
            </a:endParaRPr>
          </a:p>
        </p:txBody>
      </p:sp>
      <p:sp>
        <p:nvSpPr>
          <p:cNvPr id="25" name="文本框 24"/>
          <p:cNvSpPr txBox="1"/>
          <p:nvPr>
            <p:custDataLst>
              <p:tags r:id="rId19"/>
            </p:custDataLst>
          </p:nvPr>
        </p:nvSpPr>
        <p:spPr>
          <a:xfrm>
            <a:off x="3097840" y="2840795"/>
            <a:ext cx="1619178" cy="337185"/>
          </a:xfrm>
          <a:prstGeom prst="rect">
            <a:avLst/>
          </a:prstGeom>
          <a:noFill/>
        </p:spPr>
        <p:txBody>
          <a:bodyPr wrap="square" rtlCol="0">
            <a:spAutoFit/>
            <a:scene3d>
              <a:camera prst="orthographicFront"/>
              <a:lightRig rig="threePt" dir="t"/>
            </a:scene3d>
            <a:sp3d contourW="12700"/>
          </a:bodyPr>
          <a:lstStyle/>
          <a:p>
            <a:pPr algn="ctr" defTabSz="685800">
              <a:defRPr/>
            </a:pPr>
            <a:r>
              <a:rPr lang="zh-CN" altLang="en-US" sz="1600" b="1" dirty="0">
                <a:solidFill>
                  <a:prstClr val="black"/>
                </a:solidFill>
                <a:latin typeface="Arial" panose="020B0604020202020204"/>
                <a:ea typeface="微软雅黑" panose="020B0503020204020204" pitchFamily="34" charset="-122"/>
              </a:rPr>
              <a:t>小组</a:t>
            </a:r>
            <a:r>
              <a:rPr lang="en-US" altLang="zh-CN" sz="1600" b="1" dirty="0">
                <a:solidFill>
                  <a:prstClr val="black"/>
                </a:solidFill>
                <a:latin typeface="Arial" panose="020B0604020202020204"/>
                <a:ea typeface="微软雅黑" panose="020B0503020204020204" pitchFamily="34" charset="-122"/>
              </a:rPr>
              <a:t>SLOGAN</a:t>
            </a:r>
            <a:endParaRPr lang="en-US" altLang="zh-CN" sz="1600" b="1" dirty="0">
              <a:solidFill>
                <a:prstClr val="black"/>
              </a:solidFill>
              <a:latin typeface="Arial" panose="020B0604020202020204"/>
              <a:ea typeface="微软雅黑" panose="020B0503020204020204" pitchFamily="34" charset="-122"/>
            </a:endParaRPr>
          </a:p>
        </p:txBody>
      </p:sp>
      <p:sp>
        <p:nvSpPr>
          <p:cNvPr id="26" name="文本框 25"/>
          <p:cNvSpPr txBox="1"/>
          <p:nvPr>
            <p:custDataLst>
              <p:tags r:id="rId20"/>
            </p:custDataLst>
          </p:nvPr>
        </p:nvSpPr>
        <p:spPr>
          <a:xfrm>
            <a:off x="4709055" y="2840795"/>
            <a:ext cx="1314153" cy="337185"/>
          </a:xfrm>
          <a:prstGeom prst="rect">
            <a:avLst/>
          </a:prstGeom>
          <a:noFill/>
        </p:spPr>
        <p:txBody>
          <a:bodyPr wrap="square" rtlCol="0">
            <a:spAutoFit/>
            <a:scene3d>
              <a:camera prst="orthographicFront"/>
              <a:lightRig rig="threePt" dir="t"/>
            </a:scene3d>
            <a:sp3d contourW="12700"/>
          </a:bodyPr>
          <a:lstStyle/>
          <a:p>
            <a:pPr algn="ctr" defTabSz="685800">
              <a:defRPr/>
            </a:pPr>
            <a:r>
              <a:rPr lang="zh-CN" altLang="en-US" sz="1600" b="1" dirty="0">
                <a:solidFill>
                  <a:prstClr val="black"/>
                </a:solidFill>
                <a:latin typeface="Arial" panose="020B0604020202020204"/>
                <a:ea typeface="微软雅黑" panose="020B0503020204020204" pitchFamily="34" charset="-122"/>
              </a:rPr>
              <a:t>小组</a:t>
            </a:r>
            <a:r>
              <a:rPr lang="en-US" altLang="zh-CN" sz="1600" b="1" dirty="0">
                <a:solidFill>
                  <a:prstClr val="black"/>
                </a:solidFill>
                <a:latin typeface="Arial" panose="020B0604020202020204"/>
                <a:ea typeface="微软雅黑" panose="020B0503020204020204" pitchFamily="34" charset="-122"/>
              </a:rPr>
              <a:t>LOGO</a:t>
            </a:r>
            <a:endParaRPr lang="en-US" altLang="zh-CN" sz="1600" b="1" dirty="0">
              <a:solidFill>
                <a:prstClr val="black"/>
              </a:solidFill>
              <a:latin typeface="Arial" panose="020B0604020202020204"/>
              <a:ea typeface="微软雅黑" panose="020B0503020204020204" pitchFamily="34" charset="-122"/>
            </a:endParaRPr>
          </a:p>
        </p:txBody>
      </p:sp>
      <p:sp>
        <p:nvSpPr>
          <p:cNvPr id="27" name="文本框 26"/>
          <p:cNvSpPr txBox="1"/>
          <p:nvPr>
            <p:custDataLst>
              <p:tags r:id="rId21"/>
            </p:custDataLst>
          </p:nvPr>
        </p:nvSpPr>
        <p:spPr>
          <a:xfrm>
            <a:off x="6047019" y="2840795"/>
            <a:ext cx="1555631" cy="337185"/>
          </a:xfrm>
          <a:prstGeom prst="rect">
            <a:avLst/>
          </a:prstGeom>
          <a:noFill/>
        </p:spPr>
        <p:txBody>
          <a:bodyPr wrap="square" rtlCol="0">
            <a:spAutoFit/>
            <a:scene3d>
              <a:camera prst="orthographicFront"/>
              <a:lightRig rig="threePt" dir="t"/>
            </a:scene3d>
            <a:sp3d contourW="12700"/>
          </a:bodyPr>
          <a:lstStyle/>
          <a:p>
            <a:pPr algn="ctr" defTabSz="685800">
              <a:defRPr/>
            </a:pPr>
            <a:r>
              <a:rPr lang="zh-CN" altLang="en-US" sz="1600" b="1" dirty="0">
                <a:solidFill>
                  <a:prstClr val="black"/>
                </a:solidFill>
                <a:latin typeface="Arial" panose="020B0604020202020204"/>
                <a:ea typeface="微软雅黑" panose="020B0503020204020204" pitchFamily="34" charset="-122"/>
              </a:rPr>
              <a:t>小组成员简介</a:t>
            </a:r>
            <a:endParaRPr lang="zh-CN" altLang="en-US" sz="1600" b="1" dirty="0">
              <a:solidFill>
                <a:prstClr val="black"/>
              </a:solidFill>
              <a:latin typeface="Arial" panose="020B0604020202020204"/>
              <a:ea typeface="微软雅黑" panose="020B0503020204020204" pitchFamily="34" charset="-122"/>
            </a:endParaRPr>
          </a:p>
        </p:txBody>
      </p:sp>
      <p:sp>
        <p:nvSpPr>
          <p:cNvPr id="29" name="文本框 28"/>
          <p:cNvSpPr txBox="1"/>
          <p:nvPr/>
        </p:nvSpPr>
        <p:spPr>
          <a:xfrm>
            <a:off x="3363974" y="475956"/>
            <a:ext cx="2416047" cy="646331"/>
          </a:xfrm>
          <a:prstGeom prst="rect">
            <a:avLst/>
          </a:prstGeom>
          <a:noFill/>
        </p:spPr>
        <p:txBody>
          <a:bodyPr wrap="none" rtlCol="0">
            <a:spAutoFit/>
            <a:scene3d>
              <a:camera prst="orthographicFront"/>
              <a:lightRig rig="threePt" dir="t"/>
            </a:scene3d>
            <a:sp3d contourW="12700"/>
          </a:bodyPr>
          <a:lstStyle/>
          <a:p>
            <a:pPr algn="ctr" defTabSz="685800">
              <a:defRPr/>
            </a:pPr>
            <a:r>
              <a:rPr lang="en-US" altLang="zh-CN" sz="3600" b="1" dirty="0">
                <a:solidFill>
                  <a:srgbClr val="EE464C"/>
                </a:solidFill>
                <a:latin typeface="Arial" panose="020B0604020202020204"/>
                <a:ea typeface="微软雅黑" panose="020B0503020204020204" pitchFamily="34" charset="-122"/>
              </a:rPr>
              <a:t>CONTENT</a:t>
            </a:r>
            <a:endParaRPr lang="zh-CN" altLang="en-US" sz="3600" b="1" dirty="0">
              <a:solidFill>
                <a:srgbClr val="EE464C"/>
              </a:solidFill>
              <a:latin typeface="Arial" panose="020B0604020202020204"/>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nodeType="afterEffect">
                                  <p:stCondLst>
                                    <p:cond delay="0"/>
                                  </p:stCondLst>
                                  <p:childTnLst>
                                    <p:set>
                                      <p:cBhvr>
                                        <p:cTn id="12" dur="1" fill="hold">
                                          <p:stCondLst>
                                            <p:cond delay="0"/>
                                          </p:stCondLst>
                                        </p:cTn>
                                        <p:tgtEl>
                                          <p:spTgt spid="39"/>
                                        </p:tgtEl>
                                        <p:attrNameLst>
                                          <p:attrName>style.visibility</p:attrName>
                                        </p:attrNameLst>
                                      </p:cBhvr>
                                      <p:to>
                                        <p:strVal val="visible"/>
                                      </p:to>
                                    </p:set>
                                    <p:anim calcmode="lin" valueType="num">
                                      <p:cBhvr>
                                        <p:cTn id="13" dur="500" fill="hold"/>
                                        <p:tgtEl>
                                          <p:spTgt spid="39"/>
                                        </p:tgtEl>
                                        <p:attrNameLst>
                                          <p:attrName>ppt_w</p:attrName>
                                        </p:attrNameLst>
                                      </p:cBhvr>
                                      <p:tavLst>
                                        <p:tav tm="0">
                                          <p:val>
                                            <p:fltVal val="0"/>
                                          </p:val>
                                        </p:tav>
                                        <p:tav tm="100000">
                                          <p:val>
                                            <p:strVal val="#ppt_w"/>
                                          </p:val>
                                        </p:tav>
                                      </p:tavLst>
                                    </p:anim>
                                    <p:anim calcmode="lin" valueType="num">
                                      <p:cBhvr>
                                        <p:cTn id="14" dur="500" fill="hold"/>
                                        <p:tgtEl>
                                          <p:spTgt spid="39"/>
                                        </p:tgtEl>
                                        <p:attrNameLst>
                                          <p:attrName>ppt_h</p:attrName>
                                        </p:attrNameLst>
                                      </p:cBhvr>
                                      <p:tavLst>
                                        <p:tav tm="0">
                                          <p:val>
                                            <p:fltVal val="0"/>
                                          </p:val>
                                        </p:tav>
                                        <p:tav tm="100000">
                                          <p:val>
                                            <p:strVal val="#ppt_h"/>
                                          </p:val>
                                        </p:tav>
                                      </p:tavLst>
                                    </p:anim>
                                    <p:animEffect transition="in" filter="fade">
                                      <p:cBhvr>
                                        <p:cTn id="15" dur="500"/>
                                        <p:tgtEl>
                                          <p:spTgt spid="39"/>
                                        </p:tgtEl>
                                      </p:cBhvr>
                                    </p:animEffect>
                                  </p:childTnLst>
                                </p:cTn>
                              </p:par>
                              <p:par>
                                <p:cTn id="16" presetID="53" presetClass="entr" presetSubtype="16" fill="hold" nodeType="withEffect">
                                  <p:stCondLst>
                                    <p:cond delay="0"/>
                                  </p:stCondLst>
                                  <p:childTnLst>
                                    <p:set>
                                      <p:cBhvr>
                                        <p:cTn id="17" dur="1" fill="hold">
                                          <p:stCondLst>
                                            <p:cond delay="0"/>
                                          </p:stCondLst>
                                        </p:cTn>
                                        <p:tgtEl>
                                          <p:spTgt spid="43"/>
                                        </p:tgtEl>
                                        <p:attrNameLst>
                                          <p:attrName>style.visibility</p:attrName>
                                        </p:attrNameLst>
                                      </p:cBhvr>
                                      <p:to>
                                        <p:strVal val="visible"/>
                                      </p:to>
                                    </p:set>
                                    <p:anim calcmode="lin" valueType="num">
                                      <p:cBhvr>
                                        <p:cTn id="18" dur="500" fill="hold"/>
                                        <p:tgtEl>
                                          <p:spTgt spid="43"/>
                                        </p:tgtEl>
                                        <p:attrNameLst>
                                          <p:attrName>ppt_w</p:attrName>
                                        </p:attrNameLst>
                                      </p:cBhvr>
                                      <p:tavLst>
                                        <p:tav tm="0">
                                          <p:val>
                                            <p:fltVal val="0"/>
                                          </p:val>
                                        </p:tav>
                                        <p:tav tm="100000">
                                          <p:val>
                                            <p:strVal val="#ppt_w"/>
                                          </p:val>
                                        </p:tav>
                                      </p:tavLst>
                                    </p:anim>
                                    <p:anim calcmode="lin" valueType="num">
                                      <p:cBhvr>
                                        <p:cTn id="19" dur="500" fill="hold"/>
                                        <p:tgtEl>
                                          <p:spTgt spid="43"/>
                                        </p:tgtEl>
                                        <p:attrNameLst>
                                          <p:attrName>ppt_h</p:attrName>
                                        </p:attrNameLst>
                                      </p:cBhvr>
                                      <p:tavLst>
                                        <p:tav tm="0">
                                          <p:val>
                                            <p:fltVal val="0"/>
                                          </p:val>
                                        </p:tav>
                                        <p:tav tm="100000">
                                          <p:val>
                                            <p:strVal val="#ppt_h"/>
                                          </p:val>
                                        </p:tav>
                                      </p:tavLst>
                                    </p:anim>
                                    <p:animEffect transition="in" filter="fade">
                                      <p:cBhvr>
                                        <p:cTn id="20" dur="500"/>
                                        <p:tgtEl>
                                          <p:spTgt spid="43"/>
                                        </p:tgtEl>
                                      </p:cBhvr>
                                    </p:animEffect>
                                  </p:childTnLst>
                                </p:cTn>
                              </p:par>
                              <p:par>
                                <p:cTn id="21" presetID="53" presetClass="entr" presetSubtype="16" fill="hold" nodeType="withEffect">
                                  <p:stCondLst>
                                    <p:cond delay="0"/>
                                  </p:stCondLst>
                                  <p:childTnLst>
                                    <p:set>
                                      <p:cBhvr>
                                        <p:cTn id="22" dur="1" fill="hold">
                                          <p:stCondLst>
                                            <p:cond delay="0"/>
                                          </p:stCondLst>
                                        </p:cTn>
                                        <p:tgtEl>
                                          <p:spTgt spid="35"/>
                                        </p:tgtEl>
                                        <p:attrNameLst>
                                          <p:attrName>style.visibility</p:attrName>
                                        </p:attrNameLst>
                                      </p:cBhvr>
                                      <p:to>
                                        <p:strVal val="visible"/>
                                      </p:to>
                                    </p:set>
                                    <p:anim calcmode="lin" valueType="num">
                                      <p:cBhvr>
                                        <p:cTn id="23" dur="500" fill="hold"/>
                                        <p:tgtEl>
                                          <p:spTgt spid="35"/>
                                        </p:tgtEl>
                                        <p:attrNameLst>
                                          <p:attrName>ppt_w</p:attrName>
                                        </p:attrNameLst>
                                      </p:cBhvr>
                                      <p:tavLst>
                                        <p:tav tm="0">
                                          <p:val>
                                            <p:fltVal val="0"/>
                                          </p:val>
                                        </p:tav>
                                        <p:tav tm="100000">
                                          <p:val>
                                            <p:strVal val="#ppt_w"/>
                                          </p:val>
                                        </p:tav>
                                      </p:tavLst>
                                    </p:anim>
                                    <p:anim calcmode="lin" valueType="num">
                                      <p:cBhvr>
                                        <p:cTn id="24" dur="500" fill="hold"/>
                                        <p:tgtEl>
                                          <p:spTgt spid="35"/>
                                        </p:tgtEl>
                                        <p:attrNameLst>
                                          <p:attrName>ppt_h</p:attrName>
                                        </p:attrNameLst>
                                      </p:cBhvr>
                                      <p:tavLst>
                                        <p:tav tm="0">
                                          <p:val>
                                            <p:fltVal val="0"/>
                                          </p:val>
                                        </p:tav>
                                        <p:tav tm="100000">
                                          <p:val>
                                            <p:strVal val="#ppt_h"/>
                                          </p:val>
                                        </p:tav>
                                      </p:tavLst>
                                    </p:anim>
                                    <p:animEffect transition="in" filter="fade">
                                      <p:cBhvr>
                                        <p:cTn id="25" dur="500"/>
                                        <p:tgtEl>
                                          <p:spTgt spid="35"/>
                                        </p:tgtEl>
                                      </p:cBhvr>
                                    </p:animEffect>
                                  </p:childTnLst>
                                </p:cTn>
                              </p:par>
                              <p:par>
                                <p:cTn id="26" presetID="53" presetClass="entr" presetSubtype="16" fill="hold" nodeType="withEffect">
                                  <p:stCondLst>
                                    <p:cond delay="0"/>
                                  </p:stCondLst>
                                  <p:childTnLst>
                                    <p:set>
                                      <p:cBhvr>
                                        <p:cTn id="27" dur="1" fill="hold">
                                          <p:stCondLst>
                                            <p:cond delay="0"/>
                                          </p:stCondLst>
                                        </p:cTn>
                                        <p:tgtEl>
                                          <p:spTgt spid="51"/>
                                        </p:tgtEl>
                                        <p:attrNameLst>
                                          <p:attrName>style.visibility</p:attrName>
                                        </p:attrNameLst>
                                      </p:cBhvr>
                                      <p:to>
                                        <p:strVal val="visible"/>
                                      </p:to>
                                    </p:set>
                                    <p:anim calcmode="lin" valueType="num">
                                      <p:cBhvr>
                                        <p:cTn id="28" dur="500" fill="hold"/>
                                        <p:tgtEl>
                                          <p:spTgt spid="51"/>
                                        </p:tgtEl>
                                        <p:attrNameLst>
                                          <p:attrName>ppt_w</p:attrName>
                                        </p:attrNameLst>
                                      </p:cBhvr>
                                      <p:tavLst>
                                        <p:tav tm="0">
                                          <p:val>
                                            <p:fltVal val="0"/>
                                          </p:val>
                                        </p:tav>
                                        <p:tav tm="100000">
                                          <p:val>
                                            <p:strVal val="#ppt_w"/>
                                          </p:val>
                                        </p:tav>
                                      </p:tavLst>
                                    </p:anim>
                                    <p:anim calcmode="lin" valueType="num">
                                      <p:cBhvr>
                                        <p:cTn id="29" dur="500" fill="hold"/>
                                        <p:tgtEl>
                                          <p:spTgt spid="51"/>
                                        </p:tgtEl>
                                        <p:attrNameLst>
                                          <p:attrName>ppt_h</p:attrName>
                                        </p:attrNameLst>
                                      </p:cBhvr>
                                      <p:tavLst>
                                        <p:tav tm="0">
                                          <p:val>
                                            <p:fltVal val="0"/>
                                          </p:val>
                                        </p:tav>
                                        <p:tav tm="100000">
                                          <p:val>
                                            <p:strVal val="#ppt_h"/>
                                          </p:val>
                                        </p:tav>
                                      </p:tavLst>
                                    </p:anim>
                                    <p:animEffect transition="in" filter="fade">
                                      <p:cBhvr>
                                        <p:cTn id="30" dur="500"/>
                                        <p:tgtEl>
                                          <p:spTgt spid="51"/>
                                        </p:tgtEl>
                                      </p:cBhvr>
                                    </p:animEffect>
                                  </p:childTnLst>
                                </p:cTn>
                              </p:par>
                            </p:childTnLst>
                          </p:cTn>
                        </p:par>
                        <p:par>
                          <p:cTn id="31" fill="hold">
                            <p:stCondLst>
                              <p:cond delay="1500"/>
                            </p:stCondLst>
                            <p:childTnLst>
                              <p:par>
                                <p:cTn id="32" presetID="12" presetClass="entr" presetSubtype="1" fill="hold" grpId="0" nodeType="afterEffect">
                                  <p:stCondLst>
                                    <p:cond delay="0"/>
                                  </p:stCondLst>
                                  <p:childTnLst>
                                    <p:set>
                                      <p:cBhvr>
                                        <p:cTn id="33" dur="1" fill="hold">
                                          <p:stCondLst>
                                            <p:cond delay="0"/>
                                          </p:stCondLst>
                                        </p:cTn>
                                        <p:tgtEl>
                                          <p:spTgt spid="24"/>
                                        </p:tgtEl>
                                        <p:attrNameLst>
                                          <p:attrName>style.visibility</p:attrName>
                                        </p:attrNameLst>
                                      </p:cBhvr>
                                      <p:to>
                                        <p:strVal val="visible"/>
                                      </p:to>
                                    </p:set>
                                    <p:anim calcmode="lin" valueType="num">
                                      <p:cBhvr additive="base">
                                        <p:cTn id="34" dur="500"/>
                                        <p:tgtEl>
                                          <p:spTgt spid="24"/>
                                        </p:tgtEl>
                                        <p:attrNameLst>
                                          <p:attrName>ppt_y</p:attrName>
                                        </p:attrNameLst>
                                      </p:cBhvr>
                                      <p:tavLst>
                                        <p:tav tm="0">
                                          <p:val>
                                            <p:strVal val="#ppt_y-#ppt_h*1.125000"/>
                                          </p:val>
                                        </p:tav>
                                        <p:tav tm="100000">
                                          <p:val>
                                            <p:strVal val="#ppt_y"/>
                                          </p:val>
                                        </p:tav>
                                      </p:tavLst>
                                    </p:anim>
                                    <p:animEffect transition="in" filter="wipe(down)">
                                      <p:cBhvr>
                                        <p:cTn id="35" dur="500"/>
                                        <p:tgtEl>
                                          <p:spTgt spid="24"/>
                                        </p:tgtEl>
                                      </p:cBhvr>
                                    </p:animEffect>
                                  </p:childTnLst>
                                </p:cTn>
                              </p:par>
                              <p:par>
                                <p:cTn id="36" presetID="12" presetClass="entr" presetSubtype="1" fill="hold" grpId="0" nodeType="withEffect">
                                  <p:stCondLst>
                                    <p:cond delay="250"/>
                                  </p:stCondLst>
                                  <p:childTnLst>
                                    <p:set>
                                      <p:cBhvr>
                                        <p:cTn id="37" dur="1" fill="hold">
                                          <p:stCondLst>
                                            <p:cond delay="0"/>
                                          </p:stCondLst>
                                        </p:cTn>
                                        <p:tgtEl>
                                          <p:spTgt spid="25"/>
                                        </p:tgtEl>
                                        <p:attrNameLst>
                                          <p:attrName>style.visibility</p:attrName>
                                        </p:attrNameLst>
                                      </p:cBhvr>
                                      <p:to>
                                        <p:strVal val="visible"/>
                                      </p:to>
                                    </p:set>
                                    <p:anim calcmode="lin" valueType="num">
                                      <p:cBhvr additive="base">
                                        <p:cTn id="38" dur="500"/>
                                        <p:tgtEl>
                                          <p:spTgt spid="25"/>
                                        </p:tgtEl>
                                        <p:attrNameLst>
                                          <p:attrName>ppt_y</p:attrName>
                                        </p:attrNameLst>
                                      </p:cBhvr>
                                      <p:tavLst>
                                        <p:tav tm="0">
                                          <p:val>
                                            <p:strVal val="#ppt_y-#ppt_h*1.125000"/>
                                          </p:val>
                                        </p:tav>
                                        <p:tav tm="100000">
                                          <p:val>
                                            <p:strVal val="#ppt_y"/>
                                          </p:val>
                                        </p:tav>
                                      </p:tavLst>
                                    </p:anim>
                                    <p:animEffect transition="in" filter="wipe(down)">
                                      <p:cBhvr>
                                        <p:cTn id="39" dur="500"/>
                                        <p:tgtEl>
                                          <p:spTgt spid="25"/>
                                        </p:tgtEl>
                                      </p:cBhvr>
                                    </p:animEffect>
                                  </p:childTnLst>
                                </p:cTn>
                              </p:par>
                              <p:par>
                                <p:cTn id="40" presetID="12" presetClass="entr" presetSubtype="1" fill="hold" grpId="0" nodeType="withEffect">
                                  <p:stCondLst>
                                    <p:cond delay="500"/>
                                  </p:stCondLst>
                                  <p:childTnLst>
                                    <p:set>
                                      <p:cBhvr>
                                        <p:cTn id="41" dur="1" fill="hold">
                                          <p:stCondLst>
                                            <p:cond delay="0"/>
                                          </p:stCondLst>
                                        </p:cTn>
                                        <p:tgtEl>
                                          <p:spTgt spid="26"/>
                                        </p:tgtEl>
                                        <p:attrNameLst>
                                          <p:attrName>style.visibility</p:attrName>
                                        </p:attrNameLst>
                                      </p:cBhvr>
                                      <p:to>
                                        <p:strVal val="visible"/>
                                      </p:to>
                                    </p:set>
                                    <p:anim calcmode="lin" valueType="num">
                                      <p:cBhvr additive="base">
                                        <p:cTn id="42" dur="500"/>
                                        <p:tgtEl>
                                          <p:spTgt spid="26"/>
                                        </p:tgtEl>
                                        <p:attrNameLst>
                                          <p:attrName>ppt_y</p:attrName>
                                        </p:attrNameLst>
                                      </p:cBhvr>
                                      <p:tavLst>
                                        <p:tav tm="0">
                                          <p:val>
                                            <p:strVal val="#ppt_y-#ppt_h*1.125000"/>
                                          </p:val>
                                        </p:tav>
                                        <p:tav tm="100000">
                                          <p:val>
                                            <p:strVal val="#ppt_y"/>
                                          </p:val>
                                        </p:tav>
                                      </p:tavLst>
                                    </p:anim>
                                    <p:animEffect transition="in" filter="wipe(down)">
                                      <p:cBhvr>
                                        <p:cTn id="43" dur="500"/>
                                        <p:tgtEl>
                                          <p:spTgt spid="26"/>
                                        </p:tgtEl>
                                      </p:cBhvr>
                                    </p:animEffect>
                                  </p:childTnLst>
                                </p:cTn>
                              </p:par>
                              <p:par>
                                <p:cTn id="44" presetID="12" presetClass="entr" presetSubtype="1" fill="hold" grpId="0" nodeType="withEffect">
                                  <p:stCondLst>
                                    <p:cond delay="750"/>
                                  </p:stCondLst>
                                  <p:childTnLst>
                                    <p:set>
                                      <p:cBhvr>
                                        <p:cTn id="45" dur="1" fill="hold">
                                          <p:stCondLst>
                                            <p:cond delay="0"/>
                                          </p:stCondLst>
                                        </p:cTn>
                                        <p:tgtEl>
                                          <p:spTgt spid="27"/>
                                        </p:tgtEl>
                                        <p:attrNameLst>
                                          <p:attrName>style.visibility</p:attrName>
                                        </p:attrNameLst>
                                      </p:cBhvr>
                                      <p:to>
                                        <p:strVal val="visible"/>
                                      </p:to>
                                    </p:set>
                                    <p:anim calcmode="lin" valueType="num">
                                      <p:cBhvr additive="base">
                                        <p:cTn id="46" dur="500"/>
                                        <p:tgtEl>
                                          <p:spTgt spid="27"/>
                                        </p:tgtEl>
                                        <p:attrNameLst>
                                          <p:attrName>ppt_y</p:attrName>
                                        </p:attrNameLst>
                                      </p:cBhvr>
                                      <p:tavLst>
                                        <p:tav tm="0">
                                          <p:val>
                                            <p:strVal val="#ppt_y-#ppt_h*1.125000"/>
                                          </p:val>
                                        </p:tav>
                                        <p:tav tm="100000">
                                          <p:val>
                                            <p:strVal val="#ppt_y"/>
                                          </p:val>
                                        </p:tav>
                                      </p:tavLst>
                                    </p:anim>
                                    <p:animEffect transition="in" filter="wipe(down)">
                                      <p:cBhvr>
                                        <p:cTn id="4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占位符 16"/>
          <p:cNvPicPr>
            <a:picLocks noGrp="1" noChangeAspect="1"/>
          </p:cNvPicPr>
          <p:nvPr>
            <p:ph type="pic" sz="quarter" idx="10"/>
          </p:nvPr>
        </p:nvPicPr>
        <p:blipFill>
          <a:blip r:embed="rId1" cstate="print">
            <a:extLst>
              <a:ext uri="{BEBA8EAE-BF5A-486C-A8C5-ECC9F3942E4B}">
                <a14:imgProps xmlns:a14="http://schemas.microsoft.com/office/drawing/2010/main">
                  <a14:imgLayer r:embed="rId2">
                    <a14:imgEffect>
                      <a14:brightnessContrast contrast="40000"/>
                    </a14:imgEffect>
                    <a14:imgEffect>
                      <a14:colorTemperature colorTemp="7200"/>
                    </a14:imgEffect>
                  </a14:imgLayer>
                </a14:imgProps>
              </a:ext>
              <a:ext uri="{28A0092B-C50C-407E-A947-70E740481C1C}">
                <a14:useLocalDpi xmlns:a14="http://schemas.microsoft.com/office/drawing/2010/main" val="0"/>
              </a:ext>
            </a:extLst>
          </a:blip>
          <a:srcRect l="18704" r="18704"/>
          <a:stretch>
            <a:fillRect/>
          </a:stretch>
        </p:blipFill>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rcRect l="28405"/>
          <a:stretch>
            <a:fillRect/>
          </a:stretch>
        </p:blipFill>
        <p:spPr>
          <a:xfrm>
            <a:off x="0" y="0"/>
            <a:ext cx="5545821" cy="5143501"/>
          </a:xfrm>
          <a:custGeom>
            <a:avLst/>
            <a:gdLst>
              <a:gd name="connsiteX0" fmla="*/ 0 w 7394428"/>
              <a:gd name="connsiteY0" fmla="*/ 0 h 6858001"/>
              <a:gd name="connsiteX1" fmla="*/ 7394428 w 7394428"/>
              <a:gd name="connsiteY1" fmla="*/ 0 h 6858001"/>
              <a:gd name="connsiteX2" fmla="*/ 7394428 w 7394428"/>
              <a:gd name="connsiteY2" fmla="*/ 6858001 h 6858001"/>
              <a:gd name="connsiteX3" fmla="*/ 0 w 7394428"/>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7394428" h="6858001">
                <a:moveTo>
                  <a:pt x="0" y="0"/>
                </a:moveTo>
                <a:lnTo>
                  <a:pt x="7394428" y="0"/>
                </a:lnTo>
                <a:lnTo>
                  <a:pt x="7394428" y="6858001"/>
                </a:lnTo>
                <a:lnTo>
                  <a:pt x="0" y="6858001"/>
                </a:lnTo>
                <a:close/>
              </a:path>
            </a:pathLst>
          </a:custGeom>
        </p:spPr>
      </p:pic>
      <p:sp>
        <p:nvSpPr>
          <p:cNvPr id="4" name="文本框 3"/>
          <p:cNvSpPr txBox="1"/>
          <p:nvPr/>
        </p:nvSpPr>
        <p:spPr>
          <a:xfrm>
            <a:off x="4572000" y="2617053"/>
            <a:ext cx="1706880" cy="553085"/>
          </a:xfrm>
          <a:prstGeom prst="rect">
            <a:avLst/>
          </a:prstGeom>
          <a:noFill/>
        </p:spPr>
        <p:txBody>
          <a:bodyPr wrap="none" rtlCol="0">
            <a:spAutoFit/>
            <a:scene3d>
              <a:camera prst="orthographicFront"/>
              <a:lightRig rig="threePt" dir="t"/>
            </a:scene3d>
            <a:sp3d contourW="12700"/>
          </a:bodyPr>
          <a:lstStyle/>
          <a:p>
            <a:pPr defTabSz="685800">
              <a:defRPr/>
            </a:pPr>
            <a:r>
              <a:rPr lang="zh-CN" altLang="en-US" sz="3000" b="1" dirty="0">
                <a:solidFill>
                  <a:prstClr val="black"/>
                </a:solidFill>
                <a:latin typeface="Arial" panose="020B0604020202020204"/>
                <a:ea typeface="微软雅黑" panose="020B0503020204020204" pitchFamily="34" charset="-122"/>
              </a:rPr>
              <a:t>小组</a:t>
            </a:r>
            <a:r>
              <a:rPr lang="zh-CN" altLang="en-US" sz="3000" b="1" dirty="0">
                <a:solidFill>
                  <a:prstClr val="black"/>
                </a:solidFill>
                <a:latin typeface="Arial" panose="020B0604020202020204"/>
                <a:ea typeface="微软雅黑" panose="020B0503020204020204" pitchFamily="34" charset="-122"/>
              </a:rPr>
              <a:t>名称</a:t>
            </a:r>
            <a:endParaRPr lang="zh-CN" altLang="en-US" sz="3000" b="1" dirty="0">
              <a:solidFill>
                <a:prstClr val="black"/>
              </a:solidFill>
              <a:latin typeface="Arial" panose="020B0604020202020204"/>
              <a:ea typeface="微软雅黑" panose="020B0503020204020204" pitchFamily="34" charset="-122"/>
            </a:endParaRPr>
          </a:p>
        </p:txBody>
      </p:sp>
      <p:cxnSp>
        <p:nvCxnSpPr>
          <p:cNvPr id="3" name="直接连接符 2"/>
          <p:cNvCxnSpPr/>
          <p:nvPr/>
        </p:nvCxnSpPr>
        <p:spPr>
          <a:xfrm>
            <a:off x="4488180" y="2179077"/>
            <a:ext cx="5080" cy="977265"/>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4572000" y="2134627"/>
            <a:ext cx="1629292" cy="553998"/>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000" b="1" dirty="0">
                <a:solidFill>
                  <a:srgbClr val="EE464C"/>
                </a:solidFill>
                <a:latin typeface="Arial" panose="020B0604020202020204"/>
                <a:ea typeface="微软雅黑" panose="020B0503020204020204" pitchFamily="34" charset="-122"/>
              </a:rPr>
              <a:t>PART01</a:t>
            </a:r>
            <a:endParaRPr lang="zh-CN" altLang="en-US" sz="3000" b="1" dirty="0">
              <a:solidFill>
                <a:srgbClr val="EE464C"/>
              </a:solidFill>
              <a:latin typeface="Arial" panose="020B0604020202020204"/>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par>
                          <p:cTn id="17" fill="hold">
                            <p:stCondLst>
                              <p:cond delay="1000"/>
                            </p:stCondLst>
                            <p:childTnLst>
                              <p:par>
                                <p:cTn id="18" presetID="12" presetClass="entr" presetSubtype="8"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p:tgtEl>
                                          <p:spTgt spid="9"/>
                                        </p:tgtEl>
                                        <p:attrNameLst>
                                          <p:attrName>ppt_x</p:attrName>
                                        </p:attrNameLst>
                                      </p:cBhvr>
                                      <p:tavLst>
                                        <p:tav tm="0">
                                          <p:val>
                                            <p:strVal val="#ppt_x-#ppt_w*1.125000"/>
                                          </p:val>
                                        </p:tav>
                                        <p:tav tm="100000">
                                          <p:val>
                                            <p:strVal val="#ppt_x"/>
                                          </p:val>
                                        </p:tav>
                                      </p:tavLst>
                                    </p:anim>
                                    <p:animEffect transition="in" filter="wipe(right)">
                                      <p:cBhvr>
                                        <p:cTn id="21" dur="500"/>
                                        <p:tgtEl>
                                          <p:spTgt spid="9"/>
                                        </p:tgtEl>
                                      </p:cBhvr>
                                    </p:animEffect>
                                  </p:childTnLst>
                                </p:cTn>
                              </p:par>
                              <p:par>
                                <p:cTn id="22" presetID="12" presetClass="entr" presetSubtype="2"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p:tgtEl>
                                          <p:spTgt spid="4"/>
                                        </p:tgtEl>
                                        <p:attrNameLst>
                                          <p:attrName>ppt_x</p:attrName>
                                        </p:attrNameLst>
                                      </p:cBhvr>
                                      <p:tavLst>
                                        <p:tav tm="0">
                                          <p:val>
                                            <p:strVal val="#ppt_x+#ppt_w*1.125000"/>
                                          </p:val>
                                        </p:tav>
                                        <p:tav tm="100000">
                                          <p:val>
                                            <p:strVal val="#ppt_x"/>
                                          </p:val>
                                        </p:tav>
                                      </p:tavLst>
                                    </p:anim>
                                    <p:animEffect transition="in" filter="wipe(left)">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2754570" cy="951310"/>
            <a:chOff x="0" y="-1"/>
            <a:chExt cx="3672760" cy="1268413"/>
          </a:xfrm>
        </p:grpSpPr>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
              <a:ext cx="1910226" cy="1268413"/>
            </a:xfrm>
            <a:prstGeom prst="rect">
              <a:avLst/>
            </a:prstGeom>
          </p:spPr>
        </p:pic>
        <p:cxnSp>
          <p:nvCxnSpPr>
            <p:cNvPr id="34" name="直接连接符 33"/>
            <p:cNvCxnSpPr/>
            <p:nvPr/>
          </p:nvCxnSpPr>
          <p:spPr>
            <a:xfrm>
              <a:off x="3672760" y="469609"/>
              <a:ext cx="0" cy="540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1753461" y="440872"/>
              <a:ext cx="1733973" cy="573193"/>
            </a:xfrm>
            <a:prstGeom prst="rect">
              <a:avLst/>
            </a:prstGeom>
            <a:noFill/>
          </p:spPr>
          <p:txBody>
            <a:bodyPr wrap="none" rtlCol="0">
              <a:spAutoFit/>
              <a:scene3d>
                <a:camera prst="orthographicFront"/>
                <a:lightRig rig="threePt" dir="t"/>
              </a:scene3d>
              <a:sp3d contourW="12700"/>
            </a:bodyPr>
            <a:lstStyle/>
            <a:p>
              <a:pPr algn="r" defTabSz="685800">
                <a:defRPr/>
              </a:pPr>
              <a:r>
                <a:rPr lang="zh-CN" altLang="en-US" sz="2200" dirty="0">
                  <a:solidFill>
                    <a:prstClr val="black"/>
                  </a:solidFill>
                  <a:latin typeface="Arial" panose="020B0604020202020204"/>
                  <a:ea typeface="微软雅黑" panose="020B0503020204020204" pitchFamily="34" charset="-122"/>
                </a:rPr>
                <a:t>小组名称</a:t>
              </a:r>
              <a:endParaRPr lang="zh-CN" altLang="en-US" sz="2200" dirty="0">
                <a:solidFill>
                  <a:prstClr val="black"/>
                </a:solidFill>
                <a:latin typeface="Arial" panose="020B0604020202020204"/>
                <a:ea typeface="微软雅黑" panose="020B0503020204020204" pitchFamily="34" charset="-122"/>
              </a:endParaRPr>
            </a:p>
          </p:txBody>
        </p:sp>
      </p:grpSp>
      <p:sp>
        <p:nvSpPr>
          <p:cNvPr id="2" name="文本框 1"/>
          <p:cNvSpPr txBox="1"/>
          <p:nvPr/>
        </p:nvSpPr>
        <p:spPr>
          <a:xfrm>
            <a:off x="2951480" y="321310"/>
            <a:ext cx="1698625" cy="507365"/>
          </a:xfrm>
          <a:prstGeom prst="rect">
            <a:avLst/>
          </a:prstGeom>
          <a:noFill/>
        </p:spPr>
        <p:txBody>
          <a:bodyPr wrap="square" rtlCol="0">
            <a:noAutofit/>
          </a:bodyPr>
          <a:p>
            <a:r>
              <a:rPr lang="zh-CN" altLang="en-US" sz="2400" b="1"/>
              <a:t>蓝桥</a:t>
            </a:r>
            <a:endParaRPr lang="zh-CN" altLang="en-US" sz="2400" b="1"/>
          </a:p>
        </p:txBody>
      </p:sp>
      <p:sp>
        <p:nvSpPr>
          <p:cNvPr id="3" name="文本框 2"/>
          <p:cNvSpPr txBox="1"/>
          <p:nvPr/>
        </p:nvSpPr>
        <p:spPr>
          <a:xfrm>
            <a:off x="1432560" y="1237933"/>
            <a:ext cx="5080000" cy="1076325"/>
          </a:xfrm>
          <a:prstGeom prst="rect">
            <a:avLst/>
          </a:prstGeom>
        </p:spPr>
        <p:txBody>
          <a:bodyPr>
            <a:spAutoFit/>
          </a:bodyPr>
          <a:p>
            <a:pPr indent="0">
              <a:buFont typeface="Arial" panose="020B0604020202020204"/>
              <a:buNone/>
            </a:pPr>
            <a:r>
              <a:rPr lang="zh-CN" altLang="en-US" sz="1600"/>
              <a:t>既取自古诗“蓝桥春雪君归处” 的友情含义，象征深厚情谊；又源于蓝桥相会的爱情典故，寓意校园爱情的美好相遇。团队致力于打造校园相亲交友平台，陪伴大家度过美好青春时光。</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占位符 16"/>
          <p:cNvPicPr>
            <a:picLocks noGrp="1" noChangeAspect="1"/>
          </p:cNvPicPr>
          <p:nvPr>
            <p:ph type="pic" sz="quarter" idx="10"/>
          </p:nvPr>
        </p:nvPicPr>
        <p:blipFill>
          <a:blip r:embed="rId1" cstate="print">
            <a:extLst>
              <a:ext uri="{BEBA8EAE-BF5A-486C-A8C5-ECC9F3942E4B}">
                <a14:imgProps xmlns:a14="http://schemas.microsoft.com/office/drawing/2010/main">
                  <a14:imgLayer r:embed="rId2">
                    <a14:imgEffect>
                      <a14:brightnessContrast contrast="40000"/>
                    </a14:imgEffect>
                    <a14:imgEffect>
                      <a14:colorTemperature colorTemp="7200"/>
                    </a14:imgEffect>
                  </a14:imgLayer>
                </a14:imgProps>
              </a:ext>
              <a:ext uri="{28A0092B-C50C-407E-A947-70E740481C1C}">
                <a14:useLocalDpi xmlns:a14="http://schemas.microsoft.com/office/drawing/2010/main" val="0"/>
              </a:ext>
            </a:extLst>
          </a:blip>
          <a:srcRect l="18704" r="18704"/>
          <a:stretch>
            <a:fillRect/>
          </a:stretch>
        </p:blipFill>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rcRect l="28405"/>
          <a:stretch>
            <a:fillRect/>
          </a:stretch>
        </p:blipFill>
        <p:spPr>
          <a:xfrm>
            <a:off x="0" y="0"/>
            <a:ext cx="5545821" cy="5143501"/>
          </a:xfrm>
          <a:custGeom>
            <a:avLst/>
            <a:gdLst>
              <a:gd name="connsiteX0" fmla="*/ 0 w 7394428"/>
              <a:gd name="connsiteY0" fmla="*/ 0 h 6858001"/>
              <a:gd name="connsiteX1" fmla="*/ 7394428 w 7394428"/>
              <a:gd name="connsiteY1" fmla="*/ 0 h 6858001"/>
              <a:gd name="connsiteX2" fmla="*/ 7394428 w 7394428"/>
              <a:gd name="connsiteY2" fmla="*/ 6858001 h 6858001"/>
              <a:gd name="connsiteX3" fmla="*/ 0 w 7394428"/>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7394428" h="6858001">
                <a:moveTo>
                  <a:pt x="0" y="0"/>
                </a:moveTo>
                <a:lnTo>
                  <a:pt x="7394428" y="0"/>
                </a:lnTo>
                <a:lnTo>
                  <a:pt x="7394428" y="6858001"/>
                </a:lnTo>
                <a:lnTo>
                  <a:pt x="0" y="6858001"/>
                </a:lnTo>
                <a:close/>
              </a:path>
            </a:pathLst>
          </a:custGeom>
        </p:spPr>
      </p:pic>
      <p:sp>
        <p:nvSpPr>
          <p:cNvPr id="4" name="文本框 3"/>
          <p:cNvSpPr txBox="1"/>
          <p:nvPr/>
        </p:nvSpPr>
        <p:spPr>
          <a:xfrm>
            <a:off x="4572000" y="2617053"/>
            <a:ext cx="2574925" cy="553085"/>
          </a:xfrm>
          <a:prstGeom prst="rect">
            <a:avLst/>
          </a:prstGeom>
          <a:noFill/>
        </p:spPr>
        <p:txBody>
          <a:bodyPr wrap="none" rtlCol="0">
            <a:spAutoFit/>
            <a:scene3d>
              <a:camera prst="orthographicFront"/>
              <a:lightRig rig="threePt" dir="t"/>
            </a:scene3d>
            <a:sp3d contourW="12700"/>
          </a:bodyPr>
          <a:lstStyle/>
          <a:p>
            <a:pPr defTabSz="685800">
              <a:defRPr/>
            </a:pPr>
            <a:r>
              <a:rPr lang="zh-CN" altLang="en-US" sz="3000" b="1" dirty="0">
                <a:solidFill>
                  <a:prstClr val="black"/>
                </a:solidFill>
                <a:latin typeface="Arial" panose="020B0604020202020204"/>
                <a:ea typeface="微软雅黑" panose="020B0503020204020204" pitchFamily="34" charset="-122"/>
              </a:rPr>
              <a:t>小组</a:t>
            </a:r>
            <a:r>
              <a:rPr lang="en-US" altLang="zh-CN" sz="3000" b="1" dirty="0">
                <a:solidFill>
                  <a:prstClr val="black"/>
                </a:solidFill>
                <a:latin typeface="Arial" panose="020B0604020202020204"/>
                <a:ea typeface="微软雅黑" panose="020B0503020204020204" pitchFamily="34" charset="-122"/>
              </a:rPr>
              <a:t>SLOGAN</a:t>
            </a:r>
            <a:endParaRPr lang="en-US" altLang="zh-CN" sz="3000" b="1" dirty="0">
              <a:solidFill>
                <a:prstClr val="black"/>
              </a:solidFill>
              <a:latin typeface="Arial" panose="020B0604020202020204"/>
              <a:ea typeface="微软雅黑" panose="020B0503020204020204" pitchFamily="34" charset="-122"/>
            </a:endParaRPr>
          </a:p>
        </p:txBody>
      </p:sp>
      <p:cxnSp>
        <p:nvCxnSpPr>
          <p:cNvPr id="3" name="直接连接符 2"/>
          <p:cNvCxnSpPr/>
          <p:nvPr/>
        </p:nvCxnSpPr>
        <p:spPr>
          <a:xfrm>
            <a:off x="4486275" y="2173362"/>
            <a:ext cx="0" cy="1028065"/>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4572000" y="2134627"/>
            <a:ext cx="1629292" cy="553998"/>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000" b="1" dirty="0">
                <a:solidFill>
                  <a:srgbClr val="EE464C"/>
                </a:solidFill>
                <a:latin typeface="Arial" panose="020B0604020202020204"/>
                <a:ea typeface="微软雅黑" panose="020B0503020204020204" pitchFamily="34" charset="-122"/>
              </a:rPr>
              <a:t>PART02</a:t>
            </a:r>
            <a:endParaRPr lang="zh-CN" altLang="en-US" sz="3000" b="1" dirty="0">
              <a:solidFill>
                <a:srgbClr val="EE464C"/>
              </a:solidFill>
              <a:latin typeface="Arial" panose="020B0604020202020204"/>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par>
                          <p:cTn id="17" fill="hold">
                            <p:stCondLst>
                              <p:cond delay="1000"/>
                            </p:stCondLst>
                            <p:childTnLst>
                              <p:par>
                                <p:cTn id="18" presetID="12" presetClass="entr" presetSubtype="8"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p:tgtEl>
                                          <p:spTgt spid="9"/>
                                        </p:tgtEl>
                                        <p:attrNameLst>
                                          <p:attrName>ppt_x</p:attrName>
                                        </p:attrNameLst>
                                      </p:cBhvr>
                                      <p:tavLst>
                                        <p:tav tm="0">
                                          <p:val>
                                            <p:strVal val="#ppt_x-#ppt_w*1.125000"/>
                                          </p:val>
                                        </p:tav>
                                        <p:tav tm="100000">
                                          <p:val>
                                            <p:strVal val="#ppt_x"/>
                                          </p:val>
                                        </p:tav>
                                      </p:tavLst>
                                    </p:anim>
                                    <p:animEffect transition="in" filter="wipe(right)">
                                      <p:cBhvr>
                                        <p:cTn id="21" dur="500"/>
                                        <p:tgtEl>
                                          <p:spTgt spid="9"/>
                                        </p:tgtEl>
                                      </p:cBhvr>
                                    </p:animEffect>
                                  </p:childTnLst>
                                </p:cTn>
                              </p:par>
                              <p:par>
                                <p:cTn id="22" presetID="12" presetClass="entr" presetSubtype="2"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p:tgtEl>
                                          <p:spTgt spid="4"/>
                                        </p:tgtEl>
                                        <p:attrNameLst>
                                          <p:attrName>ppt_x</p:attrName>
                                        </p:attrNameLst>
                                      </p:cBhvr>
                                      <p:tavLst>
                                        <p:tav tm="0">
                                          <p:val>
                                            <p:strVal val="#ppt_x+#ppt_w*1.125000"/>
                                          </p:val>
                                        </p:tav>
                                        <p:tav tm="100000">
                                          <p:val>
                                            <p:strVal val="#ppt_x"/>
                                          </p:val>
                                        </p:tav>
                                      </p:tavLst>
                                    </p:anim>
                                    <p:animEffect transition="in" filter="wipe(left)">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0" y="-1"/>
            <a:ext cx="6746569" cy="951310"/>
            <a:chOff x="0" y="-1"/>
            <a:chExt cx="8995425" cy="1268413"/>
          </a:xfrm>
        </p:grpSpPr>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
              <a:ext cx="1910226" cy="1268413"/>
            </a:xfrm>
            <a:prstGeom prst="rect">
              <a:avLst/>
            </a:prstGeom>
          </p:spPr>
        </p:pic>
        <p:cxnSp>
          <p:nvCxnSpPr>
            <p:cNvPr id="27" name="直接连接符 26"/>
            <p:cNvCxnSpPr/>
            <p:nvPr/>
          </p:nvCxnSpPr>
          <p:spPr>
            <a:xfrm>
              <a:off x="4262011" y="469609"/>
              <a:ext cx="0" cy="540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603568" y="467964"/>
              <a:ext cx="2540847" cy="573193"/>
            </a:xfrm>
            <a:prstGeom prst="rect">
              <a:avLst/>
            </a:prstGeom>
            <a:noFill/>
          </p:spPr>
          <p:txBody>
            <a:bodyPr wrap="none" rtlCol="0">
              <a:spAutoFit/>
              <a:scene3d>
                <a:camera prst="orthographicFront"/>
                <a:lightRig rig="threePt" dir="t"/>
              </a:scene3d>
              <a:sp3d contourW="12700"/>
            </a:bodyPr>
            <a:lstStyle/>
            <a:p>
              <a:pPr algn="r" defTabSz="685800">
                <a:defRPr/>
              </a:pPr>
              <a:r>
                <a:rPr lang="zh-CN" altLang="en-US" sz="2200" dirty="0">
                  <a:solidFill>
                    <a:prstClr val="black"/>
                  </a:solidFill>
                  <a:latin typeface="Arial" panose="020B0604020202020204"/>
                  <a:ea typeface="微软雅黑" panose="020B0503020204020204" pitchFamily="34" charset="-122"/>
                </a:rPr>
                <a:t>小组</a:t>
              </a:r>
              <a:r>
                <a:rPr lang="en-US" altLang="zh-CN" sz="2200" dirty="0">
                  <a:solidFill>
                    <a:prstClr val="black"/>
                  </a:solidFill>
                  <a:latin typeface="Arial" panose="020B0604020202020204"/>
                  <a:ea typeface="微软雅黑" panose="020B0503020204020204" pitchFamily="34" charset="-122"/>
                </a:rPr>
                <a:t>SLOGAN</a:t>
              </a:r>
              <a:endParaRPr lang="en-US" altLang="zh-CN" sz="2200" dirty="0">
                <a:solidFill>
                  <a:prstClr val="black"/>
                </a:solidFill>
                <a:latin typeface="Arial" panose="020B0604020202020204"/>
                <a:ea typeface="微软雅黑" panose="020B0503020204020204" pitchFamily="34" charset="-122"/>
              </a:endParaRPr>
            </a:p>
          </p:txBody>
        </p:sp>
        <p:sp>
          <p:nvSpPr>
            <p:cNvPr id="29" name="文本框 28"/>
            <p:cNvSpPr txBox="1"/>
            <p:nvPr/>
          </p:nvSpPr>
          <p:spPr>
            <a:xfrm>
              <a:off x="4394598" y="485793"/>
              <a:ext cx="4600827" cy="531707"/>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dirty="0">
                  <a:solidFill>
                    <a:schemeClr val="tx1"/>
                  </a:solidFill>
                  <a:latin typeface="Arial" panose="020B0604020202020204"/>
                  <a:ea typeface="微软雅黑" panose="020B0503020204020204" pitchFamily="34" charset="-122"/>
                </a:rPr>
                <a:t>蓝桥相伴，青春不散</a:t>
              </a:r>
              <a:endParaRPr lang="zh-CN" altLang="en-US" sz="2000" b="1" dirty="0">
                <a:solidFill>
                  <a:schemeClr val="tx1"/>
                </a:solidFill>
                <a:latin typeface="Arial" panose="020B0604020202020204"/>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占位符 16"/>
          <p:cNvPicPr>
            <a:picLocks noGrp="1" noChangeAspect="1"/>
          </p:cNvPicPr>
          <p:nvPr>
            <p:ph type="pic" sz="quarter" idx="10"/>
          </p:nvPr>
        </p:nvPicPr>
        <p:blipFill>
          <a:blip r:embed="rId1" cstate="print">
            <a:extLst>
              <a:ext uri="{BEBA8EAE-BF5A-486C-A8C5-ECC9F3942E4B}">
                <a14:imgProps xmlns:a14="http://schemas.microsoft.com/office/drawing/2010/main">
                  <a14:imgLayer r:embed="rId2">
                    <a14:imgEffect>
                      <a14:brightnessContrast contrast="40000"/>
                    </a14:imgEffect>
                    <a14:imgEffect>
                      <a14:colorTemperature colorTemp="7200"/>
                    </a14:imgEffect>
                  </a14:imgLayer>
                </a14:imgProps>
              </a:ext>
              <a:ext uri="{28A0092B-C50C-407E-A947-70E740481C1C}">
                <a14:useLocalDpi xmlns:a14="http://schemas.microsoft.com/office/drawing/2010/main" val="0"/>
              </a:ext>
            </a:extLst>
          </a:blip>
          <a:srcRect l="18704" r="18704"/>
          <a:stretch>
            <a:fillRect/>
          </a:stretch>
        </p:blipFill>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rcRect l="28405"/>
          <a:stretch>
            <a:fillRect/>
          </a:stretch>
        </p:blipFill>
        <p:spPr>
          <a:xfrm>
            <a:off x="0" y="0"/>
            <a:ext cx="5545821" cy="5143501"/>
          </a:xfrm>
          <a:custGeom>
            <a:avLst/>
            <a:gdLst>
              <a:gd name="connsiteX0" fmla="*/ 0 w 7394428"/>
              <a:gd name="connsiteY0" fmla="*/ 0 h 6858001"/>
              <a:gd name="connsiteX1" fmla="*/ 7394428 w 7394428"/>
              <a:gd name="connsiteY1" fmla="*/ 0 h 6858001"/>
              <a:gd name="connsiteX2" fmla="*/ 7394428 w 7394428"/>
              <a:gd name="connsiteY2" fmla="*/ 6858001 h 6858001"/>
              <a:gd name="connsiteX3" fmla="*/ 0 w 7394428"/>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7394428" h="6858001">
                <a:moveTo>
                  <a:pt x="0" y="0"/>
                </a:moveTo>
                <a:lnTo>
                  <a:pt x="7394428" y="0"/>
                </a:lnTo>
                <a:lnTo>
                  <a:pt x="7394428" y="6858001"/>
                </a:lnTo>
                <a:lnTo>
                  <a:pt x="0" y="6858001"/>
                </a:lnTo>
                <a:close/>
              </a:path>
            </a:pathLst>
          </a:custGeom>
        </p:spPr>
      </p:pic>
      <p:sp>
        <p:nvSpPr>
          <p:cNvPr id="4" name="文本框 3"/>
          <p:cNvSpPr txBox="1"/>
          <p:nvPr/>
        </p:nvSpPr>
        <p:spPr>
          <a:xfrm>
            <a:off x="4572000" y="2617053"/>
            <a:ext cx="2067560" cy="553085"/>
          </a:xfrm>
          <a:prstGeom prst="rect">
            <a:avLst/>
          </a:prstGeom>
          <a:noFill/>
        </p:spPr>
        <p:txBody>
          <a:bodyPr wrap="none" rtlCol="0">
            <a:spAutoFit/>
            <a:scene3d>
              <a:camera prst="orthographicFront"/>
              <a:lightRig rig="threePt" dir="t"/>
            </a:scene3d>
            <a:sp3d contourW="12700"/>
          </a:bodyPr>
          <a:lstStyle/>
          <a:p>
            <a:pPr defTabSz="685800">
              <a:defRPr/>
            </a:pPr>
            <a:r>
              <a:rPr lang="zh-CN" altLang="en-US" sz="3000" b="1" dirty="0">
                <a:solidFill>
                  <a:prstClr val="black"/>
                </a:solidFill>
                <a:latin typeface="Arial" panose="020B0604020202020204"/>
                <a:ea typeface="微软雅黑" panose="020B0503020204020204" pitchFamily="34" charset="-122"/>
              </a:rPr>
              <a:t>小组</a:t>
            </a:r>
            <a:r>
              <a:rPr lang="en-US" altLang="zh-CN" sz="3000" b="1" dirty="0">
                <a:solidFill>
                  <a:prstClr val="black"/>
                </a:solidFill>
                <a:latin typeface="Arial" panose="020B0604020202020204"/>
                <a:ea typeface="微软雅黑" panose="020B0503020204020204" pitchFamily="34" charset="-122"/>
              </a:rPr>
              <a:t>LOGO</a:t>
            </a:r>
            <a:endParaRPr lang="en-US" altLang="zh-CN" sz="3000" b="1" dirty="0">
              <a:solidFill>
                <a:prstClr val="black"/>
              </a:solidFill>
              <a:latin typeface="Arial" panose="020B0604020202020204"/>
              <a:ea typeface="微软雅黑" panose="020B0503020204020204" pitchFamily="34" charset="-122"/>
            </a:endParaRPr>
          </a:p>
        </p:txBody>
      </p:sp>
      <p:cxnSp>
        <p:nvCxnSpPr>
          <p:cNvPr id="3" name="直接连接符 2"/>
          <p:cNvCxnSpPr/>
          <p:nvPr/>
        </p:nvCxnSpPr>
        <p:spPr>
          <a:xfrm>
            <a:off x="4486275" y="2195587"/>
            <a:ext cx="0" cy="99441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4572000" y="2134627"/>
            <a:ext cx="1629292" cy="553998"/>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000" b="1" dirty="0">
                <a:solidFill>
                  <a:srgbClr val="EE464C"/>
                </a:solidFill>
                <a:latin typeface="Arial" panose="020B0604020202020204"/>
                <a:ea typeface="微软雅黑" panose="020B0503020204020204" pitchFamily="34" charset="-122"/>
              </a:rPr>
              <a:t>PART03</a:t>
            </a:r>
            <a:endParaRPr lang="zh-CN" altLang="en-US" sz="3000" b="1" dirty="0">
              <a:solidFill>
                <a:srgbClr val="EE464C"/>
              </a:solidFill>
              <a:latin typeface="Arial" panose="020B0604020202020204"/>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par>
                          <p:cTn id="17" fill="hold">
                            <p:stCondLst>
                              <p:cond delay="1000"/>
                            </p:stCondLst>
                            <p:childTnLst>
                              <p:par>
                                <p:cTn id="18" presetID="12" presetClass="entr" presetSubtype="8"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p:tgtEl>
                                          <p:spTgt spid="9"/>
                                        </p:tgtEl>
                                        <p:attrNameLst>
                                          <p:attrName>ppt_x</p:attrName>
                                        </p:attrNameLst>
                                      </p:cBhvr>
                                      <p:tavLst>
                                        <p:tav tm="0">
                                          <p:val>
                                            <p:strVal val="#ppt_x-#ppt_w*1.125000"/>
                                          </p:val>
                                        </p:tav>
                                        <p:tav tm="100000">
                                          <p:val>
                                            <p:strVal val="#ppt_x"/>
                                          </p:val>
                                        </p:tav>
                                      </p:tavLst>
                                    </p:anim>
                                    <p:animEffect transition="in" filter="wipe(right)">
                                      <p:cBhvr>
                                        <p:cTn id="21" dur="500"/>
                                        <p:tgtEl>
                                          <p:spTgt spid="9"/>
                                        </p:tgtEl>
                                      </p:cBhvr>
                                    </p:animEffect>
                                  </p:childTnLst>
                                </p:cTn>
                              </p:par>
                              <p:par>
                                <p:cTn id="22" presetID="12" presetClass="entr" presetSubtype="2"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p:tgtEl>
                                          <p:spTgt spid="4"/>
                                        </p:tgtEl>
                                        <p:attrNameLst>
                                          <p:attrName>ppt_x</p:attrName>
                                        </p:attrNameLst>
                                      </p:cBhvr>
                                      <p:tavLst>
                                        <p:tav tm="0">
                                          <p:val>
                                            <p:strVal val="#ppt_x+#ppt_w*1.125000"/>
                                          </p:val>
                                        </p:tav>
                                        <p:tav tm="100000">
                                          <p:val>
                                            <p:strVal val="#ppt_x"/>
                                          </p:val>
                                        </p:tav>
                                      </p:tavLst>
                                    </p:anim>
                                    <p:animEffect transition="in" filter="wipe(left)">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0" y="-1"/>
            <a:ext cx="2703773" cy="951310"/>
            <a:chOff x="0" y="-1"/>
            <a:chExt cx="3605030" cy="1268413"/>
          </a:xfrm>
        </p:grpSpPr>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
              <a:ext cx="1910226" cy="1268413"/>
            </a:xfrm>
            <a:prstGeom prst="rect">
              <a:avLst/>
            </a:prstGeom>
          </p:spPr>
        </p:pic>
        <p:cxnSp>
          <p:nvCxnSpPr>
            <p:cNvPr id="43" name="直接连接符 42"/>
            <p:cNvCxnSpPr/>
            <p:nvPr/>
          </p:nvCxnSpPr>
          <p:spPr>
            <a:xfrm>
              <a:off x="3605030" y="469609"/>
              <a:ext cx="0" cy="540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1422414" y="440872"/>
              <a:ext cx="2065020" cy="573193"/>
            </a:xfrm>
            <a:prstGeom prst="rect">
              <a:avLst/>
            </a:prstGeom>
            <a:noFill/>
          </p:spPr>
          <p:txBody>
            <a:bodyPr wrap="none" rtlCol="0">
              <a:spAutoFit/>
              <a:scene3d>
                <a:camera prst="orthographicFront"/>
                <a:lightRig rig="threePt" dir="t"/>
              </a:scene3d>
              <a:sp3d contourW="12700"/>
            </a:bodyPr>
            <a:lstStyle/>
            <a:p>
              <a:pPr algn="r" defTabSz="685800">
                <a:defRPr/>
              </a:pPr>
              <a:r>
                <a:rPr lang="zh-CN" altLang="en-US" sz="2200" dirty="0">
                  <a:solidFill>
                    <a:prstClr val="black"/>
                  </a:solidFill>
                  <a:latin typeface="Arial" panose="020B0604020202020204"/>
                  <a:ea typeface="微软雅黑" panose="020B0503020204020204" pitchFamily="34" charset="-122"/>
                </a:rPr>
                <a:t>小组</a:t>
              </a:r>
              <a:r>
                <a:rPr lang="en-US" altLang="zh-CN" sz="2200" dirty="0">
                  <a:solidFill>
                    <a:prstClr val="black"/>
                  </a:solidFill>
                  <a:latin typeface="Arial" panose="020B0604020202020204"/>
                  <a:ea typeface="微软雅黑" panose="020B0503020204020204" pitchFamily="34" charset="-122"/>
                </a:rPr>
                <a:t>LOGO</a:t>
              </a:r>
              <a:endParaRPr lang="en-US" altLang="zh-CN" sz="2200" dirty="0">
                <a:solidFill>
                  <a:prstClr val="black"/>
                </a:solidFill>
                <a:latin typeface="Arial" panose="020B0604020202020204"/>
                <a:ea typeface="微软雅黑" panose="020B0503020204020204" pitchFamily="34" charset="-122"/>
              </a:endParaRPr>
            </a:p>
          </p:txBody>
        </p:sp>
      </p:grpSp>
      <p:pic>
        <p:nvPicPr>
          <p:cNvPr id="6" name="图片 5" descr="0b97bbe9eb72e507cefb33e79373c10"/>
          <p:cNvPicPr>
            <a:picLocks noChangeAspect="1"/>
          </p:cNvPicPr>
          <p:nvPr/>
        </p:nvPicPr>
        <p:blipFill>
          <a:blip r:embed="rId2"/>
          <a:stretch>
            <a:fillRect/>
          </a:stretch>
        </p:blipFill>
        <p:spPr>
          <a:xfrm>
            <a:off x="2873375" y="323850"/>
            <a:ext cx="508000" cy="524510"/>
          </a:xfrm>
          <a:prstGeom prst="rect">
            <a:avLst/>
          </a:prstGeom>
        </p:spPr>
      </p:pic>
      <p:pic>
        <p:nvPicPr>
          <p:cNvPr id="2" name="图片 1" descr="logo"/>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3340" y="1599565"/>
            <a:ext cx="1943735" cy="1943735"/>
          </a:xfrm>
          <a:prstGeom prst="rect">
            <a:avLst/>
          </a:prstGeom>
        </p:spPr>
      </p:pic>
      <p:sp>
        <p:nvSpPr>
          <p:cNvPr id="4" name="文本框 3"/>
          <p:cNvSpPr txBox="1"/>
          <p:nvPr/>
        </p:nvSpPr>
        <p:spPr>
          <a:xfrm>
            <a:off x="4017645" y="1456055"/>
            <a:ext cx="3624580" cy="603250"/>
          </a:xfrm>
          <a:prstGeom prst="rect">
            <a:avLst/>
          </a:prstGeom>
        </p:spPr>
        <p:txBody>
          <a:bodyPr>
            <a:noAutofit/>
          </a:bodyPr>
          <a:p>
            <a:pPr>
              <a:buAutoNum type="arabicPeriod"/>
            </a:pPr>
            <a:r>
              <a:rPr lang="en-US" altLang="zh-CN" sz="1600"/>
              <a:t>logo</a:t>
            </a:r>
            <a:r>
              <a:rPr lang="zh-CN" altLang="en-US" sz="1600"/>
              <a:t>寓意：图案主体为一座蓝桥，蓝色作为主色调，代表着宁静、信任和忠诚，它象征着友情或爱情的连接与沟通，寓意着该校园交友相亲平台将成为年轻人之间建立联系和交流的桥梁。同时，蓝桥的轮廓又似一顶毕业帽，暗示即使毕业，这份由蓝桥牵引的情谊也不会中断。</a:t>
            </a:r>
            <a:endParaRPr lang="zh-CN" altLang="en-US" sz="1600"/>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占位符 16"/>
          <p:cNvPicPr>
            <a:picLocks noGrp="1" noChangeAspect="1"/>
          </p:cNvPicPr>
          <p:nvPr>
            <p:ph type="pic" sz="quarter" idx="10"/>
          </p:nvPr>
        </p:nvPicPr>
        <p:blipFill>
          <a:blip r:embed="rId1" cstate="print">
            <a:extLst>
              <a:ext uri="{BEBA8EAE-BF5A-486C-A8C5-ECC9F3942E4B}">
                <a14:imgProps xmlns:a14="http://schemas.microsoft.com/office/drawing/2010/main">
                  <a14:imgLayer r:embed="rId2">
                    <a14:imgEffect>
                      <a14:brightnessContrast contrast="40000"/>
                    </a14:imgEffect>
                    <a14:imgEffect>
                      <a14:colorTemperature colorTemp="7200"/>
                    </a14:imgEffect>
                  </a14:imgLayer>
                </a14:imgProps>
              </a:ext>
              <a:ext uri="{28A0092B-C50C-407E-A947-70E740481C1C}">
                <a14:useLocalDpi xmlns:a14="http://schemas.microsoft.com/office/drawing/2010/main" val="0"/>
              </a:ext>
            </a:extLst>
          </a:blip>
          <a:srcRect l="18704" r="18704"/>
          <a:stretch>
            <a:fillRect/>
          </a:stretch>
        </p:blipFill>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rcRect l="28405"/>
          <a:stretch>
            <a:fillRect/>
          </a:stretch>
        </p:blipFill>
        <p:spPr>
          <a:xfrm>
            <a:off x="0" y="0"/>
            <a:ext cx="5545821" cy="5143501"/>
          </a:xfrm>
          <a:custGeom>
            <a:avLst/>
            <a:gdLst>
              <a:gd name="connsiteX0" fmla="*/ 0 w 7394428"/>
              <a:gd name="connsiteY0" fmla="*/ 0 h 6858001"/>
              <a:gd name="connsiteX1" fmla="*/ 7394428 w 7394428"/>
              <a:gd name="connsiteY1" fmla="*/ 0 h 6858001"/>
              <a:gd name="connsiteX2" fmla="*/ 7394428 w 7394428"/>
              <a:gd name="connsiteY2" fmla="*/ 6858001 h 6858001"/>
              <a:gd name="connsiteX3" fmla="*/ 0 w 7394428"/>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7394428" h="6858001">
                <a:moveTo>
                  <a:pt x="0" y="0"/>
                </a:moveTo>
                <a:lnTo>
                  <a:pt x="7394428" y="0"/>
                </a:lnTo>
                <a:lnTo>
                  <a:pt x="7394428" y="6858001"/>
                </a:lnTo>
                <a:lnTo>
                  <a:pt x="0" y="6858001"/>
                </a:lnTo>
                <a:close/>
              </a:path>
            </a:pathLst>
          </a:custGeom>
        </p:spPr>
      </p:pic>
      <p:sp>
        <p:nvSpPr>
          <p:cNvPr id="4" name="文本框 3"/>
          <p:cNvSpPr txBox="1"/>
          <p:nvPr/>
        </p:nvSpPr>
        <p:spPr>
          <a:xfrm>
            <a:off x="4572000" y="2617053"/>
            <a:ext cx="2468880" cy="553085"/>
          </a:xfrm>
          <a:prstGeom prst="rect">
            <a:avLst/>
          </a:prstGeom>
          <a:noFill/>
        </p:spPr>
        <p:txBody>
          <a:bodyPr wrap="none" rtlCol="0">
            <a:spAutoFit/>
            <a:scene3d>
              <a:camera prst="orthographicFront"/>
              <a:lightRig rig="threePt" dir="t"/>
            </a:scene3d>
            <a:sp3d contourW="12700"/>
          </a:bodyPr>
          <a:lstStyle/>
          <a:p>
            <a:pPr defTabSz="685800">
              <a:defRPr/>
            </a:pPr>
            <a:r>
              <a:rPr lang="zh-CN" altLang="en-US" sz="3000" b="1" dirty="0">
                <a:solidFill>
                  <a:prstClr val="black"/>
                </a:solidFill>
                <a:latin typeface="Arial" panose="020B0604020202020204"/>
                <a:ea typeface="微软雅黑" panose="020B0503020204020204" pitchFamily="34" charset="-122"/>
              </a:rPr>
              <a:t>小组成员</a:t>
            </a:r>
            <a:r>
              <a:rPr lang="zh-CN" altLang="en-US" sz="3000" b="1" dirty="0">
                <a:solidFill>
                  <a:prstClr val="black"/>
                </a:solidFill>
                <a:latin typeface="Arial" panose="020B0604020202020204"/>
                <a:ea typeface="微软雅黑" panose="020B0503020204020204" pitchFamily="34" charset="-122"/>
              </a:rPr>
              <a:t>简介</a:t>
            </a:r>
            <a:endParaRPr lang="zh-CN" altLang="en-US" sz="3000" b="1" dirty="0">
              <a:solidFill>
                <a:prstClr val="black"/>
              </a:solidFill>
              <a:latin typeface="Arial" panose="020B0604020202020204"/>
              <a:ea typeface="微软雅黑" panose="020B0503020204020204" pitchFamily="34" charset="-122"/>
            </a:endParaRPr>
          </a:p>
        </p:txBody>
      </p:sp>
      <p:cxnSp>
        <p:nvCxnSpPr>
          <p:cNvPr id="3" name="直接连接符 2"/>
          <p:cNvCxnSpPr/>
          <p:nvPr/>
        </p:nvCxnSpPr>
        <p:spPr>
          <a:xfrm>
            <a:off x="4486275" y="2223527"/>
            <a:ext cx="0" cy="96647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4572000" y="2134627"/>
            <a:ext cx="1629292" cy="553998"/>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000" b="1" dirty="0">
                <a:solidFill>
                  <a:srgbClr val="EE464C"/>
                </a:solidFill>
                <a:latin typeface="Arial" panose="020B0604020202020204"/>
                <a:ea typeface="微软雅黑" panose="020B0503020204020204" pitchFamily="34" charset="-122"/>
              </a:rPr>
              <a:t>PART04</a:t>
            </a:r>
            <a:endParaRPr lang="zh-CN" altLang="en-US" sz="3000" b="1" dirty="0">
              <a:solidFill>
                <a:srgbClr val="EE464C"/>
              </a:solidFill>
              <a:latin typeface="Arial" panose="020B0604020202020204"/>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par>
                          <p:cTn id="17" fill="hold">
                            <p:stCondLst>
                              <p:cond delay="1000"/>
                            </p:stCondLst>
                            <p:childTnLst>
                              <p:par>
                                <p:cTn id="18" presetID="12" presetClass="entr" presetSubtype="8"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p:tgtEl>
                                          <p:spTgt spid="9"/>
                                        </p:tgtEl>
                                        <p:attrNameLst>
                                          <p:attrName>ppt_x</p:attrName>
                                        </p:attrNameLst>
                                      </p:cBhvr>
                                      <p:tavLst>
                                        <p:tav tm="0">
                                          <p:val>
                                            <p:strVal val="#ppt_x-#ppt_w*1.125000"/>
                                          </p:val>
                                        </p:tav>
                                        <p:tav tm="100000">
                                          <p:val>
                                            <p:strVal val="#ppt_x"/>
                                          </p:val>
                                        </p:tav>
                                      </p:tavLst>
                                    </p:anim>
                                    <p:animEffect transition="in" filter="wipe(right)">
                                      <p:cBhvr>
                                        <p:cTn id="21" dur="500"/>
                                        <p:tgtEl>
                                          <p:spTgt spid="9"/>
                                        </p:tgtEl>
                                      </p:cBhvr>
                                    </p:animEffect>
                                  </p:childTnLst>
                                </p:cTn>
                              </p:par>
                              <p:par>
                                <p:cTn id="22" presetID="12" presetClass="entr" presetSubtype="2"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p:tgtEl>
                                          <p:spTgt spid="4"/>
                                        </p:tgtEl>
                                        <p:attrNameLst>
                                          <p:attrName>ppt_x</p:attrName>
                                        </p:attrNameLst>
                                      </p:cBhvr>
                                      <p:tavLst>
                                        <p:tav tm="0">
                                          <p:val>
                                            <p:strVal val="#ppt_x+#ppt_w*1.125000"/>
                                          </p:val>
                                        </p:tav>
                                        <p:tav tm="100000">
                                          <p:val>
                                            <p:strVal val="#ppt_x"/>
                                          </p:val>
                                        </p:tav>
                                      </p:tavLst>
                                    </p:anim>
                                    <p:animEffect transition="in" filter="wipe(left)">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íṩľíḍè-Frame 2"/>
          <p:cNvSpPr/>
          <p:nvPr>
            <p:custDataLst>
              <p:tags r:id="rId1"/>
            </p:custDataLst>
          </p:nvPr>
        </p:nvSpPr>
        <p:spPr>
          <a:xfrm rot="18900000">
            <a:off x="4739549" y="2092663"/>
            <a:ext cx="808997" cy="808997"/>
          </a:xfrm>
          <a:prstGeom prst="frame">
            <a:avLst>
              <a:gd name="adj1" fmla="val 7164"/>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black"/>
              </a:solidFill>
              <a:latin typeface="Arial" panose="020B0604020202020204"/>
              <a:ea typeface="微软雅黑" panose="020B0503020204020204" pitchFamily="34" charset="-122"/>
            </a:endParaRPr>
          </a:p>
        </p:txBody>
      </p:sp>
      <p:sp>
        <p:nvSpPr>
          <p:cNvPr id="4" name="íṩľíḍè-Frame 3"/>
          <p:cNvSpPr/>
          <p:nvPr>
            <p:custDataLst>
              <p:tags r:id="rId2"/>
            </p:custDataLst>
          </p:nvPr>
        </p:nvSpPr>
        <p:spPr>
          <a:xfrm rot="18900000">
            <a:off x="3595455" y="2092663"/>
            <a:ext cx="808997" cy="808997"/>
          </a:xfrm>
          <a:prstGeom prst="frame">
            <a:avLst>
              <a:gd name="adj1" fmla="val 7164"/>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black"/>
              </a:solidFill>
              <a:latin typeface="Arial" panose="020B0604020202020204"/>
              <a:ea typeface="微软雅黑" panose="020B0503020204020204" pitchFamily="34" charset="-122"/>
            </a:endParaRPr>
          </a:p>
        </p:txBody>
      </p:sp>
      <p:pic>
        <p:nvPicPr>
          <p:cNvPr id="8" name="图片占位符 7"/>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l="16581" r="16581"/>
          <a:stretch>
            <a:fillRect/>
          </a:stretch>
        </p:blipFill>
        <p:spPr/>
      </p:pic>
      <p:pic>
        <p:nvPicPr>
          <p:cNvPr id="9" name="图片占位符 8"/>
          <p:cNvPicPr>
            <a:picLocks noGrp="1" noChangeAspect="1"/>
          </p:cNvPicPr>
          <p:nvPr>
            <p:ph type="pic" sz="quarter" idx="11"/>
          </p:nvPr>
        </p:nvPicPr>
        <p:blipFill>
          <a:blip r:embed="rId4" cstate="print">
            <a:extLst>
              <a:ext uri="{28A0092B-C50C-407E-A947-70E740481C1C}">
                <a14:useLocalDpi xmlns:a14="http://schemas.microsoft.com/office/drawing/2010/main" val="0"/>
              </a:ext>
            </a:extLst>
          </a:blip>
          <a:srcRect l="16581" r="16581"/>
          <a:stretch>
            <a:fillRect/>
          </a:stretch>
        </p:blipFill>
        <p:spPr/>
      </p:pic>
      <p:sp>
        <p:nvSpPr>
          <p:cNvPr id="22" name="íṩľíḍè-Oval 21"/>
          <p:cNvSpPr/>
          <p:nvPr>
            <p:custDataLst>
              <p:tags r:id="rId5"/>
            </p:custDataLst>
          </p:nvPr>
        </p:nvSpPr>
        <p:spPr>
          <a:xfrm>
            <a:off x="2655941" y="1751911"/>
            <a:ext cx="499346" cy="499343"/>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dirty="0">
              <a:solidFill>
                <a:prstClr val="white"/>
              </a:solidFill>
              <a:latin typeface="Arial" panose="020B0604020202020204"/>
              <a:ea typeface="微软雅黑" panose="020B0503020204020204" pitchFamily="34" charset="-122"/>
            </a:endParaRPr>
          </a:p>
        </p:txBody>
      </p:sp>
      <p:sp>
        <p:nvSpPr>
          <p:cNvPr id="23" name="íṩľíḍè-Freeform 70"/>
          <p:cNvSpPr>
            <a:spLocks noEditPoints="1"/>
          </p:cNvSpPr>
          <p:nvPr>
            <p:custDataLst>
              <p:tags r:id="rId6"/>
            </p:custDataLst>
          </p:nvPr>
        </p:nvSpPr>
        <p:spPr bwMode="auto">
          <a:xfrm>
            <a:off x="2790821" y="1891016"/>
            <a:ext cx="229586" cy="221132"/>
          </a:xfrm>
          <a:custGeom>
            <a:avLst/>
            <a:gdLst>
              <a:gd name="T0" fmla="*/ 4096 w 6827"/>
              <a:gd name="T1" fmla="*/ 4551 h 6827"/>
              <a:gd name="T2" fmla="*/ 6258 w 6827"/>
              <a:gd name="T3" fmla="*/ 4096 h 6827"/>
              <a:gd name="T4" fmla="*/ 2348 w 6827"/>
              <a:gd name="T5" fmla="*/ 4911 h 6827"/>
              <a:gd name="T6" fmla="*/ 569 w 6827"/>
              <a:gd name="T7" fmla="*/ 4551 h 6827"/>
              <a:gd name="T8" fmla="*/ 569 w 6827"/>
              <a:gd name="T9" fmla="*/ 3982 h 6827"/>
              <a:gd name="T10" fmla="*/ 1707 w 6827"/>
              <a:gd name="T11" fmla="*/ 2503 h 6827"/>
              <a:gd name="T12" fmla="*/ 3868 w 6827"/>
              <a:gd name="T13" fmla="*/ 2731 h 6827"/>
              <a:gd name="T14" fmla="*/ 5827 w 6827"/>
              <a:gd name="T15" fmla="*/ 2004 h 6827"/>
              <a:gd name="T16" fmla="*/ 6258 w 6827"/>
              <a:gd name="T17" fmla="*/ 1820 h 6827"/>
              <a:gd name="T18" fmla="*/ 4779 w 6827"/>
              <a:gd name="T19" fmla="*/ 0 h 6827"/>
              <a:gd name="T20" fmla="*/ 2854 w 6827"/>
              <a:gd name="T21" fmla="*/ 2381 h 6827"/>
              <a:gd name="T22" fmla="*/ 1239 w 6827"/>
              <a:gd name="T23" fmla="*/ 2257 h 6827"/>
              <a:gd name="T24" fmla="*/ 569 w 6827"/>
              <a:gd name="T25" fmla="*/ 2844 h 6827"/>
              <a:gd name="T26" fmla="*/ 569 w 6827"/>
              <a:gd name="T27" fmla="*/ 2276 h 6827"/>
              <a:gd name="T28" fmla="*/ 569 w 6827"/>
              <a:gd name="T29" fmla="*/ 1707 h 6827"/>
              <a:gd name="T30" fmla="*/ 569 w 6827"/>
              <a:gd name="T31" fmla="*/ 1138 h 6827"/>
              <a:gd name="T32" fmla="*/ 569 w 6827"/>
              <a:gd name="T33" fmla="*/ 569 h 6827"/>
              <a:gd name="T34" fmla="*/ 341 w 6827"/>
              <a:gd name="T35" fmla="*/ 0 h 6827"/>
              <a:gd name="T36" fmla="*/ 114 w 6827"/>
              <a:gd name="T37" fmla="*/ 569 h 6827"/>
              <a:gd name="T38" fmla="*/ 114 w 6827"/>
              <a:gd name="T39" fmla="*/ 1138 h 6827"/>
              <a:gd name="T40" fmla="*/ 114 w 6827"/>
              <a:gd name="T41" fmla="*/ 1707 h 6827"/>
              <a:gd name="T42" fmla="*/ 114 w 6827"/>
              <a:gd name="T43" fmla="*/ 2276 h 6827"/>
              <a:gd name="T44" fmla="*/ 114 w 6827"/>
              <a:gd name="T45" fmla="*/ 2844 h 6827"/>
              <a:gd name="T46" fmla="*/ 114 w 6827"/>
              <a:gd name="T47" fmla="*/ 3413 h 6827"/>
              <a:gd name="T48" fmla="*/ 114 w 6827"/>
              <a:gd name="T49" fmla="*/ 3982 h 6827"/>
              <a:gd name="T50" fmla="*/ 114 w 6827"/>
              <a:gd name="T51" fmla="*/ 4551 h 6827"/>
              <a:gd name="T52" fmla="*/ 114 w 6827"/>
              <a:gd name="T53" fmla="*/ 5120 h 6827"/>
              <a:gd name="T54" fmla="*/ 114 w 6827"/>
              <a:gd name="T55" fmla="*/ 5689 h 6827"/>
              <a:gd name="T56" fmla="*/ 114 w 6827"/>
              <a:gd name="T57" fmla="*/ 6258 h 6827"/>
              <a:gd name="T58" fmla="*/ 683 w 6827"/>
              <a:gd name="T59" fmla="*/ 6713 h 6827"/>
              <a:gd name="T60" fmla="*/ 1252 w 6827"/>
              <a:gd name="T61" fmla="*/ 6713 h 6827"/>
              <a:gd name="T62" fmla="*/ 1820 w 6827"/>
              <a:gd name="T63" fmla="*/ 6713 h 6827"/>
              <a:gd name="T64" fmla="*/ 2389 w 6827"/>
              <a:gd name="T65" fmla="*/ 6713 h 6827"/>
              <a:gd name="T66" fmla="*/ 2958 w 6827"/>
              <a:gd name="T67" fmla="*/ 6713 h 6827"/>
              <a:gd name="T68" fmla="*/ 3527 w 6827"/>
              <a:gd name="T69" fmla="*/ 6713 h 6827"/>
              <a:gd name="T70" fmla="*/ 4096 w 6827"/>
              <a:gd name="T71" fmla="*/ 6713 h 6827"/>
              <a:gd name="T72" fmla="*/ 4665 w 6827"/>
              <a:gd name="T73" fmla="*/ 6713 h 6827"/>
              <a:gd name="T74" fmla="*/ 5234 w 6827"/>
              <a:gd name="T75" fmla="*/ 6713 h 6827"/>
              <a:gd name="T76" fmla="*/ 5803 w 6827"/>
              <a:gd name="T77" fmla="*/ 6713 h 6827"/>
              <a:gd name="T78" fmla="*/ 6371 w 6827"/>
              <a:gd name="T79" fmla="*/ 6713 h 6827"/>
              <a:gd name="T80" fmla="*/ 6827 w 6827"/>
              <a:gd name="T81" fmla="*/ 6485 h 6827"/>
              <a:gd name="T82" fmla="*/ 6371 w 6827"/>
              <a:gd name="T83" fmla="*/ 6258 h 6827"/>
              <a:gd name="T84" fmla="*/ 5803 w 6827"/>
              <a:gd name="T85" fmla="*/ 6258 h 6827"/>
              <a:gd name="T86" fmla="*/ 5234 w 6827"/>
              <a:gd name="T87" fmla="*/ 6258 h 6827"/>
              <a:gd name="T88" fmla="*/ 4665 w 6827"/>
              <a:gd name="T89" fmla="*/ 6258 h 6827"/>
              <a:gd name="T90" fmla="*/ 4096 w 6827"/>
              <a:gd name="T91" fmla="*/ 6258 h 6827"/>
              <a:gd name="T92" fmla="*/ 3527 w 6827"/>
              <a:gd name="T93" fmla="*/ 6258 h 6827"/>
              <a:gd name="T94" fmla="*/ 2958 w 6827"/>
              <a:gd name="T95" fmla="*/ 6258 h 6827"/>
              <a:gd name="T96" fmla="*/ 2389 w 6827"/>
              <a:gd name="T97" fmla="*/ 6258 h 6827"/>
              <a:gd name="T98" fmla="*/ 1820 w 6827"/>
              <a:gd name="T99" fmla="*/ 6258 h 6827"/>
              <a:gd name="T100" fmla="*/ 1252 w 6827"/>
              <a:gd name="T101" fmla="*/ 6258 h 6827"/>
              <a:gd name="T102" fmla="*/ 683 w 6827"/>
              <a:gd name="T103" fmla="*/ 6258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827" h="6827">
                <a:moveTo>
                  <a:pt x="1263" y="5234"/>
                </a:moveTo>
                <a:cubicBezTo>
                  <a:pt x="1316" y="5493"/>
                  <a:pt x="1546" y="5689"/>
                  <a:pt x="1820" y="5689"/>
                </a:cubicBezTo>
                <a:cubicBezTo>
                  <a:pt x="2114" y="5689"/>
                  <a:pt x="2354" y="5464"/>
                  <a:pt x="2383" y="5178"/>
                </a:cubicBezTo>
                <a:lnTo>
                  <a:pt x="3568" y="4191"/>
                </a:lnTo>
                <a:cubicBezTo>
                  <a:pt x="3652" y="4401"/>
                  <a:pt x="3856" y="4551"/>
                  <a:pt x="4096" y="4551"/>
                </a:cubicBezTo>
                <a:cubicBezTo>
                  <a:pt x="4348" y="4551"/>
                  <a:pt x="4560" y="4385"/>
                  <a:pt x="4635" y="4157"/>
                </a:cubicBezTo>
                <a:lnTo>
                  <a:pt x="5696" y="4736"/>
                </a:lnTo>
                <a:cubicBezTo>
                  <a:pt x="5732" y="5016"/>
                  <a:pt x="5969" y="5234"/>
                  <a:pt x="6258" y="5234"/>
                </a:cubicBezTo>
                <a:cubicBezTo>
                  <a:pt x="6571" y="5234"/>
                  <a:pt x="6827" y="4979"/>
                  <a:pt x="6827" y="4665"/>
                </a:cubicBezTo>
                <a:cubicBezTo>
                  <a:pt x="6827" y="4351"/>
                  <a:pt x="6571" y="4096"/>
                  <a:pt x="6258" y="4096"/>
                </a:cubicBezTo>
                <a:cubicBezTo>
                  <a:pt x="6006" y="4096"/>
                  <a:pt x="5794" y="4262"/>
                  <a:pt x="5719" y="4490"/>
                </a:cubicBezTo>
                <a:lnTo>
                  <a:pt x="4658" y="3911"/>
                </a:lnTo>
                <a:cubicBezTo>
                  <a:pt x="4622" y="3631"/>
                  <a:pt x="4385" y="3413"/>
                  <a:pt x="4096" y="3413"/>
                </a:cubicBezTo>
                <a:cubicBezTo>
                  <a:pt x="3802" y="3413"/>
                  <a:pt x="3563" y="3638"/>
                  <a:pt x="3533" y="3924"/>
                </a:cubicBezTo>
                <a:lnTo>
                  <a:pt x="2348" y="4911"/>
                </a:lnTo>
                <a:cubicBezTo>
                  <a:pt x="2265" y="4701"/>
                  <a:pt x="2060" y="4551"/>
                  <a:pt x="1820" y="4551"/>
                </a:cubicBezTo>
                <a:cubicBezTo>
                  <a:pt x="1546" y="4551"/>
                  <a:pt x="1316" y="4747"/>
                  <a:pt x="1263" y="5006"/>
                </a:cubicBezTo>
                <a:lnTo>
                  <a:pt x="455" y="5006"/>
                </a:lnTo>
                <a:lnTo>
                  <a:pt x="455" y="4551"/>
                </a:lnTo>
                <a:lnTo>
                  <a:pt x="569" y="4551"/>
                </a:lnTo>
                <a:cubicBezTo>
                  <a:pt x="632" y="4551"/>
                  <a:pt x="683" y="4500"/>
                  <a:pt x="683" y="4437"/>
                </a:cubicBezTo>
                <a:cubicBezTo>
                  <a:pt x="683" y="4374"/>
                  <a:pt x="632" y="4324"/>
                  <a:pt x="569" y="4324"/>
                </a:cubicBezTo>
                <a:lnTo>
                  <a:pt x="455" y="4324"/>
                </a:lnTo>
                <a:lnTo>
                  <a:pt x="455" y="3982"/>
                </a:lnTo>
                <a:lnTo>
                  <a:pt x="569" y="3982"/>
                </a:lnTo>
                <a:cubicBezTo>
                  <a:pt x="632" y="3982"/>
                  <a:pt x="683" y="3931"/>
                  <a:pt x="683" y="3868"/>
                </a:cubicBezTo>
                <a:cubicBezTo>
                  <a:pt x="683" y="3806"/>
                  <a:pt x="632" y="3755"/>
                  <a:pt x="569" y="3755"/>
                </a:cubicBezTo>
                <a:lnTo>
                  <a:pt x="480" y="3755"/>
                </a:lnTo>
                <a:lnTo>
                  <a:pt x="1407" y="2416"/>
                </a:lnTo>
                <a:cubicBezTo>
                  <a:pt x="1494" y="2470"/>
                  <a:pt x="1596" y="2503"/>
                  <a:pt x="1707" y="2503"/>
                </a:cubicBezTo>
                <a:cubicBezTo>
                  <a:pt x="1888" y="2503"/>
                  <a:pt x="2048" y="2416"/>
                  <a:pt x="2152" y="2284"/>
                </a:cubicBezTo>
                <a:lnTo>
                  <a:pt x="2752" y="2584"/>
                </a:lnTo>
                <a:cubicBezTo>
                  <a:pt x="2740" y="2631"/>
                  <a:pt x="2731" y="2680"/>
                  <a:pt x="2731" y="2731"/>
                </a:cubicBezTo>
                <a:cubicBezTo>
                  <a:pt x="2731" y="3044"/>
                  <a:pt x="2986" y="3300"/>
                  <a:pt x="3300" y="3300"/>
                </a:cubicBezTo>
                <a:cubicBezTo>
                  <a:pt x="3613" y="3300"/>
                  <a:pt x="3868" y="3044"/>
                  <a:pt x="3868" y="2731"/>
                </a:cubicBezTo>
                <a:cubicBezTo>
                  <a:pt x="3868" y="2608"/>
                  <a:pt x="3829" y="2496"/>
                  <a:pt x="3763" y="2403"/>
                </a:cubicBezTo>
                <a:lnTo>
                  <a:pt x="4488" y="1055"/>
                </a:lnTo>
                <a:cubicBezTo>
                  <a:pt x="4574" y="1107"/>
                  <a:pt x="4672" y="1138"/>
                  <a:pt x="4779" y="1138"/>
                </a:cubicBezTo>
                <a:cubicBezTo>
                  <a:pt x="4891" y="1138"/>
                  <a:pt x="4995" y="1104"/>
                  <a:pt x="5083" y="1048"/>
                </a:cubicBezTo>
                <a:lnTo>
                  <a:pt x="5827" y="2004"/>
                </a:lnTo>
                <a:cubicBezTo>
                  <a:pt x="5829" y="2007"/>
                  <a:pt x="5833" y="2009"/>
                  <a:pt x="5836" y="2011"/>
                </a:cubicBezTo>
                <a:cubicBezTo>
                  <a:pt x="5745" y="2112"/>
                  <a:pt x="5689" y="2244"/>
                  <a:pt x="5689" y="2389"/>
                </a:cubicBezTo>
                <a:cubicBezTo>
                  <a:pt x="5689" y="2703"/>
                  <a:pt x="5944" y="2958"/>
                  <a:pt x="6258" y="2958"/>
                </a:cubicBezTo>
                <a:cubicBezTo>
                  <a:pt x="6571" y="2958"/>
                  <a:pt x="6827" y="2703"/>
                  <a:pt x="6827" y="2389"/>
                </a:cubicBezTo>
                <a:cubicBezTo>
                  <a:pt x="6827" y="2076"/>
                  <a:pt x="6571" y="1820"/>
                  <a:pt x="6258" y="1820"/>
                </a:cubicBezTo>
                <a:cubicBezTo>
                  <a:pt x="6170" y="1820"/>
                  <a:pt x="6087" y="1842"/>
                  <a:pt x="6013" y="1878"/>
                </a:cubicBezTo>
                <a:cubicBezTo>
                  <a:pt x="6010" y="1874"/>
                  <a:pt x="6010" y="1869"/>
                  <a:pt x="6006" y="1864"/>
                </a:cubicBezTo>
                <a:lnTo>
                  <a:pt x="5248" y="890"/>
                </a:lnTo>
                <a:cubicBezTo>
                  <a:pt x="5311" y="798"/>
                  <a:pt x="5348" y="688"/>
                  <a:pt x="5348" y="569"/>
                </a:cubicBezTo>
                <a:cubicBezTo>
                  <a:pt x="5348" y="255"/>
                  <a:pt x="5092" y="0"/>
                  <a:pt x="4779" y="0"/>
                </a:cubicBezTo>
                <a:cubicBezTo>
                  <a:pt x="4465" y="0"/>
                  <a:pt x="4210" y="255"/>
                  <a:pt x="4210" y="569"/>
                </a:cubicBezTo>
                <a:cubicBezTo>
                  <a:pt x="4210" y="691"/>
                  <a:pt x="4249" y="804"/>
                  <a:pt x="4315" y="897"/>
                </a:cubicBezTo>
                <a:lnTo>
                  <a:pt x="3590" y="2244"/>
                </a:lnTo>
                <a:cubicBezTo>
                  <a:pt x="3505" y="2193"/>
                  <a:pt x="3406" y="2162"/>
                  <a:pt x="3300" y="2162"/>
                </a:cubicBezTo>
                <a:cubicBezTo>
                  <a:pt x="3118" y="2162"/>
                  <a:pt x="2959" y="2248"/>
                  <a:pt x="2854" y="2381"/>
                </a:cubicBezTo>
                <a:lnTo>
                  <a:pt x="2254" y="2081"/>
                </a:lnTo>
                <a:cubicBezTo>
                  <a:pt x="2267" y="2034"/>
                  <a:pt x="2276" y="1985"/>
                  <a:pt x="2276" y="1934"/>
                </a:cubicBezTo>
                <a:cubicBezTo>
                  <a:pt x="2276" y="1621"/>
                  <a:pt x="2020" y="1365"/>
                  <a:pt x="1707" y="1365"/>
                </a:cubicBezTo>
                <a:cubicBezTo>
                  <a:pt x="1393" y="1365"/>
                  <a:pt x="1138" y="1621"/>
                  <a:pt x="1138" y="1934"/>
                </a:cubicBezTo>
                <a:cubicBezTo>
                  <a:pt x="1138" y="2054"/>
                  <a:pt x="1176" y="2166"/>
                  <a:pt x="1239" y="2257"/>
                </a:cubicBezTo>
                <a:lnTo>
                  <a:pt x="593" y="3191"/>
                </a:lnTo>
                <a:cubicBezTo>
                  <a:pt x="585" y="3189"/>
                  <a:pt x="578" y="3186"/>
                  <a:pt x="569" y="3186"/>
                </a:cubicBezTo>
                <a:lnTo>
                  <a:pt x="455" y="3186"/>
                </a:lnTo>
                <a:lnTo>
                  <a:pt x="455" y="2844"/>
                </a:lnTo>
                <a:lnTo>
                  <a:pt x="569" y="2844"/>
                </a:lnTo>
                <a:cubicBezTo>
                  <a:pt x="632" y="2844"/>
                  <a:pt x="683" y="2794"/>
                  <a:pt x="683" y="2731"/>
                </a:cubicBezTo>
                <a:cubicBezTo>
                  <a:pt x="683" y="2668"/>
                  <a:pt x="632" y="2617"/>
                  <a:pt x="569" y="2617"/>
                </a:cubicBezTo>
                <a:lnTo>
                  <a:pt x="455" y="2617"/>
                </a:lnTo>
                <a:lnTo>
                  <a:pt x="455" y="2276"/>
                </a:lnTo>
                <a:lnTo>
                  <a:pt x="569" y="2276"/>
                </a:lnTo>
                <a:cubicBezTo>
                  <a:pt x="632" y="2276"/>
                  <a:pt x="683" y="2225"/>
                  <a:pt x="683" y="2162"/>
                </a:cubicBezTo>
                <a:cubicBezTo>
                  <a:pt x="683" y="2099"/>
                  <a:pt x="632" y="2048"/>
                  <a:pt x="569" y="2048"/>
                </a:cubicBezTo>
                <a:lnTo>
                  <a:pt x="455" y="2048"/>
                </a:lnTo>
                <a:lnTo>
                  <a:pt x="455" y="1707"/>
                </a:lnTo>
                <a:lnTo>
                  <a:pt x="569" y="1707"/>
                </a:lnTo>
                <a:cubicBezTo>
                  <a:pt x="632" y="1707"/>
                  <a:pt x="683" y="1656"/>
                  <a:pt x="683" y="1593"/>
                </a:cubicBezTo>
                <a:cubicBezTo>
                  <a:pt x="683" y="1530"/>
                  <a:pt x="632" y="1479"/>
                  <a:pt x="569" y="1479"/>
                </a:cubicBezTo>
                <a:lnTo>
                  <a:pt x="455" y="1479"/>
                </a:lnTo>
                <a:lnTo>
                  <a:pt x="455" y="1138"/>
                </a:lnTo>
                <a:lnTo>
                  <a:pt x="569" y="1138"/>
                </a:lnTo>
                <a:cubicBezTo>
                  <a:pt x="632" y="1138"/>
                  <a:pt x="683" y="1087"/>
                  <a:pt x="683" y="1024"/>
                </a:cubicBezTo>
                <a:cubicBezTo>
                  <a:pt x="683" y="961"/>
                  <a:pt x="632" y="910"/>
                  <a:pt x="569" y="910"/>
                </a:cubicBezTo>
                <a:lnTo>
                  <a:pt x="455" y="910"/>
                </a:lnTo>
                <a:lnTo>
                  <a:pt x="455" y="569"/>
                </a:lnTo>
                <a:lnTo>
                  <a:pt x="569" y="569"/>
                </a:lnTo>
                <a:cubicBezTo>
                  <a:pt x="632" y="569"/>
                  <a:pt x="683" y="518"/>
                  <a:pt x="683" y="455"/>
                </a:cubicBezTo>
                <a:cubicBezTo>
                  <a:pt x="683" y="392"/>
                  <a:pt x="632" y="341"/>
                  <a:pt x="569" y="341"/>
                </a:cubicBezTo>
                <a:lnTo>
                  <a:pt x="455" y="341"/>
                </a:lnTo>
                <a:lnTo>
                  <a:pt x="455" y="114"/>
                </a:lnTo>
                <a:cubicBezTo>
                  <a:pt x="455" y="51"/>
                  <a:pt x="404" y="0"/>
                  <a:pt x="341" y="0"/>
                </a:cubicBezTo>
                <a:cubicBezTo>
                  <a:pt x="278" y="0"/>
                  <a:pt x="228" y="51"/>
                  <a:pt x="228" y="114"/>
                </a:cubicBezTo>
                <a:lnTo>
                  <a:pt x="228" y="341"/>
                </a:lnTo>
                <a:lnTo>
                  <a:pt x="114" y="341"/>
                </a:lnTo>
                <a:cubicBezTo>
                  <a:pt x="51" y="341"/>
                  <a:pt x="0" y="392"/>
                  <a:pt x="0" y="455"/>
                </a:cubicBezTo>
                <a:cubicBezTo>
                  <a:pt x="0" y="518"/>
                  <a:pt x="51" y="569"/>
                  <a:pt x="114" y="569"/>
                </a:cubicBezTo>
                <a:lnTo>
                  <a:pt x="228" y="569"/>
                </a:lnTo>
                <a:lnTo>
                  <a:pt x="228" y="910"/>
                </a:lnTo>
                <a:lnTo>
                  <a:pt x="114" y="910"/>
                </a:lnTo>
                <a:cubicBezTo>
                  <a:pt x="51" y="910"/>
                  <a:pt x="0" y="961"/>
                  <a:pt x="0" y="1024"/>
                </a:cubicBezTo>
                <a:cubicBezTo>
                  <a:pt x="0" y="1087"/>
                  <a:pt x="51" y="1138"/>
                  <a:pt x="114" y="1138"/>
                </a:cubicBezTo>
                <a:lnTo>
                  <a:pt x="228" y="1138"/>
                </a:lnTo>
                <a:lnTo>
                  <a:pt x="228" y="1479"/>
                </a:lnTo>
                <a:lnTo>
                  <a:pt x="114" y="1479"/>
                </a:lnTo>
                <a:cubicBezTo>
                  <a:pt x="51" y="1479"/>
                  <a:pt x="0" y="1530"/>
                  <a:pt x="0" y="1593"/>
                </a:cubicBezTo>
                <a:cubicBezTo>
                  <a:pt x="0" y="1656"/>
                  <a:pt x="51" y="1707"/>
                  <a:pt x="114" y="1707"/>
                </a:cubicBezTo>
                <a:lnTo>
                  <a:pt x="228" y="1707"/>
                </a:lnTo>
                <a:lnTo>
                  <a:pt x="228" y="2048"/>
                </a:lnTo>
                <a:lnTo>
                  <a:pt x="114" y="2048"/>
                </a:lnTo>
                <a:cubicBezTo>
                  <a:pt x="51" y="2048"/>
                  <a:pt x="0" y="2099"/>
                  <a:pt x="0" y="2162"/>
                </a:cubicBezTo>
                <a:cubicBezTo>
                  <a:pt x="0" y="2225"/>
                  <a:pt x="51" y="2276"/>
                  <a:pt x="114" y="2276"/>
                </a:cubicBezTo>
                <a:lnTo>
                  <a:pt x="228" y="2276"/>
                </a:lnTo>
                <a:lnTo>
                  <a:pt x="228" y="2617"/>
                </a:lnTo>
                <a:lnTo>
                  <a:pt x="114" y="2617"/>
                </a:lnTo>
                <a:cubicBezTo>
                  <a:pt x="51" y="2617"/>
                  <a:pt x="0" y="2668"/>
                  <a:pt x="0" y="2731"/>
                </a:cubicBezTo>
                <a:cubicBezTo>
                  <a:pt x="0" y="2794"/>
                  <a:pt x="51" y="2844"/>
                  <a:pt x="114" y="2844"/>
                </a:cubicBezTo>
                <a:lnTo>
                  <a:pt x="228" y="2844"/>
                </a:lnTo>
                <a:lnTo>
                  <a:pt x="228" y="3186"/>
                </a:lnTo>
                <a:lnTo>
                  <a:pt x="114" y="3186"/>
                </a:lnTo>
                <a:cubicBezTo>
                  <a:pt x="51" y="3186"/>
                  <a:pt x="0" y="3237"/>
                  <a:pt x="0" y="3300"/>
                </a:cubicBezTo>
                <a:cubicBezTo>
                  <a:pt x="0" y="3362"/>
                  <a:pt x="51" y="3413"/>
                  <a:pt x="114" y="3413"/>
                </a:cubicBezTo>
                <a:lnTo>
                  <a:pt x="228" y="3413"/>
                </a:lnTo>
                <a:lnTo>
                  <a:pt x="228" y="3755"/>
                </a:lnTo>
                <a:lnTo>
                  <a:pt x="114" y="3755"/>
                </a:lnTo>
                <a:cubicBezTo>
                  <a:pt x="51" y="3755"/>
                  <a:pt x="0" y="3806"/>
                  <a:pt x="0" y="3868"/>
                </a:cubicBezTo>
                <a:cubicBezTo>
                  <a:pt x="0" y="3931"/>
                  <a:pt x="51" y="3982"/>
                  <a:pt x="114" y="3982"/>
                </a:cubicBezTo>
                <a:lnTo>
                  <a:pt x="228" y="3982"/>
                </a:lnTo>
                <a:lnTo>
                  <a:pt x="228" y="4324"/>
                </a:lnTo>
                <a:lnTo>
                  <a:pt x="114" y="4324"/>
                </a:lnTo>
                <a:cubicBezTo>
                  <a:pt x="51" y="4324"/>
                  <a:pt x="0" y="4374"/>
                  <a:pt x="0" y="4437"/>
                </a:cubicBezTo>
                <a:cubicBezTo>
                  <a:pt x="0" y="4500"/>
                  <a:pt x="51" y="4551"/>
                  <a:pt x="114" y="4551"/>
                </a:cubicBezTo>
                <a:lnTo>
                  <a:pt x="228" y="4551"/>
                </a:lnTo>
                <a:lnTo>
                  <a:pt x="228" y="4892"/>
                </a:lnTo>
                <a:lnTo>
                  <a:pt x="114" y="4892"/>
                </a:lnTo>
                <a:cubicBezTo>
                  <a:pt x="51" y="4892"/>
                  <a:pt x="0" y="4943"/>
                  <a:pt x="0" y="5006"/>
                </a:cubicBezTo>
                <a:cubicBezTo>
                  <a:pt x="0" y="5069"/>
                  <a:pt x="51" y="5120"/>
                  <a:pt x="114" y="5120"/>
                </a:cubicBezTo>
                <a:lnTo>
                  <a:pt x="228" y="5120"/>
                </a:lnTo>
                <a:lnTo>
                  <a:pt x="228" y="5461"/>
                </a:lnTo>
                <a:lnTo>
                  <a:pt x="114" y="5461"/>
                </a:lnTo>
                <a:cubicBezTo>
                  <a:pt x="51" y="5461"/>
                  <a:pt x="0" y="5512"/>
                  <a:pt x="0" y="5575"/>
                </a:cubicBezTo>
                <a:cubicBezTo>
                  <a:pt x="0" y="5638"/>
                  <a:pt x="51" y="5689"/>
                  <a:pt x="114" y="5689"/>
                </a:cubicBezTo>
                <a:lnTo>
                  <a:pt x="228" y="5689"/>
                </a:lnTo>
                <a:lnTo>
                  <a:pt x="228" y="6030"/>
                </a:lnTo>
                <a:lnTo>
                  <a:pt x="114" y="6030"/>
                </a:lnTo>
                <a:cubicBezTo>
                  <a:pt x="51" y="6030"/>
                  <a:pt x="0" y="6081"/>
                  <a:pt x="0" y="6144"/>
                </a:cubicBezTo>
                <a:cubicBezTo>
                  <a:pt x="0" y="6207"/>
                  <a:pt x="51" y="6258"/>
                  <a:pt x="114" y="6258"/>
                </a:cubicBezTo>
                <a:lnTo>
                  <a:pt x="228" y="6258"/>
                </a:lnTo>
                <a:lnTo>
                  <a:pt x="228" y="6485"/>
                </a:lnTo>
                <a:cubicBezTo>
                  <a:pt x="228" y="6548"/>
                  <a:pt x="278" y="6599"/>
                  <a:pt x="341" y="6599"/>
                </a:cubicBezTo>
                <a:lnTo>
                  <a:pt x="683" y="6599"/>
                </a:lnTo>
                <a:lnTo>
                  <a:pt x="683" y="6713"/>
                </a:lnTo>
                <a:cubicBezTo>
                  <a:pt x="683" y="6776"/>
                  <a:pt x="734" y="6827"/>
                  <a:pt x="796" y="6827"/>
                </a:cubicBezTo>
                <a:cubicBezTo>
                  <a:pt x="859" y="6827"/>
                  <a:pt x="910" y="6776"/>
                  <a:pt x="910" y="6713"/>
                </a:cubicBezTo>
                <a:lnTo>
                  <a:pt x="910" y="6599"/>
                </a:lnTo>
                <a:lnTo>
                  <a:pt x="1252" y="6599"/>
                </a:lnTo>
                <a:lnTo>
                  <a:pt x="1252" y="6713"/>
                </a:lnTo>
                <a:cubicBezTo>
                  <a:pt x="1252" y="6776"/>
                  <a:pt x="1302" y="6827"/>
                  <a:pt x="1365" y="6827"/>
                </a:cubicBezTo>
                <a:cubicBezTo>
                  <a:pt x="1428" y="6827"/>
                  <a:pt x="1479" y="6776"/>
                  <a:pt x="1479" y="6713"/>
                </a:cubicBezTo>
                <a:lnTo>
                  <a:pt x="1479" y="6599"/>
                </a:lnTo>
                <a:lnTo>
                  <a:pt x="1820" y="6599"/>
                </a:lnTo>
                <a:lnTo>
                  <a:pt x="1820" y="6713"/>
                </a:lnTo>
                <a:cubicBezTo>
                  <a:pt x="1820" y="6776"/>
                  <a:pt x="1871" y="6827"/>
                  <a:pt x="1934" y="6827"/>
                </a:cubicBezTo>
                <a:cubicBezTo>
                  <a:pt x="1997" y="6827"/>
                  <a:pt x="2048" y="6776"/>
                  <a:pt x="2048" y="6713"/>
                </a:cubicBezTo>
                <a:lnTo>
                  <a:pt x="2048" y="6599"/>
                </a:lnTo>
                <a:lnTo>
                  <a:pt x="2389" y="6599"/>
                </a:lnTo>
                <a:lnTo>
                  <a:pt x="2389" y="6713"/>
                </a:lnTo>
                <a:cubicBezTo>
                  <a:pt x="2389" y="6776"/>
                  <a:pt x="2440" y="6827"/>
                  <a:pt x="2503" y="6827"/>
                </a:cubicBezTo>
                <a:cubicBezTo>
                  <a:pt x="2566" y="6827"/>
                  <a:pt x="2617" y="6776"/>
                  <a:pt x="2617" y="6713"/>
                </a:cubicBezTo>
                <a:lnTo>
                  <a:pt x="2617" y="6599"/>
                </a:lnTo>
                <a:lnTo>
                  <a:pt x="2958" y="6599"/>
                </a:lnTo>
                <a:lnTo>
                  <a:pt x="2958" y="6713"/>
                </a:lnTo>
                <a:cubicBezTo>
                  <a:pt x="2958" y="6776"/>
                  <a:pt x="3009" y="6827"/>
                  <a:pt x="3072" y="6827"/>
                </a:cubicBezTo>
                <a:cubicBezTo>
                  <a:pt x="3135" y="6827"/>
                  <a:pt x="3186" y="6776"/>
                  <a:pt x="3186" y="6713"/>
                </a:cubicBezTo>
                <a:lnTo>
                  <a:pt x="3186" y="6599"/>
                </a:lnTo>
                <a:lnTo>
                  <a:pt x="3527" y="6599"/>
                </a:lnTo>
                <a:lnTo>
                  <a:pt x="3527" y="6713"/>
                </a:lnTo>
                <a:cubicBezTo>
                  <a:pt x="3527" y="6776"/>
                  <a:pt x="3578" y="6827"/>
                  <a:pt x="3641" y="6827"/>
                </a:cubicBezTo>
                <a:cubicBezTo>
                  <a:pt x="3704" y="6827"/>
                  <a:pt x="3755" y="6776"/>
                  <a:pt x="3755" y="6713"/>
                </a:cubicBezTo>
                <a:lnTo>
                  <a:pt x="3755" y="6599"/>
                </a:lnTo>
                <a:lnTo>
                  <a:pt x="4096" y="6599"/>
                </a:lnTo>
                <a:lnTo>
                  <a:pt x="4096" y="6713"/>
                </a:lnTo>
                <a:cubicBezTo>
                  <a:pt x="4096" y="6776"/>
                  <a:pt x="4147" y="6827"/>
                  <a:pt x="4210" y="6827"/>
                </a:cubicBezTo>
                <a:cubicBezTo>
                  <a:pt x="4273" y="6827"/>
                  <a:pt x="4323" y="6776"/>
                  <a:pt x="4323" y="6713"/>
                </a:cubicBezTo>
                <a:lnTo>
                  <a:pt x="4323" y="6599"/>
                </a:lnTo>
                <a:lnTo>
                  <a:pt x="4665" y="6599"/>
                </a:lnTo>
                <a:lnTo>
                  <a:pt x="4665" y="6713"/>
                </a:lnTo>
                <a:cubicBezTo>
                  <a:pt x="4665" y="6776"/>
                  <a:pt x="4716" y="6827"/>
                  <a:pt x="4779" y="6827"/>
                </a:cubicBezTo>
                <a:cubicBezTo>
                  <a:pt x="4842" y="6827"/>
                  <a:pt x="4892" y="6776"/>
                  <a:pt x="4892" y="6713"/>
                </a:cubicBezTo>
                <a:lnTo>
                  <a:pt x="4892" y="6599"/>
                </a:lnTo>
                <a:lnTo>
                  <a:pt x="5234" y="6599"/>
                </a:lnTo>
                <a:lnTo>
                  <a:pt x="5234" y="6713"/>
                </a:lnTo>
                <a:cubicBezTo>
                  <a:pt x="5234" y="6776"/>
                  <a:pt x="5285" y="6827"/>
                  <a:pt x="5347" y="6827"/>
                </a:cubicBezTo>
                <a:cubicBezTo>
                  <a:pt x="5410" y="6827"/>
                  <a:pt x="5461" y="6776"/>
                  <a:pt x="5461" y="6713"/>
                </a:cubicBezTo>
                <a:lnTo>
                  <a:pt x="5461" y="6599"/>
                </a:lnTo>
                <a:lnTo>
                  <a:pt x="5803" y="6599"/>
                </a:lnTo>
                <a:lnTo>
                  <a:pt x="5803" y="6713"/>
                </a:lnTo>
                <a:cubicBezTo>
                  <a:pt x="5803" y="6776"/>
                  <a:pt x="5853" y="6827"/>
                  <a:pt x="5916" y="6827"/>
                </a:cubicBezTo>
                <a:cubicBezTo>
                  <a:pt x="5979" y="6827"/>
                  <a:pt x="6030" y="6776"/>
                  <a:pt x="6030" y="6713"/>
                </a:cubicBezTo>
                <a:lnTo>
                  <a:pt x="6030" y="6599"/>
                </a:lnTo>
                <a:lnTo>
                  <a:pt x="6371" y="6599"/>
                </a:lnTo>
                <a:lnTo>
                  <a:pt x="6371" y="6713"/>
                </a:lnTo>
                <a:cubicBezTo>
                  <a:pt x="6371" y="6776"/>
                  <a:pt x="6422" y="6827"/>
                  <a:pt x="6485" y="6827"/>
                </a:cubicBezTo>
                <a:cubicBezTo>
                  <a:pt x="6548" y="6827"/>
                  <a:pt x="6599" y="6776"/>
                  <a:pt x="6599" y="6713"/>
                </a:cubicBezTo>
                <a:lnTo>
                  <a:pt x="6599" y="6599"/>
                </a:lnTo>
                <a:lnTo>
                  <a:pt x="6713" y="6599"/>
                </a:lnTo>
                <a:cubicBezTo>
                  <a:pt x="6776" y="6599"/>
                  <a:pt x="6827" y="6548"/>
                  <a:pt x="6827" y="6485"/>
                </a:cubicBezTo>
                <a:cubicBezTo>
                  <a:pt x="6827" y="6422"/>
                  <a:pt x="6776" y="6372"/>
                  <a:pt x="6713" y="6372"/>
                </a:cubicBezTo>
                <a:lnTo>
                  <a:pt x="6599" y="6372"/>
                </a:lnTo>
                <a:lnTo>
                  <a:pt x="6599" y="6258"/>
                </a:lnTo>
                <a:cubicBezTo>
                  <a:pt x="6599" y="6195"/>
                  <a:pt x="6548" y="6144"/>
                  <a:pt x="6485" y="6144"/>
                </a:cubicBezTo>
                <a:cubicBezTo>
                  <a:pt x="6422" y="6144"/>
                  <a:pt x="6371" y="6195"/>
                  <a:pt x="6371" y="6258"/>
                </a:cubicBezTo>
                <a:lnTo>
                  <a:pt x="6371" y="6372"/>
                </a:lnTo>
                <a:lnTo>
                  <a:pt x="6030" y="6372"/>
                </a:lnTo>
                <a:lnTo>
                  <a:pt x="6030" y="6258"/>
                </a:lnTo>
                <a:cubicBezTo>
                  <a:pt x="6030" y="6195"/>
                  <a:pt x="5979" y="6144"/>
                  <a:pt x="5916" y="6144"/>
                </a:cubicBezTo>
                <a:cubicBezTo>
                  <a:pt x="5853" y="6144"/>
                  <a:pt x="5803" y="6195"/>
                  <a:pt x="5803" y="6258"/>
                </a:cubicBezTo>
                <a:lnTo>
                  <a:pt x="5803" y="6372"/>
                </a:lnTo>
                <a:lnTo>
                  <a:pt x="5461" y="6372"/>
                </a:lnTo>
                <a:lnTo>
                  <a:pt x="5461" y="6258"/>
                </a:lnTo>
                <a:cubicBezTo>
                  <a:pt x="5461" y="6195"/>
                  <a:pt x="5410" y="6144"/>
                  <a:pt x="5347" y="6144"/>
                </a:cubicBezTo>
                <a:cubicBezTo>
                  <a:pt x="5285" y="6144"/>
                  <a:pt x="5234" y="6195"/>
                  <a:pt x="5234" y="6258"/>
                </a:cubicBezTo>
                <a:lnTo>
                  <a:pt x="5234" y="6372"/>
                </a:lnTo>
                <a:lnTo>
                  <a:pt x="4892" y="6372"/>
                </a:lnTo>
                <a:lnTo>
                  <a:pt x="4892" y="6258"/>
                </a:lnTo>
                <a:cubicBezTo>
                  <a:pt x="4892" y="6195"/>
                  <a:pt x="4842" y="6144"/>
                  <a:pt x="4779" y="6144"/>
                </a:cubicBezTo>
                <a:cubicBezTo>
                  <a:pt x="4716" y="6144"/>
                  <a:pt x="4665" y="6195"/>
                  <a:pt x="4665" y="6258"/>
                </a:cubicBezTo>
                <a:lnTo>
                  <a:pt x="4665" y="6372"/>
                </a:lnTo>
                <a:lnTo>
                  <a:pt x="4323" y="6372"/>
                </a:lnTo>
                <a:lnTo>
                  <a:pt x="4323" y="6258"/>
                </a:lnTo>
                <a:cubicBezTo>
                  <a:pt x="4323" y="6195"/>
                  <a:pt x="4273" y="6144"/>
                  <a:pt x="4210" y="6144"/>
                </a:cubicBezTo>
                <a:cubicBezTo>
                  <a:pt x="4147" y="6144"/>
                  <a:pt x="4096" y="6195"/>
                  <a:pt x="4096" y="6258"/>
                </a:cubicBezTo>
                <a:lnTo>
                  <a:pt x="4096" y="6372"/>
                </a:lnTo>
                <a:lnTo>
                  <a:pt x="3755" y="6372"/>
                </a:lnTo>
                <a:lnTo>
                  <a:pt x="3755" y="6258"/>
                </a:lnTo>
                <a:cubicBezTo>
                  <a:pt x="3755" y="6195"/>
                  <a:pt x="3704" y="6144"/>
                  <a:pt x="3641" y="6144"/>
                </a:cubicBezTo>
                <a:cubicBezTo>
                  <a:pt x="3578" y="6144"/>
                  <a:pt x="3527" y="6195"/>
                  <a:pt x="3527" y="6258"/>
                </a:cubicBezTo>
                <a:lnTo>
                  <a:pt x="3527" y="6372"/>
                </a:lnTo>
                <a:lnTo>
                  <a:pt x="3186" y="6372"/>
                </a:lnTo>
                <a:lnTo>
                  <a:pt x="3186" y="6258"/>
                </a:lnTo>
                <a:cubicBezTo>
                  <a:pt x="3186" y="6195"/>
                  <a:pt x="3135" y="6144"/>
                  <a:pt x="3072" y="6144"/>
                </a:cubicBezTo>
                <a:cubicBezTo>
                  <a:pt x="3009" y="6144"/>
                  <a:pt x="2958" y="6195"/>
                  <a:pt x="2958" y="6258"/>
                </a:cubicBezTo>
                <a:lnTo>
                  <a:pt x="2958" y="6372"/>
                </a:lnTo>
                <a:lnTo>
                  <a:pt x="2617" y="6372"/>
                </a:lnTo>
                <a:lnTo>
                  <a:pt x="2617" y="6258"/>
                </a:lnTo>
                <a:cubicBezTo>
                  <a:pt x="2617" y="6195"/>
                  <a:pt x="2566" y="6144"/>
                  <a:pt x="2503" y="6144"/>
                </a:cubicBezTo>
                <a:cubicBezTo>
                  <a:pt x="2440" y="6144"/>
                  <a:pt x="2389" y="6195"/>
                  <a:pt x="2389" y="6258"/>
                </a:cubicBezTo>
                <a:lnTo>
                  <a:pt x="2389" y="6372"/>
                </a:lnTo>
                <a:lnTo>
                  <a:pt x="2048" y="6372"/>
                </a:lnTo>
                <a:lnTo>
                  <a:pt x="2048" y="6258"/>
                </a:lnTo>
                <a:cubicBezTo>
                  <a:pt x="2048" y="6195"/>
                  <a:pt x="1997" y="6144"/>
                  <a:pt x="1934" y="6144"/>
                </a:cubicBezTo>
                <a:cubicBezTo>
                  <a:pt x="1871" y="6144"/>
                  <a:pt x="1820" y="6195"/>
                  <a:pt x="1820" y="6258"/>
                </a:cubicBezTo>
                <a:lnTo>
                  <a:pt x="1820" y="6372"/>
                </a:lnTo>
                <a:lnTo>
                  <a:pt x="1479" y="6372"/>
                </a:lnTo>
                <a:lnTo>
                  <a:pt x="1479" y="6258"/>
                </a:lnTo>
                <a:cubicBezTo>
                  <a:pt x="1479" y="6195"/>
                  <a:pt x="1428" y="6144"/>
                  <a:pt x="1365" y="6144"/>
                </a:cubicBezTo>
                <a:cubicBezTo>
                  <a:pt x="1302" y="6144"/>
                  <a:pt x="1252" y="6195"/>
                  <a:pt x="1252" y="6258"/>
                </a:cubicBezTo>
                <a:lnTo>
                  <a:pt x="1252" y="6372"/>
                </a:lnTo>
                <a:lnTo>
                  <a:pt x="910" y="6372"/>
                </a:lnTo>
                <a:lnTo>
                  <a:pt x="910" y="6258"/>
                </a:lnTo>
                <a:cubicBezTo>
                  <a:pt x="910" y="6195"/>
                  <a:pt x="859" y="6144"/>
                  <a:pt x="796" y="6144"/>
                </a:cubicBezTo>
                <a:cubicBezTo>
                  <a:pt x="734" y="6144"/>
                  <a:pt x="683" y="6195"/>
                  <a:pt x="683" y="6258"/>
                </a:cubicBezTo>
                <a:lnTo>
                  <a:pt x="683" y="6372"/>
                </a:lnTo>
                <a:lnTo>
                  <a:pt x="455" y="6372"/>
                </a:lnTo>
                <a:lnTo>
                  <a:pt x="455" y="5234"/>
                </a:lnTo>
                <a:lnTo>
                  <a:pt x="1263" y="5234"/>
                </a:lnTo>
                <a:close/>
              </a:path>
            </a:pathLst>
          </a:custGeom>
          <a:solidFill>
            <a:schemeClr val="bg1"/>
          </a:solidFill>
          <a:ln>
            <a:noFill/>
          </a:ln>
        </p:spPr>
        <p:txBody>
          <a:bodyPr vert="horz" wrap="square" lIns="216000" tIns="68562" rIns="137124" bIns="68562"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370965">
              <a:lnSpc>
                <a:spcPct val="150000"/>
              </a:lnSpc>
            </a:pPr>
            <a:endParaRPr lang="en-GB" sz="2700" kern="0" dirty="0">
              <a:solidFill>
                <a:sysClr val="windowText" lastClr="000000"/>
              </a:solidFill>
              <a:latin typeface="Arial" panose="020B0604020202020204"/>
              <a:ea typeface="微软雅黑" panose="020B0503020204020204" pitchFamily="34" charset="-122"/>
              <a:cs typeface="+mn-ea"/>
              <a:sym typeface="+mn-lt"/>
            </a:endParaRPr>
          </a:p>
        </p:txBody>
      </p:sp>
      <p:sp>
        <p:nvSpPr>
          <p:cNvPr id="20" name="íṩľíḍè-Oval 19"/>
          <p:cNvSpPr/>
          <p:nvPr>
            <p:custDataLst>
              <p:tags r:id="rId7"/>
            </p:custDataLst>
          </p:nvPr>
        </p:nvSpPr>
        <p:spPr>
          <a:xfrm>
            <a:off x="5988714" y="1751911"/>
            <a:ext cx="499346" cy="499343"/>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dirty="0">
              <a:solidFill>
                <a:prstClr val="white"/>
              </a:solidFill>
              <a:latin typeface="Arial" panose="020B0604020202020204"/>
              <a:ea typeface="微软雅黑" panose="020B0503020204020204" pitchFamily="34" charset="-122"/>
            </a:endParaRPr>
          </a:p>
        </p:txBody>
      </p:sp>
      <p:sp>
        <p:nvSpPr>
          <p:cNvPr id="21" name="íṩľíḍè-university7"/>
          <p:cNvSpPr/>
          <p:nvPr>
            <p:custDataLst>
              <p:tags r:id="rId8"/>
            </p:custDataLst>
          </p:nvPr>
        </p:nvSpPr>
        <p:spPr bwMode="auto">
          <a:xfrm>
            <a:off x="6123594" y="1891016"/>
            <a:ext cx="229586" cy="221132"/>
          </a:xfrm>
          <a:custGeom>
            <a:avLst/>
            <a:gdLst>
              <a:gd name="T0" fmla="*/ 3413 w 6827"/>
              <a:gd name="T1" fmla="*/ 0 h 5912"/>
              <a:gd name="T2" fmla="*/ 0 w 6827"/>
              <a:gd name="T3" fmla="*/ 5912 h 5912"/>
              <a:gd name="T4" fmla="*/ 6827 w 6827"/>
              <a:gd name="T5" fmla="*/ 5912 h 5912"/>
              <a:gd name="T6" fmla="*/ 3413 w 6827"/>
              <a:gd name="T7" fmla="*/ 0 h 5912"/>
              <a:gd name="T8" fmla="*/ 3413 w 6827"/>
              <a:gd name="T9" fmla="*/ 972 h 5912"/>
              <a:gd name="T10" fmla="*/ 4489 w 6827"/>
              <a:gd name="T11" fmla="*/ 2835 h 5912"/>
              <a:gd name="T12" fmla="*/ 2338 w 6827"/>
              <a:gd name="T13" fmla="*/ 2835 h 5912"/>
              <a:gd name="T14" fmla="*/ 3413 w 6827"/>
              <a:gd name="T15" fmla="*/ 972 h 5912"/>
              <a:gd name="T16" fmla="*/ 842 w 6827"/>
              <a:gd name="T17" fmla="*/ 5426 h 5912"/>
              <a:gd name="T18" fmla="*/ 1917 w 6827"/>
              <a:gd name="T19" fmla="*/ 3564 h 5912"/>
              <a:gd name="T20" fmla="*/ 2993 w 6827"/>
              <a:gd name="T21" fmla="*/ 5426 h 5912"/>
              <a:gd name="T22" fmla="*/ 842 w 6827"/>
              <a:gd name="T23" fmla="*/ 5426 h 5912"/>
              <a:gd name="T24" fmla="*/ 2338 w 6827"/>
              <a:gd name="T25" fmla="*/ 3321 h 5912"/>
              <a:gd name="T26" fmla="*/ 4489 w 6827"/>
              <a:gd name="T27" fmla="*/ 3321 h 5912"/>
              <a:gd name="T28" fmla="*/ 3413 w 6827"/>
              <a:gd name="T29" fmla="*/ 5183 h 5912"/>
              <a:gd name="T30" fmla="*/ 2338 w 6827"/>
              <a:gd name="T31" fmla="*/ 3321 h 5912"/>
              <a:gd name="T32" fmla="*/ 4910 w 6827"/>
              <a:gd name="T33" fmla="*/ 3564 h 5912"/>
              <a:gd name="T34" fmla="*/ 5985 w 6827"/>
              <a:gd name="T35" fmla="*/ 5426 h 5912"/>
              <a:gd name="T36" fmla="*/ 3834 w 6827"/>
              <a:gd name="T37" fmla="*/ 5426 h 5912"/>
              <a:gd name="T38" fmla="*/ 4910 w 6827"/>
              <a:gd name="T39" fmla="*/ 3564 h 5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827" h="5912">
                <a:moveTo>
                  <a:pt x="3413" y="0"/>
                </a:moveTo>
                <a:lnTo>
                  <a:pt x="0" y="5912"/>
                </a:lnTo>
                <a:lnTo>
                  <a:pt x="6827" y="5912"/>
                </a:lnTo>
                <a:lnTo>
                  <a:pt x="3413" y="0"/>
                </a:lnTo>
                <a:close/>
                <a:moveTo>
                  <a:pt x="3413" y="972"/>
                </a:moveTo>
                <a:lnTo>
                  <a:pt x="4489" y="2835"/>
                </a:lnTo>
                <a:lnTo>
                  <a:pt x="2338" y="2835"/>
                </a:lnTo>
                <a:lnTo>
                  <a:pt x="3413" y="972"/>
                </a:lnTo>
                <a:close/>
                <a:moveTo>
                  <a:pt x="842" y="5426"/>
                </a:moveTo>
                <a:lnTo>
                  <a:pt x="1917" y="3564"/>
                </a:lnTo>
                <a:lnTo>
                  <a:pt x="2993" y="5426"/>
                </a:lnTo>
                <a:lnTo>
                  <a:pt x="842" y="5426"/>
                </a:lnTo>
                <a:close/>
                <a:moveTo>
                  <a:pt x="2338" y="3321"/>
                </a:moveTo>
                <a:lnTo>
                  <a:pt x="4489" y="3321"/>
                </a:lnTo>
                <a:lnTo>
                  <a:pt x="3413" y="5183"/>
                </a:lnTo>
                <a:lnTo>
                  <a:pt x="2338" y="3321"/>
                </a:lnTo>
                <a:close/>
                <a:moveTo>
                  <a:pt x="4910" y="3564"/>
                </a:moveTo>
                <a:lnTo>
                  <a:pt x="5985" y="5426"/>
                </a:lnTo>
                <a:lnTo>
                  <a:pt x="3834" y="5426"/>
                </a:lnTo>
                <a:lnTo>
                  <a:pt x="4910" y="3564"/>
                </a:lnTo>
                <a:close/>
              </a:path>
            </a:pathLst>
          </a:custGeom>
          <a:solidFill>
            <a:schemeClr val="bg1"/>
          </a:solidFill>
          <a:ln>
            <a:noFill/>
          </a:ln>
        </p:spPr>
        <p:txBody>
          <a:bodyPr vert="horz" wrap="square" lIns="68580" tIns="34290" rIns="68580" bIns="3429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endParaRPr lang="zh-CN" altLang="en-US" sz="1350" dirty="0">
              <a:solidFill>
                <a:prstClr val="black"/>
              </a:solidFill>
              <a:latin typeface="Arial" panose="020B0604020202020204"/>
              <a:ea typeface="微软雅黑" panose="020B0503020204020204" pitchFamily="34" charset="-122"/>
            </a:endParaRPr>
          </a:p>
        </p:txBody>
      </p:sp>
      <p:sp>
        <p:nvSpPr>
          <p:cNvPr id="18" name="íṩľíḍè-Oval 17"/>
          <p:cNvSpPr/>
          <p:nvPr>
            <p:custDataLst>
              <p:tags r:id="rId9"/>
            </p:custDataLst>
          </p:nvPr>
        </p:nvSpPr>
        <p:spPr>
          <a:xfrm>
            <a:off x="3189111" y="3133725"/>
            <a:ext cx="499346" cy="499343"/>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dirty="0">
              <a:solidFill>
                <a:prstClr val="white"/>
              </a:solidFill>
              <a:latin typeface="Arial" panose="020B0604020202020204"/>
              <a:ea typeface="微软雅黑" panose="020B0503020204020204" pitchFamily="34" charset="-122"/>
            </a:endParaRPr>
          </a:p>
        </p:txBody>
      </p:sp>
      <p:sp>
        <p:nvSpPr>
          <p:cNvPr id="19" name="íṩľíḍè-Freeform 428"/>
          <p:cNvSpPr/>
          <p:nvPr>
            <p:custDataLst>
              <p:tags r:id="rId10"/>
            </p:custDataLst>
          </p:nvPr>
        </p:nvSpPr>
        <p:spPr bwMode="auto">
          <a:xfrm>
            <a:off x="3323991" y="3272830"/>
            <a:ext cx="229586" cy="221132"/>
          </a:xfrm>
          <a:custGeom>
            <a:avLst/>
            <a:gdLst>
              <a:gd name="connsiteX0" fmla="*/ 297615 w 597921"/>
              <a:gd name="connsiteY0" fmla="*/ 96957 h 598324"/>
              <a:gd name="connsiteX1" fmla="*/ 323434 w 597921"/>
              <a:gd name="connsiteY1" fmla="*/ 122740 h 598324"/>
              <a:gd name="connsiteX2" fmla="*/ 323434 w 597921"/>
              <a:gd name="connsiteY2" fmla="*/ 289852 h 598324"/>
              <a:gd name="connsiteX3" fmla="*/ 462572 w 597921"/>
              <a:gd name="connsiteY3" fmla="*/ 289852 h 598324"/>
              <a:gd name="connsiteX4" fmla="*/ 487913 w 597921"/>
              <a:gd name="connsiteY4" fmla="*/ 315157 h 598324"/>
              <a:gd name="connsiteX5" fmla="*/ 462572 w 597921"/>
              <a:gd name="connsiteY5" fmla="*/ 340463 h 598324"/>
              <a:gd name="connsiteX6" fmla="*/ 297615 w 597921"/>
              <a:gd name="connsiteY6" fmla="*/ 340463 h 598324"/>
              <a:gd name="connsiteX7" fmla="*/ 272274 w 597921"/>
              <a:gd name="connsiteY7" fmla="*/ 315157 h 598324"/>
              <a:gd name="connsiteX8" fmla="*/ 272274 w 597921"/>
              <a:gd name="connsiteY8" fmla="*/ 122740 h 598324"/>
              <a:gd name="connsiteX9" fmla="*/ 297615 w 597921"/>
              <a:gd name="connsiteY9" fmla="*/ 96957 h 598324"/>
              <a:gd name="connsiteX10" fmla="*/ 298127 w 597921"/>
              <a:gd name="connsiteY10" fmla="*/ 0 h 598324"/>
              <a:gd name="connsiteX11" fmla="*/ 597921 w 597921"/>
              <a:gd name="connsiteY11" fmla="*/ 299401 h 598324"/>
              <a:gd name="connsiteX12" fmla="*/ 298127 w 597921"/>
              <a:gd name="connsiteY12" fmla="*/ 598324 h 598324"/>
              <a:gd name="connsiteX13" fmla="*/ 35150 w 597921"/>
              <a:gd name="connsiteY13" fmla="*/ 442177 h 598324"/>
              <a:gd name="connsiteX14" fmla="*/ 34194 w 597921"/>
              <a:gd name="connsiteY14" fmla="*/ 432149 h 598324"/>
              <a:gd name="connsiteX15" fmla="*/ 40410 w 597921"/>
              <a:gd name="connsiteY15" fmla="*/ 424509 h 598324"/>
              <a:gd name="connsiteX16" fmla="*/ 74836 w 597921"/>
              <a:gd name="connsiteY16" fmla="*/ 407796 h 598324"/>
              <a:gd name="connsiteX17" fmla="*/ 91571 w 597921"/>
              <a:gd name="connsiteY17" fmla="*/ 413049 h 598324"/>
              <a:gd name="connsiteX18" fmla="*/ 298127 w 597921"/>
              <a:gd name="connsiteY18" fmla="*/ 534815 h 598324"/>
              <a:gd name="connsiteX19" fmla="*/ 534328 w 597921"/>
              <a:gd name="connsiteY19" fmla="*/ 299401 h 598324"/>
              <a:gd name="connsiteX20" fmla="*/ 298127 w 597921"/>
              <a:gd name="connsiteY20" fmla="*/ 63509 h 598324"/>
              <a:gd name="connsiteX21" fmla="*/ 145123 w 597921"/>
              <a:gd name="connsiteY21" fmla="*/ 120333 h 598324"/>
              <a:gd name="connsiteX22" fmla="*/ 200587 w 597921"/>
              <a:gd name="connsiteY22" fmla="*/ 142299 h 598324"/>
              <a:gd name="connsiteX23" fmla="*/ 208237 w 597921"/>
              <a:gd name="connsiteY23" fmla="*/ 152327 h 598324"/>
              <a:gd name="connsiteX24" fmla="*/ 203456 w 597921"/>
              <a:gd name="connsiteY24" fmla="*/ 164265 h 598324"/>
              <a:gd name="connsiteX25" fmla="*/ 48060 w 597921"/>
              <a:gd name="connsiteY25" fmla="*/ 285553 h 598324"/>
              <a:gd name="connsiteX26" fmla="*/ 35150 w 597921"/>
              <a:gd name="connsiteY26" fmla="*/ 287463 h 598324"/>
              <a:gd name="connsiteX27" fmla="*/ 27500 w 597921"/>
              <a:gd name="connsiteY27" fmla="*/ 277435 h 598324"/>
              <a:gd name="connsiteX28" fmla="*/ 246 w 597921"/>
              <a:gd name="connsiteY28" fmla="*/ 82132 h 598324"/>
              <a:gd name="connsiteX29" fmla="*/ 4550 w 597921"/>
              <a:gd name="connsiteY29" fmla="*/ 70194 h 598324"/>
              <a:gd name="connsiteX30" fmla="*/ 17459 w 597921"/>
              <a:gd name="connsiteY30" fmla="*/ 68762 h 598324"/>
              <a:gd name="connsiteX31" fmla="*/ 80574 w 597921"/>
              <a:gd name="connsiteY31" fmla="*/ 94070 h 598324"/>
              <a:gd name="connsiteX32" fmla="*/ 298127 w 597921"/>
              <a:gd name="connsiteY32" fmla="*/ 0 h 59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97921" h="598324">
                <a:moveTo>
                  <a:pt x="297615" y="96957"/>
                </a:moveTo>
                <a:cubicBezTo>
                  <a:pt x="311959" y="96957"/>
                  <a:pt x="323434" y="108416"/>
                  <a:pt x="323434" y="122740"/>
                </a:cubicBezTo>
                <a:lnTo>
                  <a:pt x="323434" y="289852"/>
                </a:lnTo>
                <a:lnTo>
                  <a:pt x="462572" y="289852"/>
                </a:lnTo>
                <a:cubicBezTo>
                  <a:pt x="476438" y="289852"/>
                  <a:pt x="487913" y="301311"/>
                  <a:pt x="487913" y="315157"/>
                </a:cubicBezTo>
                <a:cubicBezTo>
                  <a:pt x="487913" y="329004"/>
                  <a:pt x="476438" y="340463"/>
                  <a:pt x="462572" y="340463"/>
                </a:cubicBezTo>
                <a:lnTo>
                  <a:pt x="297615" y="340463"/>
                </a:lnTo>
                <a:cubicBezTo>
                  <a:pt x="283749" y="340463"/>
                  <a:pt x="272274" y="329004"/>
                  <a:pt x="272274" y="315157"/>
                </a:cubicBezTo>
                <a:lnTo>
                  <a:pt x="272274" y="122740"/>
                </a:lnTo>
                <a:cubicBezTo>
                  <a:pt x="272274" y="108416"/>
                  <a:pt x="283749" y="96957"/>
                  <a:pt x="297615" y="96957"/>
                </a:cubicBezTo>
                <a:close/>
                <a:moveTo>
                  <a:pt x="298127" y="0"/>
                </a:moveTo>
                <a:cubicBezTo>
                  <a:pt x="463564" y="0"/>
                  <a:pt x="597921" y="134181"/>
                  <a:pt x="597921" y="299401"/>
                </a:cubicBezTo>
                <a:cubicBezTo>
                  <a:pt x="597921" y="464143"/>
                  <a:pt x="463564" y="598324"/>
                  <a:pt x="298127" y="598324"/>
                </a:cubicBezTo>
                <a:cubicBezTo>
                  <a:pt x="188155" y="598324"/>
                  <a:pt x="87268" y="538635"/>
                  <a:pt x="35150" y="442177"/>
                </a:cubicBezTo>
                <a:cubicBezTo>
                  <a:pt x="33238" y="438835"/>
                  <a:pt x="32760" y="435492"/>
                  <a:pt x="34194" y="432149"/>
                </a:cubicBezTo>
                <a:cubicBezTo>
                  <a:pt x="35150" y="428807"/>
                  <a:pt x="37541" y="425942"/>
                  <a:pt x="40410" y="424509"/>
                </a:cubicBezTo>
                <a:lnTo>
                  <a:pt x="74836" y="407796"/>
                </a:lnTo>
                <a:cubicBezTo>
                  <a:pt x="81052" y="404931"/>
                  <a:pt x="88702" y="407319"/>
                  <a:pt x="91571" y="413049"/>
                </a:cubicBezTo>
                <a:cubicBezTo>
                  <a:pt x="133169" y="488018"/>
                  <a:pt x="212540" y="534815"/>
                  <a:pt x="298127" y="534815"/>
                </a:cubicBezTo>
                <a:cubicBezTo>
                  <a:pt x="428181" y="534815"/>
                  <a:pt x="534328" y="429284"/>
                  <a:pt x="534328" y="299401"/>
                </a:cubicBezTo>
                <a:cubicBezTo>
                  <a:pt x="534328" y="169517"/>
                  <a:pt x="428181" y="63509"/>
                  <a:pt x="298127" y="63509"/>
                </a:cubicBezTo>
                <a:cubicBezTo>
                  <a:pt x="242185" y="63509"/>
                  <a:pt x="187677" y="83565"/>
                  <a:pt x="145123" y="120333"/>
                </a:cubicBezTo>
                <a:lnTo>
                  <a:pt x="200587" y="142299"/>
                </a:lnTo>
                <a:cubicBezTo>
                  <a:pt x="204890" y="144209"/>
                  <a:pt x="207759" y="148029"/>
                  <a:pt x="208237" y="152327"/>
                </a:cubicBezTo>
                <a:cubicBezTo>
                  <a:pt x="208715" y="157102"/>
                  <a:pt x="207281" y="161399"/>
                  <a:pt x="203456" y="164265"/>
                </a:cubicBezTo>
                <a:lnTo>
                  <a:pt x="48060" y="285553"/>
                </a:lnTo>
                <a:cubicBezTo>
                  <a:pt x="44235" y="288418"/>
                  <a:pt x="39454" y="289373"/>
                  <a:pt x="35150" y="287463"/>
                </a:cubicBezTo>
                <a:cubicBezTo>
                  <a:pt x="31325" y="285553"/>
                  <a:pt x="27978" y="281733"/>
                  <a:pt x="27500" y="277435"/>
                </a:cubicBezTo>
                <a:lnTo>
                  <a:pt x="246" y="82132"/>
                </a:lnTo>
                <a:cubicBezTo>
                  <a:pt x="-710" y="77835"/>
                  <a:pt x="1203" y="73060"/>
                  <a:pt x="4550" y="70194"/>
                </a:cubicBezTo>
                <a:cubicBezTo>
                  <a:pt x="8375" y="67807"/>
                  <a:pt x="13156" y="66852"/>
                  <a:pt x="17459" y="68762"/>
                </a:cubicBezTo>
                <a:lnTo>
                  <a:pt x="80574" y="94070"/>
                </a:lnTo>
                <a:cubicBezTo>
                  <a:pt x="137472" y="33426"/>
                  <a:pt x="214931" y="0"/>
                  <a:pt x="298127" y="0"/>
                </a:cubicBezTo>
                <a:close/>
              </a:path>
            </a:pathLst>
          </a:custGeom>
          <a:solidFill>
            <a:schemeClr val="bg1"/>
          </a:solidFill>
          <a:ln>
            <a:noFill/>
          </a:ln>
        </p:spPr>
        <p:txBody>
          <a:bodyPr vert="horz" wrap="square" lIns="137124" tIns="68562" rIns="137124" bIns="68562"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endParaRPr lang="en-US" sz="5400">
              <a:solidFill>
                <a:prstClr val="black"/>
              </a:solidFill>
              <a:latin typeface="Arial" panose="020B0604020202020204"/>
              <a:ea typeface="微软雅黑" panose="020B0503020204020204" pitchFamily="34" charset="-122"/>
            </a:endParaRPr>
          </a:p>
        </p:txBody>
      </p:sp>
      <p:sp>
        <p:nvSpPr>
          <p:cNvPr id="16" name="íṩľíḍè-Oval 15"/>
          <p:cNvSpPr/>
          <p:nvPr>
            <p:custDataLst>
              <p:tags r:id="rId11"/>
            </p:custDataLst>
          </p:nvPr>
        </p:nvSpPr>
        <p:spPr>
          <a:xfrm>
            <a:off x="5455545" y="3133725"/>
            <a:ext cx="499346" cy="499343"/>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dirty="0">
              <a:solidFill>
                <a:prstClr val="white"/>
              </a:solidFill>
              <a:latin typeface="Arial" panose="020B0604020202020204"/>
              <a:ea typeface="微软雅黑" panose="020B0503020204020204" pitchFamily="34" charset="-122"/>
            </a:endParaRPr>
          </a:p>
        </p:txBody>
      </p:sp>
      <p:sp>
        <p:nvSpPr>
          <p:cNvPr id="17" name="íṩľíḍè-AutoShape 75"/>
          <p:cNvSpPr/>
          <p:nvPr>
            <p:custDataLst>
              <p:tags r:id="rId12"/>
            </p:custDataLst>
          </p:nvPr>
        </p:nvSpPr>
        <p:spPr bwMode="auto">
          <a:xfrm>
            <a:off x="5590425" y="3272830"/>
            <a:ext cx="229586" cy="221132"/>
          </a:xfrm>
          <a:custGeom>
            <a:avLst/>
            <a:gdLst>
              <a:gd name="connsiteX0" fmla="*/ 0 w 582235"/>
              <a:gd name="connsiteY0" fmla="*/ 404481 h 606722"/>
              <a:gd name="connsiteX1" fmla="*/ 101261 w 582235"/>
              <a:gd name="connsiteY1" fmla="*/ 404481 h 606722"/>
              <a:gd name="connsiteX2" fmla="*/ 101261 w 582235"/>
              <a:gd name="connsiteY2" fmla="*/ 606722 h 606722"/>
              <a:gd name="connsiteX3" fmla="*/ 0 w 582235"/>
              <a:gd name="connsiteY3" fmla="*/ 606722 h 606722"/>
              <a:gd name="connsiteX4" fmla="*/ 151927 w 582235"/>
              <a:gd name="connsiteY4" fmla="*/ 328623 h 606722"/>
              <a:gd name="connsiteX5" fmla="*/ 253188 w 582235"/>
              <a:gd name="connsiteY5" fmla="*/ 328623 h 606722"/>
              <a:gd name="connsiteX6" fmla="*/ 253188 w 582235"/>
              <a:gd name="connsiteY6" fmla="*/ 606722 h 606722"/>
              <a:gd name="connsiteX7" fmla="*/ 151927 w 582235"/>
              <a:gd name="connsiteY7" fmla="*/ 606722 h 606722"/>
              <a:gd name="connsiteX8" fmla="*/ 303855 w 582235"/>
              <a:gd name="connsiteY8" fmla="*/ 252766 h 606722"/>
              <a:gd name="connsiteX9" fmla="*/ 405046 w 582235"/>
              <a:gd name="connsiteY9" fmla="*/ 252766 h 606722"/>
              <a:gd name="connsiteX10" fmla="*/ 405046 w 582235"/>
              <a:gd name="connsiteY10" fmla="*/ 606722 h 606722"/>
              <a:gd name="connsiteX11" fmla="*/ 303855 w 582235"/>
              <a:gd name="connsiteY11" fmla="*/ 606722 h 606722"/>
              <a:gd name="connsiteX12" fmla="*/ 455711 w 582235"/>
              <a:gd name="connsiteY12" fmla="*/ 202241 h 606722"/>
              <a:gd name="connsiteX13" fmla="*/ 556972 w 582235"/>
              <a:gd name="connsiteY13" fmla="*/ 202241 h 606722"/>
              <a:gd name="connsiteX14" fmla="*/ 556972 w 582235"/>
              <a:gd name="connsiteY14" fmla="*/ 606722 h 606722"/>
              <a:gd name="connsiteX15" fmla="*/ 455711 w 582235"/>
              <a:gd name="connsiteY15" fmla="*/ 606722 h 606722"/>
              <a:gd name="connsiteX16" fmla="*/ 455697 w 582235"/>
              <a:gd name="connsiteY16" fmla="*/ 0 h 606722"/>
              <a:gd name="connsiteX17" fmla="*/ 556785 w 582235"/>
              <a:gd name="connsiteY17" fmla="*/ 0 h 606722"/>
              <a:gd name="connsiteX18" fmla="*/ 556874 w 582235"/>
              <a:gd name="connsiteY18" fmla="*/ 0 h 606722"/>
              <a:gd name="connsiteX19" fmla="*/ 556963 w 582235"/>
              <a:gd name="connsiteY19" fmla="*/ 0 h 606722"/>
              <a:gd name="connsiteX20" fmla="*/ 557675 w 582235"/>
              <a:gd name="connsiteY20" fmla="*/ 0 h 606722"/>
              <a:gd name="connsiteX21" fmla="*/ 559366 w 582235"/>
              <a:gd name="connsiteY21" fmla="*/ 89 h 606722"/>
              <a:gd name="connsiteX22" fmla="*/ 560611 w 582235"/>
              <a:gd name="connsiteY22" fmla="*/ 267 h 606722"/>
              <a:gd name="connsiteX23" fmla="*/ 561857 w 582235"/>
              <a:gd name="connsiteY23" fmla="*/ 444 h 606722"/>
              <a:gd name="connsiteX24" fmla="*/ 563192 w 582235"/>
              <a:gd name="connsiteY24" fmla="*/ 800 h 606722"/>
              <a:gd name="connsiteX25" fmla="*/ 564171 w 582235"/>
              <a:gd name="connsiteY25" fmla="*/ 1067 h 606722"/>
              <a:gd name="connsiteX26" fmla="*/ 565506 w 582235"/>
              <a:gd name="connsiteY26" fmla="*/ 1511 h 606722"/>
              <a:gd name="connsiteX27" fmla="*/ 566574 w 582235"/>
              <a:gd name="connsiteY27" fmla="*/ 1867 h 606722"/>
              <a:gd name="connsiteX28" fmla="*/ 567730 w 582235"/>
              <a:gd name="connsiteY28" fmla="*/ 2400 h 606722"/>
              <a:gd name="connsiteX29" fmla="*/ 568798 w 582235"/>
              <a:gd name="connsiteY29" fmla="*/ 2933 h 606722"/>
              <a:gd name="connsiteX30" fmla="*/ 569777 w 582235"/>
              <a:gd name="connsiteY30" fmla="*/ 3467 h 606722"/>
              <a:gd name="connsiteX31" fmla="*/ 570934 w 582235"/>
              <a:gd name="connsiteY31" fmla="*/ 4178 h 606722"/>
              <a:gd name="connsiteX32" fmla="*/ 571824 w 582235"/>
              <a:gd name="connsiteY32" fmla="*/ 4800 h 606722"/>
              <a:gd name="connsiteX33" fmla="*/ 572891 w 582235"/>
              <a:gd name="connsiteY33" fmla="*/ 5689 h 606722"/>
              <a:gd name="connsiteX34" fmla="*/ 573781 w 582235"/>
              <a:gd name="connsiteY34" fmla="*/ 6489 h 606722"/>
              <a:gd name="connsiteX35" fmla="*/ 574760 w 582235"/>
              <a:gd name="connsiteY35" fmla="*/ 7289 h 606722"/>
              <a:gd name="connsiteX36" fmla="*/ 575917 w 582235"/>
              <a:gd name="connsiteY36" fmla="*/ 8533 h 606722"/>
              <a:gd name="connsiteX37" fmla="*/ 576451 w 582235"/>
              <a:gd name="connsiteY37" fmla="*/ 9066 h 606722"/>
              <a:gd name="connsiteX38" fmla="*/ 576451 w 582235"/>
              <a:gd name="connsiteY38" fmla="*/ 9155 h 606722"/>
              <a:gd name="connsiteX39" fmla="*/ 577964 w 582235"/>
              <a:gd name="connsiteY39" fmla="*/ 11200 h 606722"/>
              <a:gd name="connsiteX40" fmla="*/ 578053 w 582235"/>
              <a:gd name="connsiteY40" fmla="*/ 11289 h 606722"/>
              <a:gd name="connsiteX41" fmla="*/ 579209 w 582235"/>
              <a:gd name="connsiteY41" fmla="*/ 13244 h 606722"/>
              <a:gd name="connsiteX42" fmla="*/ 579743 w 582235"/>
              <a:gd name="connsiteY42" fmla="*/ 14222 h 606722"/>
              <a:gd name="connsiteX43" fmla="*/ 580277 w 582235"/>
              <a:gd name="connsiteY43" fmla="*/ 15555 h 606722"/>
              <a:gd name="connsiteX44" fmla="*/ 580722 w 582235"/>
              <a:gd name="connsiteY44" fmla="*/ 16711 h 606722"/>
              <a:gd name="connsiteX45" fmla="*/ 581167 w 582235"/>
              <a:gd name="connsiteY45" fmla="*/ 17866 h 606722"/>
              <a:gd name="connsiteX46" fmla="*/ 581523 w 582235"/>
              <a:gd name="connsiteY46" fmla="*/ 19199 h 606722"/>
              <a:gd name="connsiteX47" fmla="*/ 581790 w 582235"/>
              <a:gd name="connsiteY47" fmla="*/ 20266 h 606722"/>
              <a:gd name="connsiteX48" fmla="*/ 582146 w 582235"/>
              <a:gd name="connsiteY48" fmla="*/ 22488 h 606722"/>
              <a:gd name="connsiteX49" fmla="*/ 582146 w 582235"/>
              <a:gd name="connsiteY49" fmla="*/ 22666 h 606722"/>
              <a:gd name="connsiteX50" fmla="*/ 582235 w 582235"/>
              <a:gd name="connsiteY50" fmla="*/ 25244 h 606722"/>
              <a:gd name="connsiteX51" fmla="*/ 582235 w 582235"/>
              <a:gd name="connsiteY51" fmla="*/ 126396 h 606722"/>
              <a:gd name="connsiteX52" fmla="*/ 556963 w 582235"/>
              <a:gd name="connsiteY52" fmla="*/ 151728 h 606722"/>
              <a:gd name="connsiteX53" fmla="*/ 531691 w 582235"/>
              <a:gd name="connsiteY53" fmla="*/ 126396 h 606722"/>
              <a:gd name="connsiteX54" fmla="*/ 531691 w 582235"/>
              <a:gd name="connsiteY54" fmla="*/ 79286 h 606722"/>
              <a:gd name="connsiteX55" fmla="*/ 421260 w 582235"/>
              <a:gd name="connsiteY55" fmla="*/ 171106 h 606722"/>
              <a:gd name="connsiteX56" fmla="*/ 385666 w 582235"/>
              <a:gd name="connsiteY56" fmla="*/ 167906 h 606722"/>
              <a:gd name="connsiteX57" fmla="*/ 388869 w 582235"/>
              <a:gd name="connsiteY57" fmla="*/ 132262 h 606722"/>
              <a:gd name="connsiteX58" fmla="*/ 487020 w 582235"/>
              <a:gd name="connsiteY58" fmla="*/ 50576 h 606722"/>
              <a:gd name="connsiteX59" fmla="*/ 455697 w 582235"/>
              <a:gd name="connsiteY59" fmla="*/ 50576 h 606722"/>
              <a:gd name="connsiteX60" fmla="*/ 430425 w 582235"/>
              <a:gd name="connsiteY60" fmla="*/ 25244 h 606722"/>
              <a:gd name="connsiteX61" fmla="*/ 455697 w 582235"/>
              <a:gd name="connsiteY61"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582235" h="606722">
                <a:moveTo>
                  <a:pt x="0" y="404481"/>
                </a:moveTo>
                <a:lnTo>
                  <a:pt x="101261" y="404481"/>
                </a:lnTo>
                <a:lnTo>
                  <a:pt x="101261" y="606722"/>
                </a:lnTo>
                <a:lnTo>
                  <a:pt x="0" y="606722"/>
                </a:lnTo>
                <a:close/>
                <a:moveTo>
                  <a:pt x="151927" y="328623"/>
                </a:moveTo>
                <a:lnTo>
                  <a:pt x="253188" y="328623"/>
                </a:lnTo>
                <a:lnTo>
                  <a:pt x="253188" y="606722"/>
                </a:lnTo>
                <a:lnTo>
                  <a:pt x="151927" y="606722"/>
                </a:lnTo>
                <a:close/>
                <a:moveTo>
                  <a:pt x="303855" y="252766"/>
                </a:moveTo>
                <a:lnTo>
                  <a:pt x="405046" y="252766"/>
                </a:lnTo>
                <a:lnTo>
                  <a:pt x="405046" y="606722"/>
                </a:lnTo>
                <a:lnTo>
                  <a:pt x="303855" y="606722"/>
                </a:lnTo>
                <a:close/>
                <a:moveTo>
                  <a:pt x="455711" y="202241"/>
                </a:moveTo>
                <a:lnTo>
                  <a:pt x="556972" y="202241"/>
                </a:lnTo>
                <a:lnTo>
                  <a:pt x="556972" y="606722"/>
                </a:lnTo>
                <a:lnTo>
                  <a:pt x="455711" y="606722"/>
                </a:lnTo>
                <a:close/>
                <a:moveTo>
                  <a:pt x="455697" y="0"/>
                </a:moveTo>
                <a:lnTo>
                  <a:pt x="556785" y="0"/>
                </a:lnTo>
                <a:lnTo>
                  <a:pt x="556874" y="0"/>
                </a:lnTo>
                <a:lnTo>
                  <a:pt x="556963" y="0"/>
                </a:lnTo>
                <a:cubicBezTo>
                  <a:pt x="557230" y="0"/>
                  <a:pt x="557408" y="0"/>
                  <a:pt x="557675" y="0"/>
                </a:cubicBezTo>
                <a:cubicBezTo>
                  <a:pt x="558298" y="89"/>
                  <a:pt x="558832" y="89"/>
                  <a:pt x="559366" y="89"/>
                </a:cubicBezTo>
                <a:cubicBezTo>
                  <a:pt x="559811" y="178"/>
                  <a:pt x="560256" y="267"/>
                  <a:pt x="560611" y="267"/>
                </a:cubicBezTo>
                <a:cubicBezTo>
                  <a:pt x="561056" y="356"/>
                  <a:pt x="561412" y="444"/>
                  <a:pt x="561857" y="444"/>
                </a:cubicBezTo>
                <a:cubicBezTo>
                  <a:pt x="562302" y="533"/>
                  <a:pt x="562747" y="711"/>
                  <a:pt x="563192" y="800"/>
                </a:cubicBezTo>
                <a:cubicBezTo>
                  <a:pt x="563548" y="889"/>
                  <a:pt x="563904" y="978"/>
                  <a:pt x="564171" y="1067"/>
                </a:cubicBezTo>
                <a:cubicBezTo>
                  <a:pt x="564616" y="1156"/>
                  <a:pt x="565061" y="1333"/>
                  <a:pt x="565506" y="1511"/>
                </a:cubicBezTo>
                <a:cubicBezTo>
                  <a:pt x="565862" y="1600"/>
                  <a:pt x="566218" y="1778"/>
                  <a:pt x="566574" y="1867"/>
                </a:cubicBezTo>
                <a:cubicBezTo>
                  <a:pt x="566929" y="2044"/>
                  <a:pt x="567285" y="2222"/>
                  <a:pt x="567730" y="2400"/>
                </a:cubicBezTo>
                <a:cubicBezTo>
                  <a:pt x="568086" y="2578"/>
                  <a:pt x="568442" y="2755"/>
                  <a:pt x="568798" y="2933"/>
                </a:cubicBezTo>
                <a:cubicBezTo>
                  <a:pt x="569154" y="3111"/>
                  <a:pt x="569421" y="3289"/>
                  <a:pt x="569777" y="3467"/>
                </a:cubicBezTo>
                <a:cubicBezTo>
                  <a:pt x="570133" y="3733"/>
                  <a:pt x="570578" y="4000"/>
                  <a:pt x="570934" y="4178"/>
                </a:cubicBezTo>
                <a:cubicBezTo>
                  <a:pt x="571201" y="4444"/>
                  <a:pt x="571557" y="4622"/>
                  <a:pt x="571824" y="4800"/>
                </a:cubicBezTo>
                <a:cubicBezTo>
                  <a:pt x="572180" y="5155"/>
                  <a:pt x="572536" y="5422"/>
                  <a:pt x="572891" y="5689"/>
                </a:cubicBezTo>
                <a:cubicBezTo>
                  <a:pt x="573247" y="5955"/>
                  <a:pt x="573514" y="6222"/>
                  <a:pt x="573781" y="6489"/>
                </a:cubicBezTo>
                <a:cubicBezTo>
                  <a:pt x="574137" y="6755"/>
                  <a:pt x="574493" y="7022"/>
                  <a:pt x="574760" y="7289"/>
                </a:cubicBezTo>
                <a:cubicBezTo>
                  <a:pt x="575205" y="7733"/>
                  <a:pt x="575561" y="8178"/>
                  <a:pt x="575917" y="8533"/>
                </a:cubicBezTo>
                <a:cubicBezTo>
                  <a:pt x="576095" y="8711"/>
                  <a:pt x="576273" y="8889"/>
                  <a:pt x="576451" y="9066"/>
                </a:cubicBezTo>
                <a:cubicBezTo>
                  <a:pt x="576451" y="9155"/>
                  <a:pt x="576451" y="9155"/>
                  <a:pt x="576451" y="9155"/>
                </a:cubicBezTo>
                <a:cubicBezTo>
                  <a:pt x="576985" y="9777"/>
                  <a:pt x="577519" y="10489"/>
                  <a:pt x="577964" y="11200"/>
                </a:cubicBezTo>
                <a:cubicBezTo>
                  <a:pt x="577964" y="11200"/>
                  <a:pt x="578053" y="11289"/>
                  <a:pt x="578053" y="11289"/>
                </a:cubicBezTo>
                <a:cubicBezTo>
                  <a:pt x="578498" y="12000"/>
                  <a:pt x="578854" y="12622"/>
                  <a:pt x="579209" y="13244"/>
                </a:cubicBezTo>
                <a:cubicBezTo>
                  <a:pt x="579387" y="13600"/>
                  <a:pt x="579565" y="13955"/>
                  <a:pt x="579743" y="14222"/>
                </a:cubicBezTo>
                <a:cubicBezTo>
                  <a:pt x="579921" y="14666"/>
                  <a:pt x="580099" y="15111"/>
                  <a:pt x="580277" y="15555"/>
                </a:cubicBezTo>
                <a:cubicBezTo>
                  <a:pt x="580455" y="15911"/>
                  <a:pt x="580633" y="16266"/>
                  <a:pt x="580722" y="16711"/>
                </a:cubicBezTo>
                <a:cubicBezTo>
                  <a:pt x="580900" y="17066"/>
                  <a:pt x="581078" y="17422"/>
                  <a:pt x="581167" y="17866"/>
                </a:cubicBezTo>
                <a:cubicBezTo>
                  <a:pt x="581256" y="18311"/>
                  <a:pt x="581434" y="18755"/>
                  <a:pt x="581523" y="19199"/>
                </a:cubicBezTo>
                <a:cubicBezTo>
                  <a:pt x="581612" y="19555"/>
                  <a:pt x="581701" y="19910"/>
                  <a:pt x="581790" y="20266"/>
                </a:cubicBezTo>
                <a:cubicBezTo>
                  <a:pt x="581879" y="20977"/>
                  <a:pt x="582057" y="21777"/>
                  <a:pt x="582146" y="22488"/>
                </a:cubicBezTo>
                <a:cubicBezTo>
                  <a:pt x="582146" y="22577"/>
                  <a:pt x="582146" y="22666"/>
                  <a:pt x="582146" y="22666"/>
                </a:cubicBezTo>
                <a:cubicBezTo>
                  <a:pt x="582235" y="23555"/>
                  <a:pt x="582235" y="24355"/>
                  <a:pt x="582235" y="25244"/>
                </a:cubicBezTo>
                <a:lnTo>
                  <a:pt x="582235" y="126396"/>
                </a:lnTo>
                <a:cubicBezTo>
                  <a:pt x="582235" y="140351"/>
                  <a:pt x="570934" y="151728"/>
                  <a:pt x="556963" y="151728"/>
                </a:cubicBezTo>
                <a:cubicBezTo>
                  <a:pt x="542992" y="151728"/>
                  <a:pt x="531691" y="140351"/>
                  <a:pt x="531691" y="126396"/>
                </a:cubicBezTo>
                <a:lnTo>
                  <a:pt x="531691" y="79286"/>
                </a:lnTo>
                <a:lnTo>
                  <a:pt x="421260" y="171106"/>
                </a:lnTo>
                <a:cubicBezTo>
                  <a:pt x="410582" y="180083"/>
                  <a:pt x="394564" y="178572"/>
                  <a:pt x="385666" y="167906"/>
                </a:cubicBezTo>
                <a:cubicBezTo>
                  <a:pt x="376678" y="157150"/>
                  <a:pt x="378191" y="141240"/>
                  <a:pt x="388869" y="132262"/>
                </a:cubicBezTo>
                <a:lnTo>
                  <a:pt x="487020" y="50576"/>
                </a:lnTo>
                <a:lnTo>
                  <a:pt x="455697" y="50576"/>
                </a:lnTo>
                <a:cubicBezTo>
                  <a:pt x="441727" y="50576"/>
                  <a:pt x="430425" y="39288"/>
                  <a:pt x="430425" y="25244"/>
                </a:cubicBezTo>
                <a:cubicBezTo>
                  <a:pt x="430425" y="11289"/>
                  <a:pt x="441727" y="0"/>
                  <a:pt x="455697" y="0"/>
                </a:cubicBezTo>
                <a:close/>
              </a:path>
            </a:pathLst>
          </a:custGeom>
          <a:solidFill>
            <a:schemeClr val="bg1"/>
          </a:solidFill>
          <a:ln>
            <a:noFill/>
          </a:ln>
          <a:effectLst/>
        </p:spPr>
        <p:txBody>
          <a:bodyPr lIns="91416" tIns="91416" rIns="91416" bIns="9141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base" hangingPunct="0">
              <a:spcBef>
                <a:spcPct val="0"/>
              </a:spcBef>
              <a:spcAft>
                <a:spcPct val="0"/>
              </a:spcAft>
            </a:pPr>
            <a:endParaRPr lang="zh-CN" altLang="zh-CN" sz="4800">
              <a:solidFill>
                <a:srgbClr val="000000"/>
              </a:solidFill>
              <a:latin typeface="Calibri" panose="020F0502020204030204" charset="0"/>
              <a:ea typeface="微软雅黑" panose="020B0503020204020204" pitchFamily="34" charset="-122"/>
              <a:cs typeface="Calibri" panose="020F0502020204030204" charset="0"/>
              <a:sym typeface="Calibri" panose="020F0502020204030204" charset="0"/>
            </a:endParaRPr>
          </a:p>
        </p:txBody>
      </p:sp>
      <p:grpSp>
        <p:nvGrpSpPr>
          <p:cNvPr id="24" name="组合 23"/>
          <p:cNvGrpSpPr/>
          <p:nvPr>
            <p:custDataLst>
              <p:tags r:id="rId13"/>
            </p:custDataLst>
          </p:nvPr>
        </p:nvGrpSpPr>
        <p:grpSpPr>
          <a:xfrm>
            <a:off x="642013" y="1528227"/>
            <a:ext cx="1938791" cy="862673"/>
            <a:chOff x="5354322" y="1967781"/>
            <a:chExt cx="2585055" cy="1150231"/>
          </a:xfrm>
        </p:grpSpPr>
        <p:sp>
          <p:nvSpPr>
            <p:cNvPr id="25" name="矩形 24"/>
            <p:cNvSpPr/>
            <p:nvPr>
              <p:custDataLst>
                <p:tags r:id="rId14"/>
              </p:custDataLst>
            </p:nvPr>
          </p:nvSpPr>
          <p:spPr>
            <a:xfrm>
              <a:off x="5354322" y="2332306"/>
              <a:ext cx="2585055" cy="785706"/>
            </a:xfrm>
            <a:prstGeom prst="rect">
              <a:avLst/>
            </a:prstGeom>
          </p:spPr>
          <p:txBody>
            <a:bodyPr wrap="square">
              <a:spAutoFit/>
              <a:scene3d>
                <a:camera prst="orthographicFront"/>
                <a:lightRig rig="threePt" dir="t"/>
              </a:scene3d>
              <a:sp3d contourW="12700"/>
            </a:bodyPr>
            <a:lstStyle/>
            <a:p>
              <a:pPr algn="r" defTabSz="685800">
                <a:lnSpc>
                  <a:spcPct val="120000"/>
                </a:lnSpc>
              </a:pPr>
              <a:r>
                <a:rPr lang="zh-CN" altLang="en-US" sz="900" dirty="0">
                  <a:solidFill>
                    <a:prstClr val="black">
                      <a:lumMod val="75000"/>
                      <a:lumOff val="25000"/>
                    </a:prstClr>
                  </a:solidFill>
                  <a:latin typeface="Arial" panose="020B0604020202020204"/>
                  <a:ea typeface="微软雅黑" panose="020B0503020204020204" pitchFamily="34" charset="-122"/>
                </a:rPr>
                <a:t>全面负责项目推进，拥有过程决策权；做好汇报规划，明确分工并记录资金使用</a:t>
              </a:r>
              <a:r>
                <a:rPr lang="en-US" altLang="zh-CN" sz="900" dirty="0">
                  <a:solidFill>
                    <a:prstClr val="black">
                      <a:lumMod val="75000"/>
                      <a:lumOff val="25000"/>
                    </a:prstClr>
                  </a:solidFill>
                  <a:latin typeface="Arial" panose="020B0604020202020204"/>
                  <a:ea typeface="微软雅黑" panose="020B0503020204020204" pitchFamily="34" charset="-122"/>
                </a:rPr>
                <a:t> </a:t>
              </a:r>
              <a:endParaRPr lang="zh-CN" altLang="en-US" sz="900" dirty="0">
                <a:solidFill>
                  <a:prstClr val="black">
                    <a:lumMod val="75000"/>
                    <a:lumOff val="25000"/>
                  </a:prstClr>
                </a:solidFill>
                <a:latin typeface="Arial" panose="020B0604020202020204"/>
                <a:ea typeface="微软雅黑" panose="020B0503020204020204" pitchFamily="34" charset="-122"/>
              </a:endParaRPr>
            </a:p>
          </p:txBody>
        </p:sp>
        <p:sp>
          <p:nvSpPr>
            <p:cNvPr id="26" name="矩形 25"/>
            <p:cNvSpPr/>
            <p:nvPr>
              <p:custDataLst>
                <p:tags r:id="rId15"/>
              </p:custDataLst>
            </p:nvPr>
          </p:nvSpPr>
          <p:spPr>
            <a:xfrm>
              <a:off x="5854990" y="1967781"/>
              <a:ext cx="2084387" cy="452967"/>
            </a:xfrm>
            <a:prstGeom prst="rect">
              <a:avLst/>
            </a:prstGeom>
          </p:spPr>
          <p:txBody>
            <a:bodyPr wrap="square">
              <a:spAutoFit/>
              <a:scene3d>
                <a:camera prst="orthographicFront"/>
                <a:lightRig rig="threePt" dir="t"/>
              </a:scene3d>
              <a:sp3d contourW="12700"/>
            </a:bodyPr>
            <a:lstStyle/>
            <a:p>
              <a:pPr algn="r" defTabSz="685800">
                <a:lnSpc>
                  <a:spcPct val="120000"/>
                </a:lnSpc>
              </a:pPr>
              <a:r>
                <a:rPr lang="zh-CN" altLang="en-US" sz="1350" b="1" dirty="0">
                  <a:solidFill>
                    <a:prstClr val="black">
                      <a:lumMod val="75000"/>
                      <a:lumOff val="25000"/>
                    </a:prstClr>
                  </a:solidFill>
                  <a:latin typeface="Arial" panose="020B0604020202020204"/>
                  <a:ea typeface="微软雅黑" panose="020B0503020204020204" pitchFamily="34" charset="-122"/>
                </a:rPr>
                <a:t>项目总负责人</a:t>
              </a:r>
              <a:endParaRPr lang="zh-CN" altLang="en-US" sz="1350" b="1" dirty="0">
                <a:solidFill>
                  <a:prstClr val="black">
                    <a:lumMod val="75000"/>
                    <a:lumOff val="25000"/>
                  </a:prstClr>
                </a:solidFill>
                <a:latin typeface="Arial" panose="020B0604020202020204"/>
                <a:ea typeface="微软雅黑" panose="020B0503020204020204" pitchFamily="34" charset="-122"/>
              </a:endParaRPr>
            </a:p>
          </p:txBody>
        </p:sp>
      </p:grpSp>
      <p:grpSp>
        <p:nvGrpSpPr>
          <p:cNvPr id="27" name="组合 26"/>
          <p:cNvGrpSpPr/>
          <p:nvPr>
            <p:custDataLst>
              <p:tags r:id="rId16"/>
            </p:custDataLst>
          </p:nvPr>
        </p:nvGrpSpPr>
        <p:grpSpPr>
          <a:xfrm>
            <a:off x="1454927" y="3367691"/>
            <a:ext cx="1938791" cy="862673"/>
            <a:chOff x="5354322" y="1967781"/>
            <a:chExt cx="2585055" cy="1150231"/>
          </a:xfrm>
        </p:grpSpPr>
        <p:sp>
          <p:nvSpPr>
            <p:cNvPr id="28" name="矩形 27"/>
            <p:cNvSpPr/>
            <p:nvPr>
              <p:custDataLst>
                <p:tags r:id="rId17"/>
              </p:custDataLst>
            </p:nvPr>
          </p:nvSpPr>
          <p:spPr>
            <a:xfrm>
              <a:off x="5354322" y="2332306"/>
              <a:ext cx="2585055" cy="785706"/>
            </a:xfrm>
            <a:prstGeom prst="rect">
              <a:avLst/>
            </a:prstGeom>
          </p:spPr>
          <p:txBody>
            <a:bodyPr wrap="square">
              <a:spAutoFit/>
              <a:scene3d>
                <a:camera prst="orthographicFront"/>
                <a:lightRig rig="threePt" dir="t"/>
              </a:scene3d>
              <a:sp3d contourW="12700"/>
            </a:bodyPr>
            <a:lstStyle/>
            <a:p>
              <a:pPr defTabSz="685800">
                <a:lnSpc>
                  <a:spcPct val="120000"/>
                </a:lnSpc>
              </a:pPr>
              <a:r>
                <a:rPr lang="zh-CN" altLang="en-US" sz="900" dirty="0">
                  <a:solidFill>
                    <a:prstClr val="black">
                      <a:lumMod val="75000"/>
                      <a:lumOff val="25000"/>
                    </a:prstClr>
                  </a:solidFill>
                  <a:latin typeface="Arial" panose="020B0604020202020204"/>
                  <a:ea typeface="微软雅黑" panose="020B0503020204020204" pitchFamily="34" charset="-122"/>
                </a:rPr>
                <a:t>挑选产品开发卡，验证核心功能与方案可行性；提供技术证据，答辩技术解决方案</a:t>
              </a:r>
              <a:endParaRPr lang="zh-CN" altLang="en-US" sz="900" dirty="0">
                <a:solidFill>
                  <a:prstClr val="black">
                    <a:lumMod val="75000"/>
                    <a:lumOff val="25000"/>
                  </a:prstClr>
                </a:solidFill>
                <a:latin typeface="Arial" panose="020B0604020202020204"/>
                <a:ea typeface="微软雅黑" panose="020B0503020204020204" pitchFamily="34" charset="-122"/>
              </a:endParaRPr>
            </a:p>
          </p:txBody>
        </p:sp>
        <p:sp>
          <p:nvSpPr>
            <p:cNvPr id="29" name="矩形 28"/>
            <p:cNvSpPr/>
            <p:nvPr>
              <p:custDataLst>
                <p:tags r:id="rId18"/>
              </p:custDataLst>
            </p:nvPr>
          </p:nvSpPr>
          <p:spPr>
            <a:xfrm>
              <a:off x="5354323" y="1967781"/>
              <a:ext cx="2084387" cy="452967"/>
            </a:xfrm>
            <a:prstGeom prst="rect">
              <a:avLst/>
            </a:prstGeom>
          </p:spPr>
          <p:txBody>
            <a:bodyPr wrap="square">
              <a:spAutoFit/>
              <a:scene3d>
                <a:camera prst="orthographicFront"/>
                <a:lightRig rig="threePt" dir="t"/>
              </a:scene3d>
              <a:sp3d contourW="12700"/>
            </a:bodyPr>
            <a:lstStyle/>
            <a:p>
              <a:pPr defTabSz="685800">
                <a:lnSpc>
                  <a:spcPct val="120000"/>
                </a:lnSpc>
              </a:pPr>
              <a:r>
                <a:rPr lang="zh-CN" altLang="en-US" sz="1350" b="1" dirty="0">
                  <a:solidFill>
                    <a:prstClr val="black">
                      <a:lumMod val="75000"/>
                      <a:lumOff val="25000"/>
                    </a:prstClr>
                  </a:solidFill>
                  <a:latin typeface="Arial" panose="020B0604020202020204"/>
                  <a:ea typeface="微软雅黑" panose="020B0503020204020204" pitchFamily="34" charset="-122"/>
                </a:rPr>
                <a:t>技术负责人</a:t>
              </a:r>
              <a:endParaRPr lang="zh-CN" altLang="en-US" sz="1350" b="1" dirty="0">
                <a:solidFill>
                  <a:prstClr val="black">
                    <a:lumMod val="75000"/>
                    <a:lumOff val="25000"/>
                  </a:prstClr>
                </a:solidFill>
                <a:latin typeface="Arial" panose="020B0604020202020204"/>
                <a:ea typeface="微软雅黑" panose="020B0503020204020204" pitchFamily="34" charset="-122"/>
              </a:endParaRPr>
            </a:p>
          </p:txBody>
        </p:sp>
      </p:grpSp>
      <p:grpSp>
        <p:nvGrpSpPr>
          <p:cNvPr id="30" name="组合 29"/>
          <p:cNvGrpSpPr/>
          <p:nvPr>
            <p:custDataLst>
              <p:tags r:id="rId19"/>
            </p:custDataLst>
          </p:nvPr>
        </p:nvGrpSpPr>
        <p:grpSpPr>
          <a:xfrm>
            <a:off x="6560061" y="1528227"/>
            <a:ext cx="1938791" cy="862673"/>
            <a:chOff x="5354322" y="1967781"/>
            <a:chExt cx="2585055" cy="1150231"/>
          </a:xfrm>
        </p:grpSpPr>
        <p:sp>
          <p:nvSpPr>
            <p:cNvPr id="31" name="矩形 30"/>
            <p:cNvSpPr/>
            <p:nvPr>
              <p:custDataLst>
                <p:tags r:id="rId20"/>
              </p:custDataLst>
            </p:nvPr>
          </p:nvSpPr>
          <p:spPr>
            <a:xfrm>
              <a:off x="5354322" y="2332306"/>
              <a:ext cx="2585055" cy="785706"/>
            </a:xfrm>
            <a:prstGeom prst="rect">
              <a:avLst/>
            </a:prstGeom>
          </p:spPr>
          <p:txBody>
            <a:bodyPr wrap="square">
              <a:spAutoFit/>
              <a:scene3d>
                <a:camera prst="orthographicFront"/>
                <a:lightRig rig="threePt" dir="t"/>
              </a:scene3d>
              <a:sp3d contourW="12700"/>
            </a:bodyPr>
            <a:lstStyle/>
            <a:p>
              <a:pPr defTabSz="685800">
                <a:lnSpc>
                  <a:spcPct val="120000"/>
                </a:lnSpc>
              </a:pPr>
              <a:r>
                <a:rPr lang="zh-CN" altLang="en-US" sz="900" dirty="0">
                  <a:solidFill>
                    <a:prstClr val="black">
                      <a:lumMod val="75000"/>
                      <a:lumOff val="25000"/>
                    </a:prstClr>
                  </a:solidFill>
                  <a:latin typeface="Arial" panose="020B0604020202020204"/>
                  <a:ea typeface="微软雅黑" panose="020B0503020204020204" pitchFamily="34" charset="-122"/>
                </a:rPr>
                <a:t>开展人群和场景洞察并汇报结果；组织调研收集反馈，梳理成果并汇报</a:t>
              </a:r>
              <a:endParaRPr lang="zh-CN" altLang="en-US" sz="900" dirty="0">
                <a:solidFill>
                  <a:prstClr val="black">
                    <a:lumMod val="75000"/>
                    <a:lumOff val="25000"/>
                  </a:prstClr>
                </a:solidFill>
                <a:latin typeface="Arial" panose="020B0604020202020204"/>
                <a:ea typeface="微软雅黑" panose="020B0503020204020204" pitchFamily="34" charset="-122"/>
              </a:endParaRPr>
            </a:p>
          </p:txBody>
        </p:sp>
        <p:sp>
          <p:nvSpPr>
            <p:cNvPr id="32" name="矩形 31"/>
            <p:cNvSpPr/>
            <p:nvPr>
              <p:custDataLst>
                <p:tags r:id="rId21"/>
              </p:custDataLst>
            </p:nvPr>
          </p:nvSpPr>
          <p:spPr>
            <a:xfrm>
              <a:off x="5354322" y="1967781"/>
              <a:ext cx="2084387" cy="452967"/>
            </a:xfrm>
            <a:prstGeom prst="rect">
              <a:avLst/>
            </a:prstGeom>
          </p:spPr>
          <p:txBody>
            <a:bodyPr wrap="square">
              <a:spAutoFit/>
              <a:scene3d>
                <a:camera prst="orthographicFront"/>
                <a:lightRig rig="threePt" dir="t"/>
              </a:scene3d>
              <a:sp3d contourW="12700"/>
            </a:bodyPr>
            <a:lstStyle/>
            <a:p>
              <a:pPr defTabSz="685800">
                <a:lnSpc>
                  <a:spcPct val="120000"/>
                </a:lnSpc>
              </a:pPr>
              <a:r>
                <a:rPr lang="zh-CN" altLang="en-US" sz="1350" b="1" dirty="0">
                  <a:solidFill>
                    <a:prstClr val="black">
                      <a:lumMod val="75000"/>
                      <a:lumOff val="25000"/>
                    </a:prstClr>
                  </a:solidFill>
                  <a:latin typeface="Arial" panose="020B0604020202020204"/>
                  <a:ea typeface="微软雅黑" panose="020B0503020204020204" pitchFamily="34" charset="-122"/>
                </a:rPr>
                <a:t>市场负责人</a:t>
              </a:r>
              <a:endParaRPr lang="zh-CN" altLang="en-US" sz="1350" b="1" dirty="0">
                <a:solidFill>
                  <a:prstClr val="black">
                    <a:lumMod val="75000"/>
                    <a:lumOff val="25000"/>
                  </a:prstClr>
                </a:solidFill>
                <a:latin typeface="Arial" panose="020B0604020202020204"/>
                <a:ea typeface="微软雅黑" panose="020B0503020204020204" pitchFamily="34" charset="-122"/>
              </a:endParaRPr>
            </a:p>
          </p:txBody>
        </p:sp>
      </p:grpSp>
      <p:grpSp>
        <p:nvGrpSpPr>
          <p:cNvPr id="33" name="组合 32"/>
          <p:cNvGrpSpPr/>
          <p:nvPr>
            <p:custDataLst>
              <p:tags r:id="rId22"/>
            </p:custDataLst>
          </p:nvPr>
        </p:nvGrpSpPr>
        <p:grpSpPr>
          <a:xfrm>
            <a:off x="5860055" y="3367691"/>
            <a:ext cx="1938791" cy="862673"/>
            <a:chOff x="5354322" y="1967781"/>
            <a:chExt cx="2585055" cy="1150231"/>
          </a:xfrm>
        </p:grpSpPr>
        <p:sp>
          <p:nvSpPr>
            <p:cNvPr id="34" name="矩形 33"/>
            <p:cNvSpPr/>
            <p:nvPr>
              <p:custDataLst>
                <p:tags r:id="rId23"/>
              </p:custDataLst>
            </p:nvPr>
          </p:nvSpPr>
          <p:spPr>
            <a:xfrm>
              <a:off x="5354322" y="2332306"/>
              <a:ext cx="2585055" cy="785706"/>
            </a:xfrm>
            <a:prstGeom prst="rect">
              <a:avLst/>
            </a:prstGeom>
          </p:spPr>
          <p:txBody>
            <a:bodyPr wrap="square">
              <a:spAutoFit/>
              <a:scene3d>
                <a:camera prst="orthographicFront"/>
                <a:lightRig rig="threePt" dir="t"/>
              </a:scene3d>
              <a:sp3d contourW="12700"/>
            </a:bodyPr>
            <a:lstStyle/>
            <a:p>
              <a:pPr algn="r" defTabSz="685800">
                <a:lnSpc>
                  <a:spcPct val="120000"/>
                </a:lnSpc>
              </a:pPr>
              <a:r>
                <a:rPr lang="zh-CN" altLang="en-US" sz="900" dirty="0">
                  <a:solidFill>
                    <a:prstClr val="black">
                      <a:lumMod val="75000"/>
                      <a:lumOff val="25000"/>
                    </a:prstClr>
                  </a:solidFill>
                  <a:latin typeface="Arial" panose="020B0604020202020204"/>
                  <a:ea typeface="微软雅黑" panose="020B0503020204020204" pitchFamily="34" charset="-122"/>
                </a:rPr>
                <a:t>选取艺术卡，确定设计风格等并检验适配性；完成外观草图，制作美化项目汇报</a:t>
              </a:r>
              <a:r>
                <a:rPr lang="en-US" altLang="zh-CN" sz="900" dirty="0">
                  <a:solidFill>
                    <a:prstClr val="black">
                      <a:lumMod val="75000"/>
                      <a:lumOff val="25000"/>
                    </a:prstClr>
                  </a:solidFill>
                  <a:latin typeface="Arial" panose="020B0604020202020204"/>
                  <a:ea typeface="微软雅黑" panose="020B0503020204020204" pitchFamily="34" charset="-122"/>
                </a:rPr>
                <a:t>PPT </a:t>
              </a:r>
              <a:endParaRPr lang="zh-CN" altLang="en-US" sz="900" dirty="0">
                <a:solidFill>
                  <a:prstClr val="black">
                    <a:lumMod val="75000"/>
                    <a:lumOff val="25000"/>
                  </a:prstClr>
                </a:solidFill>
                <a:latin typeface="Arial" panose="020B0604020202020204"/>
                <a:ea typeface="微软雅黑" panose="020B0503020204020204" pitchFamily="34" charset="-122"/>
              </a:endParaRPr>
            </a:p>
          </p:txBody>
        </p:sp>
        <p:sp>
          <p:nvSpPr>
            <p:cNvPr id="35" name="矩形 34"/>
            <p:cNvSpPr/>
            <p:nvPr>
              <p:custDataLst>
                <p:tags r:id="rId24"/>
              </p:custDataLst>
            </p:nvPr>
          </p:nvSpPr>
          <p:spPr>
            <a:xfrm>
              <a:off x="5854990" y="1967781"/>
              <a:ext cx="2084387" cy="452967"/>
            </a:xfrm>
            <a:prstGeom prst="rect">
              <a:avLst/>
            </a:prstGeom>
          </p:spPr>
          <p:txBody>
            <a:bodyPr wrap="square">
              <a:spAutoFit/>
              <a:scene3d>
                <a:camera prst="orthographicFront"/>
                <a:lightRig rig="threePt" dir="t"/>
              </a:scene3d>
              <a:sp3d contourW="12700"/>
            </a:bodyPr>
            <a:lstStyle/>
            <a:p>
              <a:pPr algn="r" defTabSz="685800">
                <a:lnSpc>
                  <a:spcPct val="120000"/>
                </a:lnSpc>
              </a:pPr>
              <a:r>
                <a:rPr lang="zh-CN" altLang="en-US" sz="1350" b="1" dirty="0">
                  <a:solidFill>
                    <a:prstClr val="black">
                      <a:lumMod val="75000"/>
                      <a:lumOff val="25000"/>
                    </a:prstClr>
                  </a:solidFill>
                  <a:latin typeface="Arial" panose="020B0604020202020204"/>
                  <a:ea typeface="微软雅黑" panose="020B0503020204020204" pitchFamily="34" charset="-122"/>
                </a:rPr>
                <a:t>设计负责人</a:t>
              </a:r>
              <a:endParaRPr lang="zh-CN" altLang="en-US" sz="1350" b="1" dirty="0">
                <a:solidFill>
                  <a:prstClr val="black">
                    <a:lumMod val="75000"/>
                    <a:lumOff val="25000"/>
                  </a:prstClr>
                </a:solidFill>
                <a:latin typeface="Arial" panose="020B0604020202020204"/>
                <a:ea typeface="微软雅黑" panose="020B0503020204020204" pitchFamily="34" charset="-122"/>
              </a:endParaRPr>
            </a:p>
          </p:txBody>
        </p:sp>
      </p:grpSp>
      <p:grpSp>
        <p:nvGrpSpPr>
          <p:cNvPr id="36" name="组合 35"/>
          <p:cNvGrpSpPr/>
          <p:nvPr/>
        </p:nvGrpSpPr>
        <p:grpSpPr>
          <a:xfrm>
            <a:off x="0" y="-1"/>
            <a:ext cx="2703773" cy="951310"/>
            <a:chOff x="0" y="-1"/>
            <a:chExt cx="3605030" cy="1268413"/>
          </a:xfrm>
        </p:grpSpPr>
        <p:pic>
          <p:nvPicPr>
            <p:cNvPr id="37" name="图片 36"/>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0" y="-1"/>
              <a:ext cx="1910226" cy="1268413"/>
            </a:xfrm>
            <a:prstGeom prst="rect">
              <a:avLst/>
            </a:prstGeom>
          </p:spPr>
        </p:pic>
        <p:cxnSp>
          <p:nvCxnSpPr>
            <p:cNvPr id="38" name="直接连接符 37"/>
            <p:cNvCxnSpPr/>
            <p:nvPr/>
          </p:nvCxnSpPr>
          <p:spPr>
            <a:xfrm>
              <a:off x="3605030" y="469609"/>
              <a:ext cx="0" cy="540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1753461" y="440872"/>
              <a:ext cx="1733973" cy="573193"/>
            </a:xfrm>
            <a:prstGeom prst="rect">
              <a:avLst/>
            </a:prstGeom>
            <a:noFill/>
          </p:spPr>
          <p:txBody>
            <a:bodyPr wrap="none" rtlCol="0">
              <a:spAutoFit/>
              <a:scene3d>
                <a:camera prst="orthographicFront"/>
                <a:lightRig rig="threePt" dir="t"/>
              </a:scene3d>
              <a:sp3d contourW="12700"/>
            </a:bodyPr>
            <a:lstStyle/>
            <a:p>
              <a:pPr algn="r" defTabSz="685800">
                <a:defRPr/>
              </a:pPr>
              <a:r>
                <a:rPr lang="zh-CN" altLang="en-US" sz="2200" dirty="0">
                  <a:solidFill>
                    <a:prstClr val="black"/>
                  </a:solidFill>
                  <a:latin typeface="Arial" panose="020B0604020202020204"/>
                  <a:ea typeface="微软雅黑" panose="020B0503020204020204" pitchFamily="34" charset="-122"/>
                </a:rPr>
                <a:t>成员</a:t>
              </a:r>
              <a:r>
                <a:rPr lang="zh-CN" altLang="en-US" sz="2200" dirty="0">
                  <a:solidFill>
                    <a:prstClr val="black"/>
                  </a:solidFill>
                  <a:latin typeface="Arial" panose="020B0604020202020204"/>
                  <a:ea typeface="微软雅黑" panose="020B0503020204020204" pitchFamily="34" charset="-122"/>
                </a:rPr>
                <a:t>简介</a:t>
              </a:r>
              <a:endParaRPr lang="zh-CN" altLang="en-US" sz="2200" dirty="0">
                <a:solidFill>
                  <a:prstClr val="black"/>
                </a:solidFill>
                <a:latin typeface="Arial" panose="020B0604020202020204"/>
                <a:ea typeface="微软雅黑" panose="020B0503020204020204" pitchFamily="34" charset="-122"/>
              </a:endParaRPr>
            </a:p>
          </p:txBody>
        </p:sp>
      </p:grpSp>
      <p:sp>
        <p:nvSpPr>
          <p:cNvPr id="2" name="文本框 1"/>
          <p:cNvSpPr txBox="1"/>
          <p:nvPr/>
        </p:nvSpPr>
        <p:spPr>
          <a:xfrm>
            <a:off x="2740671" y="330654"/>
            <a:ext cx="1622425" cy="460375"/>
          </a:xfrm>
          <a:prstGeom prst="rect">
            <a:avLst/>
          </a:prstGeom>
          <a:noFill/>
        </p:spPr>
        <p:txBody>
          <a:bodyPr wrap="none" rtlCol="0">
            <a:spAutoFit/>
            <a:scene3d>
              <a:camera prst="orthographicFront"/>
              <a:lightRig rig="threePt" dir="t"/>
            </a:scene3d>
            <a:sp3d contourW="12700"/>
          </a:bodyPr>
          <a:p>
            <a:pPr algn="r" defTabSz="685800">
              <a:defRPr/>
            </a:pPr>
            <a:r>
              <a:rPr lang="zh-CN" altLang="en-US" sz="2400" b="1"/>
              <a:t>分工&amp;职责</a:t>
            </a:r>
            <a:endParaRPr lang="zh-CN" altLang="en-US" sz="2200" dirty="0">
              <a:solidFill>
                <a:prstClr val="black"/>
              </a:solidFill>
              <a:latin typeface="字魂156号-萌趣苏打饼" panose="00000500000000000000" charset="-122"/>
              <a:ea typeface="字魂156号-萌趣苏打饼" panose="00000500000000000000" charset="-122"/>
              <a:cs typeface="字魂156号-萌趣苏打饼" panose="00000500000000000000" charset="-122"/>
            </a:endParaRPr>
          </a:p>
        </p:txBody>
      </p:sp>
    </p:spTree>
    <p:custDataLst>
      <p:tags r:id="rId26"/>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1000"/>
                                        <p:tgtEl>
                                          <p:spTgt spid="22"/>
                                        </p:tgtEl>
                                      </p:cBhvr>
                                    </p:animEffect>
                                    <p:anim calcmode="lin" valueType="num">
                                      <p:cBhvr>
                                        <p:cTn id="28" dur="1000" fill="hold"/>
                                        <p:tgtEl>
                                          <p:spTgt spid="22"/>
                                        </p:tgtEl>
                                        <p:attrNameLst>
                                          <p:attrName>ppt_x</p:attrName>
                                        </p:attrNameLst>
                                      </p:cBhvr>
                                      <p:tavLst>
                                        <p:tav tm="0">
                                          <p:val>
                                            <p:strVal val="#ppt_x"/>
                                          </p:val>
                                        </p:tav>
                                        <p:tav tm="100000">
                                          <p:val>
                                            <p:strVal val="#ppt_x"/>
                                          </p:val>
                                        </p:tav>
                                      </p:tavLst>
                                    </p:anim>
                                    <p:anim calcmode="lin" valueType="num">
                                      <p:cBhvr>
                                        <p:cTn id="29" dur="1000" fill="hold"/>
                                        <p:tgtEl>
                                          <p:spTgt spid="2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1000"/>
                                        <p:tgtEl>
                                          <p:spTgt spid="23"/>
                                        </p:tgtEl>
                                      </p:cBhvr>
                                    </p:animEffect>
                                    <p:anim calcmode="lin" valueType="num">
                                      <p:cBhvr>
                                        <p:cTn id="33" dur="1000" fill="hold"/>
                                        <p:tgtEl>
                                          <p:spTgt spid="23"/>
                                        </p:tgtEl>
                                        <p:attrNameLst>
                                          <p:attrName>ppt_x</p:attrName>
                                        </p:attrNameLst>
                                      </p:cBhvr>
                                      <p:tavLst>
                                        <p:tav tm="0">
                                          <p:val>
                                            <p:strVal val="#ppt_x"/>
                                          </p:val>
                                        </p:tav>
                                        <p:tav tm="100000">
                                          <p:val>
                                            <p:strVal val="#ppt_x"/>
                                          </p:val>
                                        </p:tav>
                                      </p:tavLst>
                                    </p:anim>
                                    <p:anim calcmode="lin" valueType="num">
                                      <p:cBhvr>
                                        <p:cTn id="34" dur="1000" fill="hold"/>
                                        <p:tgtEl>
                                          <p:spTgt spid="2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000"/>
                                        <p:tgtEl>
                                          <p:spTgt spid="20"/>
                                        </p:tgtEl>
                                      </p:cBhvr>
                                    </p:animEffect>
                                    <p:anim calcmode="lin" valueType="num">
                                      <p:cBhvr>
                                        <p:cTn id="38" dur="1000" fill="hold"/>
                                        <p:tgtEl>
                                          <p:spTgt spid="20"/>
                                        </p:tgtEl>
                                        <p:attrNameLst>
                                          <p:attrName>ppt_x</p:attrName>
                                        </p:attrNameLst>
                                      </p:cBhvr>
                                      <p:tavLst>
                                        <p:tav tm="0">
                                          <p:val>
                                            <p:strVal val="#ppt_x"/>
                                          </p:val>
                                        </p:tav>
                                        <p:tav tm="100000">
                                          <p:val>
                                            <p:strVal val="#ppt_x"/>
                                          </p:val>
                                        </p:tav>
                                      </p:tavLst>
                                    </p:anim>
                                    <p:anim calcmode="lin" valueType="num">
                                      <p:cBhvr>
                                        <p:cTn id="39" dur="1000" fill="hold"/>
                                        <p:tgtEl>
                                          <p:spTgt spid="2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1000"/>
                                        <p:tgtEl>
                                          <p:spTgt spid="21"/>
                                        </p:tgtEl>
                                      </p:cBhvr>
                                    </p:animEffect>
                                    <p:anim calcmode="lin" valueType="num">
                                      <p:cBhvr>
                                        <p:cTn id="43" dur="1000" fill="hold"/>
                                        <p:tgtEl>
                                          <p:spTgt spid="21"/>
                                        </p:tgtEl>
                                        <p:attrNameLst>
                                          <p:attrName>ppt_x</p:attrName>
                                        </p:attrNameLst>
                                      </p:cBhvr>
                                      <p:tavLst>
                                        <p:tav tm="0">
                                          <p:val>
                                            <p:strVal val="#ppt_x"/>
                                          </p:val>
                                        </p:tav>
                                        <p:tav tm="100000">
                                          <p:val>
                                            <p:strVal val="#ppt_x"/>
                                          </p:val>
                                        </p:tav>
                                      </p:tavLst>
                                    </p:anim>
                                    <p:anim calcmode="lin" valueType="num">
                                      <p:cBhvr>
                                        <p:cTn id="44" dur="1000" fill="hold"/>
                                        <p:tgtEl>
                                          <p:spTgt spid="21"/>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1000"/>
                                        <p:tgtEl>
                                          <p:spTgt spid="18"/>
                                        </p:tgtEl>
                                      </p:cBhvr>
                                    </p:animEffect>
                                    <p:anim calcmode="lin" valueType="num">
                                      <p:cBhvr>
                                        <p:cTn id="48" dur="1000" fill="hold"/>
                                        <p:tgtEl>
                                          <p:spTgt spid="18"/>
                                        </p:tgtEl>
                                        <p:attrNameLst>
                                          <p:attrName>ppt_x</p:attrName>
                                        </p:attrNameLst>
                                      </p:cBhvr>
                                      <p:tavLst>
                                        <p:tav tm="0">
                                          <p:val>
                                            <p:strVal val="#ppt_x"/>
                                          </p:val>
                                        </p:tav>
                                        <p:tav tm="100000">
                                          <p:val>
                                            <p:strVal val="#ppt_x"/>
                                          </p:val>
                                        </p:tav>
                                      </p:tavLst>
                                    </p:anim>
                                    <p:anim calcmode="lin" valueType="num">
                                      <p:cBhvr>
                                        <p:cTn id="49" dur="1000" fill="hold"/>
                                        <p:tgtEl>
                                          <p:spTgt spid="18"/>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1000"/>
                                        <p:tgtEl>
                                          <p:spTgt spid="19"/>
                                        </p:tgtEl>
                                      </p:cBhvr>
                                    </p:animEffect>
                                    <p:anim calcmode="lin" valueType="num">
                                      <p:cBhvr>
                                        <p:cTn id="53" dur="1000" fill="hold"/>
                                        <p:tgtEl>
                                          <p:spTgt spid="19"/>
                                        </p:tgtEl>
                                        <p:attrNameLst>
                                          <p:attrName>ppt_x</p:attrName>
                                        </p:attrNameLst>
                                      </p:cBhvr>
                                      <p:tavLst>
                                        <p:tav tm="0">
                                          <p:val>
                                            <p:strVal val="#ppt_x"/>
                                          </p:val>
                                        </p:tav>
                                        <p:tav tm="100000">
                                          <p:val>
                                            <p:strVal val="#ppt_x"/>
                                          </p:val>
                                        </p:tav>
                                      </p:tavLst>
                                    </p:anim>
                                    <p:anim calcmode="lin" valueType="num">
                                      <p:cBhvr>
                                        <p:cTn id="54" dur="1000" fill="hold"/>
                                        <p:tgtEl>
                                          <p:spTgt spid="19"/>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1000"/>
                                        <p:tgtEl>
                                          <p:spTgt spid="16"/>
                                        </p:tgtEl>
                                      </p:cBhvr>
                                    </p:animEffect>
                                    <p:anim calcmode="lin" valueType="num">
                                      <p:cBhvr>
                                        <p:cTn id="58" dur="1000" fill="hold"/>
                                        <p:tgtEl>
                                          <p:spTgt spid="16"/>
                                        </p:tgtEl>
                                        <p:attrNameLst>
                                          <p:attrName>ppt_x</p:attrName>
                                        </p:attrNameLst>
                                      </p:cBhvr>
                                      <p:tavLst>
                                        <p:tav tm="0">
                                          <p:val>
                                            <p:strVal val="#ppt_x"/>
                                          </p:val>
                                        </p:tav>
                                        <p:tav tm="100000">
                                          <p:val>
                                            <p:strVal val="#ppt_x"/>
                                          </p:val>
                                        </p:tav>
                                      </p:tavLst>
                                    </p:anim>
                                    <p:anim calcmode="lin" valueType="num">
                                      <p:cBhvr>
                                        <p:cTn id="59" dur="1000" fill="hold"/>
                                        <p:tgtEl>
                                          <p:spTgt spid="16"/>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1000"/>
                                        <p:tgtEl>
                                          <p:spTgt spid="17"/>
                                        </p:tgtEl>
                                      </p:cBhvr>
                                    </p:animEffect>
                                    <p:anim calcmode="lin" valueType="num">
                                      <p:cBhvr>
                                        <p:cTn id="63" dur="1000" fill="hold"/>
                                        <p:tgtEl>
                                          <p:spTgt spid="17"/>
                                        </p:tgtEl>
                                        <p:attrNameLst>
                                          <p:attrName>ppt_x</p:attrName>
                                        </p:attrNameLst>
                                      </p:cBhvr>
                                      <p:tavLst>
                                        <p:tav tm="0">
                                          <p:val>
                                            <p:strVal val="#ppt_x"/>
                                          </p:val>
                                        </p:tav>
                                        <p:tav tm="100000">
                                          <p:val>
                                            <p:strVal val="#ppt_x"/>
                                          </p:val>
                                        </p:tav>
                                      </p:tavLst>
                                    </p:anim>
                                    <p:anim calcmode="lin" valueType="num">
                                      <p:cBhvr>
                                        <p:cTn id="64" dur="1000" fill="hold"/>
                                        <p:tgtEl>
                                          <p:spTgt spid="17"/>
                                        </p:tgtEl>
                                        <p:attrNameLst>
                                          <p:attrName>ppt_y</p:attrName>
                                        </p:attrNameLst>
                                      </p:cBhvr>
                                      <p:tavLst>
                                        <p:tav tm="0">
                                          <p:val>
                                            <p:strVal val="#ppt_y+.1"/>
                                          </p:val>
                                        </p:tav>
                                        <p:tav tm="100000">
                                          <p:val>
                                            <p:strVal val="#ppt_y"/>
                                          </p:val>
                                        </p:tav>
                                      </p:tavLst>
                                    </p:anim>
                                  </p:childTnLst>
                                </p:cTn>
                              </p:par>
                            </p:childTnLst>
                          </p:cTn>
                        </p:par>
                        <p:par>
                          <p:cTn id="65" fill="hold">
                            <p:stCondLst>
                              <p:cond delay="1000"/>
                            </p:stCondLst>
                            <p:childTnLst>
                              <p:par>
                                <p:cTn id="66" presetID="2" presetClass="entr" presetSubtype="8" fill="hold" nodeType="afterEffect">
                                  <p:stCondLst>
                                    <p:cond delay="0"/>
                                  </p:stCondLst>
                                  <p:childTnLst>
                                    <p:set>
                                      <p:cBhvr>
                                        <p:cTn id="67" dur="1" fill="hold">
                                          <p:stCondLst>
                                            <p:cond delay="0"/>
                                          </p:stCondLst>
                                        </p:cTn>
                                        <p:tgtEl>
                                          <p:spTgt spid="24"/>
                                        </p:tgtEl>
                                        <p:attrNameLst>
                                          <p:attrName>style.visibility</p:attrName>
                                        </p:attrNameLst>
                                      </p:cBhvr>
                                      <p:to>
                                        <p:strVal val="visible"/>
                                      </p:to>
                                    </p:set>
                                    <p:anim calcmode="lin" valueType="num">
                                      <p:cBhvr additive="base">
                                        <p:cTn id="68" dur="500" fill="hold"/>
                                        <p:tgtEl>
                                          <p:spTgt spid="24"/>
                                        </p:tgtEl>
                                        <p:attrNameLst>
                                          <p:attrName>ppt_x</p:attrName>
                                        </p:attrNameLst>
                                      </p:cBhvr>
                                      <p:tavLst>
                                        <p:tav tm="0">
                                          <p:val>
                                            <p:strVal val="0-#ppt_w/2"/>
                                          </p:val>
                                        </p:tav>
                                        <p:tav tm="100000">
                                          <p:val>
                                            <p:strVal val="#ppt_x"/>
                                          </p:val>
                                        </p:tav>
                                      </p:tavLst>
                                    </p:anim>
                                    <p:anim calcmode="lin" valueType="num">
                                      <p:cBhvr additive="base">
                                        <p:cTn id="69" dur="500" fill="hold"/>
                                        <p:tgtEl>
                                          <p:spTgt spid="24"/>
                                        </p:tgtEl>
                                        <p:attrNameLst>
                                          <p:attrName>ppt_y</p:attrName>
                                        </p:attrNameLst>
                                      </p:cBhvr>
                                      <p:tavLst>
                                        <p:tav tm="0">
                                          <p:val>
                                            <p:strVal val="#ppt_y"/>
                                          </p:val>
                                        </p:tav>
                                        <p:tav tm="100000">
                                          <p:val>
                                            <p:strVal val="#ppt_y"/>
                                          </p:val>
                                        </p:tav>
                                      </p:tavLst>
                                    </p:anim>
                                  </p:childTnLst>
                                </p:cTn>
                              </p:par>
                              <p:par>
                                <p:cTn id="70" presetID="2" presetClass="entr" presetSubtype="8" fill="hold" nodeType="withEffect">
                                  <p:stCondLst>
                                    <p:cond delay="0"/>
                                  </p:stCondLst>
                                  <p:childTnLst>
                                    <p:set>
                                      <p:cBhvr>
                                        <p:cTn id="71" dur="1" fill="hold">
                                          <p:stCondLst>
                                            <p:cond delay="0"/>
                                          </p:stCondLst>
                                        </p:cTn>
                                        <p:tgtEl>
                                          <p:spTgt spid="27"/>
                                        </p:tgtEl>
                                        <p:attrNameLst>
                                          <p:attrName>style.visibility</p:attrName>
                                        </p:attrNameLst>
                                      </p:cBhvr>
                                      <p:to>
                                        <p:strVal val="visible"/>
                                      </p:to>
                                    </p:set>
                                    <p:anim calcmode="lin" valueType="num">
                                      <p:cBhvr additive="base">
                                        <p:cTn id="72" dur="500" fill="hold"/>
                                        <p:tgtEl>
                                          <p:spTgt spid="27"/>
                                        </p:tgtEl>
                                        <p:attrNameLst>
                                          <p:attrName>ppt_x</p:attrName>
                                        </p:attrNameLst>
                                      </p:cBhvr>
                                      <p:tavLst>
                                        <p:tav tm="0">
                                          <p:val>
                                            <p:strVal val="0-#ppt_w/2"/>
                                          </p:val>
                                        </p:tav>
                                        <p:tav tm="100000">
                                          <p:val>
                                            <p:strVal val="#ppt_x"/>
                                          </p:val>
                                        </p:tav>
                                      </p:tavLst>
                                    </p:anim>
                                    <p:anim calcmode="lin" valueType="num">
                                      <p:cBhvr additive="base">
                                        <p:cTn id="73" dur="500" fill="hold"/>
                                        <p:tgtEl>
                                          <p:spTgt spid="27"/>
                                        </p:tgtEl>
                                        <p:attrNameLst>
                                          <p:attrName>ppt_y</p:attrName>
                                        </p:attrNameLst>
                                      </p:cBhvr>
                                      <p:tavLst>
                                        <p:tav tm="0">
                                          <p:val>
                                            <p:strVal val="#ppt_y"/>
                                          </p:val>
                                        </p:tav>
                                        <p:tav tm="100000">
                                          <p:val>
                                            <p:strVal val="#ppt_y"/>
                                          </p:val>
                                        </p:tav>
                                      </p:tavLst>
                                    </p:anim>
                                  </p:childTnLst>
                                </p:cTn>
                              </p:par>
                              <p:par>
                                <p:cTn id="74" presetID="2" presetClass="entr" presetSubtype="2"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 calcmode="lin" valueType="num">
                                      <p:cBhvr additive="base">
                                        <p:cTn id="76" dur="500" fill="hold"/>
                                        <p:tgtEl>
                                          <p:spTgt spid="30"/>
                                        </p:tgtEl>
                                        <p:attrNameLst>
                                          <p:attrName>ppt_x</p:attrName>
                                        </p:attrNameLst>
                                      </p:cBhvr>
                                      <p:tavLst>
                                        <p:tav tm="0">
                                          <p:val>
                                            <p:strVal val="1+#ppt_w/2"/>
                                          </p:val>
                                        </p:tav>
                                        <p:tav tm="100000">
                                          <p:val>
                                            <p:strVal val="#ppt_x"/>
                                          </p:val>
                                        </p:tav>
                                      </p:tavLst>
                                    </p:anim>
                                    <p:anim calcmode="lin" valueType="num">
                                      <p:cBhvr additive="base">
                                        <p:cTn id="77" dur="500" fill="hold"/>
                                        <p:tgtEl>
                                          <p:spTgt spid="30"/>
                                        </p:tgtEl>
                                        <p:attrNameLst>
                                          <p:attrName>ppt_y</p:attrName>
                                        </p:attrNameLst>
                                      </p:cBhvr>
                                      <p:tavLst>
                                        <p:tav tm="0">
                                          <p:val>
                                            <p:strVal val="#ppt_y"/>
                                          </p:val>
                                        </p:tav>
                                        <p:tav tm="100000">
                                          <p:val>
                                            <p:strVal val="#ppt_y"/>
                                          </p:val>
                                        </p:tav>
                                      </p:tavLst>
                                    </p:anim>
                                  </p:childTnLst>
                                </p:cTn>
                              </p:par>
                              <p:par>
                                <p:cTn id="78" presetID="2" presetClass="entr" presetSubtype="2" fill="hold" nodeType="withEffect">
                                  <p:stCondLst>
                                    <p:cond delay="0"/>
                                  </p:stCondLst>
                                  <p:childTnLst>
                                    <p:set>
                                      <p:cBhvr>
                                        <p:cTn id="79" dur="1" fill="hold">
                                          <p:stCondLst>
                                            <p:cond delay="0"/>
                                          </p:stCondLst>
                                        </p:cTn>
                                        <p:tgtEl>
                                          <p:spTgt spid="33"/>
                                        </p:tgtEl>
                                        <p:attrNameLst>
                                          <p:attrName>style.visibility</p:attrName>
                                        </p:attrNameLst>
                                      </p:cBhvr>
                                      <p:to>
                                        <p:strVal val="visible"/>
                                      </p:to>
                                    </p:set>
                                    <p:anim calcmode="lin" valueType="num">
                                      <p:cBhvr additive="base">
                                        <p:cTn id="80" dur="500" fill="hold"/>
                                        <p:tgtEl>
                                          <p:spTgt spid="33"/>
                                        </p:tgtEl>
                                        <p:attrNameLst>
                                          <p:attrName>ppt_x</p:attrName>
                                        </p:attrNameLst>
                                      </p:cBhvr>
                                      <p:tavLst>
                                        <p:tav tm="0">
                                          <p:val>
                                            <p:strVal val="1+#ppt_w/2"/>
                                          </p:val>
                                        </p:tav>
                                        <p:tav tm="100000">
                                          <p:val>
                                            <p:strVal val="#ppt_x"/>
                                          </p:val>
                                        </p:tav>
                                      </p:tavLst>
                                    </p:anim>
                                    <p:anim calcmode="lin" valueType="num">
                                      <p:cBhvr additive="base">
                                        <p:cTn id="81"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22" grpId="0" animBg="1"/>
      <p:bldP spid="23" grpId="0" animBg="1"/>
      <p:bldP spid="20" grpId="0" animBg="1"/>
      <p:bldP spid="21" grpId="0" animBg="1"/>
      <p:bldP spid="18" grpId="0" animBg="1"/>
      <p:bldP spid="19" grpId="0" animBg="1"/>
      <p:bldP spid="16" grpId="0" animBg="1"/>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0" y="-1"/>
            <a:ext cx="6662123" cy="951310"/>
            <a:chOff x="0" y="-1"/>
            <a:chExt cx="8882831" cy="1268413"/>
          </a:xfrm>
        </p:grpSpPr>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
              <a:ext cx="1910226" cy="1268413"/>
            </a:xfrm>
            <a:prstGeom prst="rect">
              <a:avLst/>
            </a:prstGeom>
          </p:spPr>
        </p:pic>
        <p:cxnSp>
          <p:nvCxnSpPr>
            <p:cNvPr id="45" name="直接连接符 44"/>
            <p:cNvCxnSpPr/>
            <p:nvPr/>
          </p:nvCxnSpPr>
          <p:spPr>
            <a:xfrm>
              <a:off x="4163810" y="469609"/>
              <a:ext cx="0" cy="540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63974" y="440872"/>
              <a:ext cx="2682240" cy="613833"/>
            </a:xfrm>
            <a:prstGeom prst="rect">
              <a:avLst/>
            </a:prstGeom>
            <a:noFill/>
          </p:spPr>
          <p:txBody>
            <a:bodyPr wrap="none" rtlCol="0">
              <a:spAutoFit/>
              <a:scene3d>
                <a:camera prst="orthographicFront"/>
                <a:lightRig rig="threePt" dir="t"/>
              </a:scene3d>
              <a:sp3d contourW="12700"/>
            </a:bodyPr>
            <a:lstStyle/>
            <a:p>
              <a:pPr algn="r" defTabSz="685800">
                <a:defRPr/>
              </a:pPr>
              <a:r>
                <a:rPr lang="zh-CN" altLang="en-US" sz="2400" b="1" dirty="0">
                  <a:solidFill>
                    <a:prstClr val="black"/>
                  </a:solidFill>
                  <a:latin typeface="Arial" panose="020B0604020202020204"/>
                  <a:ea typeface="微软雅黑" panose="020B0503020204020204" pitchFamily="34" charset="-122"/>
                </a:rPr>
                <a:t>项目总负责人</a:t>
              </a:r>
              <a:endParaRPr lang="zh-CN" altLang="en-US" sz="2400" b="1" dirty="0">
                <a:solidFill>
                  <a:prstClr val="black"/>
                </a:solidFill>
                <a:latin typeface="Arial" panose="020B0604020202020204"/>
                <a:ea typeface="微软雅黑" panose="020B0503020204020204" pitchFamily="34" charset="-122"/>
              </a:endParaRPr>
            </a:p>
          </p:txBody>
        </p:sp>
        <p:sp>
          <p:nvSpPr>
            <p:cNvPr id="63" name="文本框 62"/>
            <p:cNvSpPr txBox="1"/>
            <p:nvPr/>
          </p:nvSpPr>
          <p:spPr>
            <a:xfrm>
              <a:off x="4282004" y="450230"/>
              <a:ext cx="4600827" cy="613833"/>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400" b="1" dirty="0">
                  <a:solidFill>
                    <a:prstClr val="black"/>
                  </a:solidFill>
                  <a:latin typeface="楷体" panose="02010609060101010101" charset="-122"/>
                  <a:ea typeface="楷体" panose="02010609060101010101" charset="-122"/>
                </a:rPr>
                <a:t>魏朝旭</a:t>
              </a:r>
              <a:endParaRPr lang="zh-CN" altLang="en-US" sz="2400" b="1" dirty="0">
                <a:solidFill>
                  <a:prstClr val="black"/>
                </a:solidFill>
                <a:latin typeface="楷体" panose="02010609060101010101" charset="-122"/>
                <a:ea typeface="楷体" panose="02010609060101010101" charset="-122"/>
              </a:endParaRPr>
            </a:p>
          </p:txBody>
        </p:sp>
      </p:grpSp>
      <p:sp>
        <p:nvSpPr>
          <p:cNvPr id="36" name="文本框 35"/>
          <p:cNvSpPr txBox="1"/>
          <p:nvPr>
            <p:custDataLst>
              <p:tags r:id="rId2"/>
            </p:custDataLst>
          </p:nvPr>
        </p:nvSpPr>
        <p:spPr>
          <a:xfrm>
            <a:off x="2967482" y="939537"/>
            <a:ext cx="3612298" cy="41084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学号</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r>
              <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23009201082</a:t>
            </a:r>
            <a:endPar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文本框 36"/>
          <p:cNvSpPr txBox="1"/>
          <p:nvPr>
            <p:custDataLst>
              <p:tags r:id="rId3"/>
            </p:custDataLst>
          </p:nvPr>
        </p:nvSpPr>
        <p:spPr>
          <a:xfrm>
            <a:off x="2960460" y="1395132"/>
            <a:ext cx="7736660" cy="41084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性格特点</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：领导力，创新思维，决策能力</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 name="文本框 1"/>
          <p:cNvSpPr txBox="1"/>
          <p:nvPr>
            <p:custDataLst>
              <p:tags r:id="rId4"/>
            </p:custDataLst>
          </p:nvPr>
        </p:nvSpPr>
        <p:spPr>
          <a:xfrm>
            <a:off x="2967355" y="1864360"/>
            <a:ext cx="5925820" cy="105092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选择这一职位的原因</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：出色的沟通能力，强烈的责任感与使命感，出于对创业的热情和对团队发展的坚定信念，坚信能带领团队在创业道路上取得佳绩</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文本框 3"/>
          <p:cNvSpPr txBox="1"/>
          <p:nvPr/>
        </p:nvSpPr>
        <p:spPr>
          <a:xfrm>
            <a:off x="2967355" y="2934335"/>
            <a:ext cx="5925820" cy="73088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未来工作设想</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：成为行业专家与顾问，把握行业发展趋势，在行业内拥有广泛的话语权，能够影响和引领行业发展方向</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5" name="图片 4" descr="E:/文档/证件照/Cache_-76e1cdc8bc31b0bb._DPI300.jpgCache_-76e1cdc8bc31b0bb._DPI300"/>
          <p:cNvPicPr/>
          <p:nvPr/>
        </p:nvPicPr>
        <p:blipFill>
          <a:blip r:embed="rId5"/>
          <a:srcRect l="6403" r="6403"/>
          <a:stretch>
            <a:fillRect/>
          </a:stretch>
        </p:blipFill>
        <p:spPr>
          <a:xfrm>
            <a:off x="589280" y="1320800"/>
            <a:ext cx="1835785" cy="2806700"/>
          </a:xfrm>
          <a:prstGeom prst="rect">
            <a:avLst/>
          </a:prstGeom>
        </p:spPr>
      </p:pic>
      <p:sp>
        <p:nvSpPr>
          <p:cNvPr id="6" name="文本框 5"/>
          <p:cNvSpPr txBox="1"/>
          <p:nvPr/>
        </p:nvSpPr>
        <p:spPr>
          <a:xfrm>
            <a:off x="2967355" y="3689985"/>
            <a:ext cx="5926455" cy="1050925"/>
          </a:xfrm>
          <a:prstGeom prst="rect">
            <a:avLst/>
          </a:prstGeom>
          <a:noFill/>
        </p:spPr>
        <p:txBody>
          <a:bodyPr wrap="square" rtlCol="0">
            <a:spAutoFit/>
          </a:bodyPr>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个人能力</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：曾担任科研项目负责人，积累了项目规划、资源调配、进度把控等经验；作为竞赛队长，锻炼了组织团队、应对竞争和解决突发问题的能力</a:t>
            </a:r>
            <a:r>
              <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0" y="-1"/>
            <a:ext cx="6347809" cy="951310"/>
            <a:chOff x="0" y="-1"/>
            <a:chExt cx="8463746" cy="1268413"/>
          </a:xfrm>
        </p:grpSpPr>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
              <a:ext cx="1910226" cy="1268413"/>
            </a:xfrm>
            <a:prstGeom prst="rect">
              <a:avLst/>
            </a:prstGeom>
          </p:spPr>
        </p:pic>
        <p:cxnSp>
          <p:nvCxnSpPr>
            <p:cNvPr id="45" name="直接连接符 44"/>
            <p:cNvCxnSpPr/>
            <p:nvPr/>
          </p:nvCxnSpPr>
          <p:spPr>
            <a:xfrm>
              <a:off x="3744725" y="469609"/>
              <a:ext cx="0" cy="540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51289" y="440872"/>
              <a:ext cx="2275840" cy="613833"/>
            </a:xfrm>
            <a:prstGeom prst="rect">
              <a:avLst/>
            </a:prstGeom>
            <a:noFill/>
          </p:spPr>
          <p:txBody>
            <a:bodyPr wrap="none" rtlCol="0">
              <a:spAutoFit/>
              <a:scene3d>
                <a:camera prst="orthographicFront"/>
                <a:lightRig rig="threePt" dir="t"/>
              </a:scene3d>
              <a:sp3d contourW="12700"/>
            </a:bodyPr>
            <a:lstStyle/>
            <a:p>
              <a:pPr algn="r" defTabSz="685800">
                <a:defRPr/>
              </a:pPr>
              <a:r>
                <a:rPr lang="zh-CN" altLang="en-US" sz="2400" b="1" dirty="0">
                  <a:solidFill>
                    <a:prstClr val="black"/>
                  </a:solidFill>
                  <a:latin typeface="Arial" panose="020B0604020202020204"/>
                  <a:ea typeface="微软雅黑" panose="020B0503020204020204" pitchFamily="34" charset="-122"/>
                </a:rPr>
                <a:t>技术负责人</a:t>
              </a:r>
              <a:endParaRPr lang="zh-CN" altLang="en-US" sz="2400" b="1" dirty="0">
                <a:solidFill>
                  <a:prstClr val="black"/>
                </a:solidFill>
                <a:latin typeface="Arial" panose="020B0604020202020204"/>
                <a:ea typeface="微软雅黑" panose="020B0503020204020204" pitchFamily="34" charset="-122"/>
              </a:endParaRPr>
            </a:p>
          </p:txBody>
        </p:sp>
        <p:sp>
          <p:nvSpPr>
            <p:cNvPr id="63" name="文本框 62"/>
            <p:cNvSpPr txBox="1"/>
            <p:nvPr/>
          </p:nvSpPr>
          <p:spPr>
            <a:xfrm>
              <a:off x="3862919" y="450230"/>
              <a:ext cx="4600827" cy="613833"/>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400" b="1" dirty="0">
                  <a:solidFill>
                    <a:prstClr val="black"/>
                  </a:solidFill>
                  <a:latin typeface="楷体" panose="02010609060101010101" charset="-122"/>
                  <a:ea typeface="楷体" panose="02010609060101010101" charset="-122"/>
                </a:rPr>
                <a:t>冯汝鑫</a:t>
              </a:r>
              <a:endParaRPr lang="zh-CN" altLang="en-US" sz="2400" b="1" dirty="0">
                <a:solidFill>
                  <a:prstClr val="black"/>
                </a:solidFill>
                <a:latin typeface="楷体" panose="02010609060101010101" charset="-122"/>
                <a:ea typeface="楷体" panose="02010609060101010101" charset="-122"/>
              </a:endParaRPr>
            </a:p>
          </p:txBody>
        </p:sp>
      </p:grpSp>
      <p:pic>
        <p:nvPicPr>
          <p:cNvPr id="5" name="图片 4" descr="C:/Users/Administrator/Desktop/12/fd448fe51807cd7c8f954836316cd88.jpgfd448fe51807cd7c8f954836316cd88"/>
          <p:cNvPicPr/>
          <p:nvPr/>
        </p:nvPicPr>
        <p:blipFill>
          <a:blip r:embed="rId2"/>
          <a:srcRect l="3880" r="3880"/>
          <a:stretch>
            <a:fillRect/>
          </a:stretch>
        </p:blipFill>
        <p:spPr>
          <a:xfrm>
            <a:off x="589280" y="1320800"/>
            <a:ext cx="1835785" cy="2806700"/>
          </a:xfrm>
          <a:prstGeom prst="rect">
            <a:avLst/>
          </a:prstGeom>
        </p:spPr>
      </p:pic>
      <p:sp>
        <p:nvSpPr>
          <p:cNvPr id="10" name="文本框 9"/>
          <p:cNvSpPr txBox="1"/>
          <p:nvPr>
            <p:custDataLst>
              <p:tags r:id="rId3"/>
            </p:custDataLst>
          </p:nvPr>
        </p:nvSpPr>
        <p:spPr>
          <a:xfrm>
            <a:off x="2967482" y="883657"/>
            <a:ext cx="3612298" cy="41084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学号</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r>
              <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23009200482</a:t>
            </a:r>
            <a:endPar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文本框 10"/>
          <p:cNvSpPr txBox="1"/>
          <p:nvPr>
            <p:custDataLst>
              <p:tags r:id="rId4"/>
            </p:custDataLst>
          </p:nvPr>
        </p:nvSpPr>
        <p:spPr>
          <a:xfrm>
            <a:off x="2960460" y="1353222"/>
            <a:ext cx="7736660" cy="41084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性格特点</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：性格沉稳，理性思考</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文本框 11"/>
          <p:cNvSpPr txBox="1"/>
          <p:nvPr>
            <p:custDataLst>
              <p:tags r:id="rId5"/>
            </p:custDataLst>
          </p:nvPr>
        </p:nvSpPr>
        <p:spPr>
          <a:xfrm>
            <a:off x="2967355" y="1822450"/>
            <a:ext cx="5869940" cy="105092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选择这一职位的原因</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：对新兴技术充满热情，乐于学习新事物，并且不局限于理论知识，会深入思考如何将这些新技术应用到实际的业务场景中，为项目带来创新和价值提升</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文本框 12"/>
          <p:cNvSpPr txBox="1"/>
          <p:nvPr/>
        </p:nvSpPr>
        <p:spPr>
          <a:xfrm>
            <a:off x="2967355" y="2920365"/>
            <a:ext cx="5870575" cy="73088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未来工作设想</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：开发岗，凭借自身对技术的理解和实践经验，参与到软件、应用程序或系统的开发工作中</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文本框 13"/>
          <p:cNvSpPr txBox="1"/>
          <p:nvPr/>
        </p:nvSpPr>
        <p:spPr>
          <a:xfrm>
            <a:off x="2967355" y="3710940"/>
            <a:ext cx="5869940" cy="1050925"/>
          </a:xfrm>
          <a:prstGeom prst="rect">
            <a:avLst/>
          </a:prstGeom>
          <a:noFill/>
        </p:spPr>
        <p:txBody>
          <a:bodyPr wrap="square" rtlCol="0">
            <a:spAutoFit/>
          </a:bodyPr>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个人能力</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：担任科研项目负责人，</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并拥有多次竞赛经历，在竞赛中锻炼了快速解决问题、团队协作以及创新思维的能力</a:t>
            </a:r>
            <a:r>
              <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0" y="-1"/>
            <a:ext cx="6347809" cy="951310"/>
            <a:chOff x="0" y="-1"/>
            <a:chExt cx="8463746" cy="1268413"/>
          </a:xfrm>
        </p:grpSpPr>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
              <a:ext cx="1910226" cy="1268413"/>
            </a:xfrm>
            <a:prstGeom prst="rect">
              <a:avLst/>
            </a:prstGeom>
          </p:spPr>
        </p:pic>
        <p:cxnSp>
          <p:nvCxnSpPr>
            <p:cNvPr id="45" name="直接连接符 44"/>
            <p:cNvCxnSpPr/>
            <p:nvPr/>
          </p:nvCxnSpPr>
          <p:spPr>
            <a:xfrm>
              <a:off x="3744725" y="469609"/>
              <a:ext cx="0" cy="540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51289" y="440872"/>
              <a:ext cx="2275840" cy="613833"/>
            </a:xfrm>
            <a:prstGeom prst="rect">
              <a:avLst/>
            </a:prstGeom>
            <a:noFill/>
          </p:spPr>
          <p:txBody>
            <a:bodyPr wrap="none" rtlCol="0">
              <a:spAutoFit/>
              <a:scene3d>
                <a:camera prst="orthographicFront"/>
                <a:lightRig rig="threePt" dir="t"/>
              </a:scene3d>
              <a:sp3d contourW="12700"/>
            </a:bodyPr>
            <a:lstStyle/>
            <a:p>
              <a:pPr algn="r" defTabSz="685800">
                <a:defRPr/>
              </a:pPr>
              <a:r>
                <a:rPr lang="zh-CN" altLang="en-US" sz="2400" b="1" dirty="0">
                  <a:solidFill>
                    <a:prstClr val="black"/>
                  </a:solidFill>
                  <a:latin typeface="Arial" panose="020B0604020202020204"/>
                  <a:ea typeface="微软雅黑" panose="020B0503020204020204" pitchFamily="34" charset="-122"/>
                </a:rPr>
                <a:t>技术负责人</a:t>
              </a:r>
              <a:endParaRPr lang="zh-CN" altLang="en-US" sz="2400" b="1" dirty="0">
                <a:solidFill>
                  <a:prstClr val="black"/>
                </a:solidFill>
                <a:latin typeface="Arial" panose="020B0604020202020204"/>
                <a:ea typeface="微软雅黑" panose="020B0503020204020204" pitchFamily="34" charset="-122"/>
              </a:endParaRPr>
            </a:p>
          </p:txBody>
        </p:sp>
        <p:sp>
          <p:nvSpPr>
            <p:cNvPr id="63" name="文本框 62"/>
            <p:cNvSpPr txBox="1"/>
            <p:nvPr/>
          </p:nvSpPr>
          <p:spPr>
            <a:xfrm>
              <a:off x="3862919" y="450230"/>
              <a:ext cx="4600827" cy="613833"/>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400" b="1" dirty="0">
                  <a:solidFill>
                    <a:prstClr val="black"/>
                  </a:solidFill>
                  <a:latin typeface="楷体" panose="02010609060101010101" charset="-122"/>
                  <a:ea typeface="楷体" panose="02010609060101010101" charset="-122"/>
                </a:rPr>
                <a:t>胡轩宇</a:t>
              </a:r>
              <a:endParaRPr lang="zh-CN" altLang="en-US" sz="2400" b="1" dirty="0">
                <a:solidFill>
                  <a:prstClr val="black"/>
                </a:solidFill>
                <a:latin typeface="楷体" panose="02010609060101010101" charset="-122"/>
                <a:ea typeface="楷体" panose="02010609060101010101" charset="-122"/>
              </a:endParaRPr>
            </a:p>
          </p:txBody>
        </p:sp>
      </p:grpSp>
      <p:pic>
        <p:nvPicPr>
          <p:cNvPr id="5" name="图片 4" descr="C:/Users/Administrator/Desktop/0f5818d4391905e30f1eb0d5f6f03ec.jpg0f5818d4391905e30f1eb0d5f6f03ec"/>
          <p:cNvPicPr/>
          <p:nvPr/>
        </p:nvPicPr>
        <p:blipFill>
          <a:blip r:embed="rId2"/>
          <a:srcRect l="6968" r="6968"/>
          <a:stretch>
            <a:fillRect/>
          </a:stretch>
        </p:blipFill>
        <p:spPr>
          <a:xfrm>
            <a:off x="589280" y="1320800"/>
            <a:ext cx="1835785" cy="2806700"/>
          </a:xfrm>
          <a:prstGeom prst="rect">
            <a:avLst/>
          </a:prstGeom>
        </p:spPr>
      </p:pic>
      <p:sp>
        <p:nvSpPr>
          <p:cNvPr id="3" name="文本框 2"/>
          <p:cNvSpPr txBox="1"/>
          <p:nvPr>
            <p:custDataLst>
              <p:tags r:id="rId3"/>
            </p:custDataLst>
          </p:nvPr>
        </p:nvSpPr>
        <p:spPr>
          <a:xfrm>
            <a:off x="2967482" y="876672"/>
            <a:ext cx="3612298" cy="41084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学号</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r>
              <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23009290036</a:t>
            </a:r>
            <a:endPar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文本框 5"/>
          <p:cNvSpPr txBox="1"/>
          <p:nvPr>
            <p:custDataLst>
              <p:tags r:id="rId4"/>
            </p:custDataLst>
          </p:nvPr>
        </p:nvSpPr>
        <p:spPr>
          <a:xfrm>
            <a:off x="2960460" y="1283372"/>
            <a:ext cx="7736660" cy="41084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性格特点</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：稳</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custDataLst>
              <p:tags r:id="rId5"/>
            </p:custDataLst>
          </p:nvPr>
        </p:nvSpPr>
        <p:spPr>
          <a:xfrm>
            <a:off x="2967355" y="1745615"/>
            <a:ext cx="5912485" cy="105092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选择这一职位的原因</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：沟通出色，能精准传意且化繁为简。责任感强，以团队目标为己任。热衷创业，愿凭技术创新助项目成功，为团队发展献力</a:t>
            </a:r>
            <a:r>
              <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a:t>
            </a:r>
            <a:endPar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文本框 7"/>
          <p:cNvSpPr txBox="1"/>
          <p:nvPr/>
        </p:nvSpPr>
        <p:spPr>
          <a:xfrm>
            <a:off x="2967445" y="2808607"/>
            <a:ext cx="7736660" cy="73088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未来工作设想</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：开发岗，凭借自身技术基础和对行业的理解，参与产品或项目的全流程开发</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文本框 8"/>
          <p:cNvSpPr txBox="1"/>
          <p:nvPr/>
        </p:nvSpPr>
        <p:spPr>
          <a:xfrm>
            <a:off x="2967355" y="3522345"/>
            <a:ext cx="5913120" cy="1050925"/>
          </a:xfrm>
          <a:prstGeom prst="rect">
            <a:avLst/>
          </a:prstGeom>
          <a:noFill/>
        </p:spPr>
        <p:txBody>
          <a:bodyPr wrap="square" rtlCol="0">
            <a:spAutoFit/>
          </a:bodyPr>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个人能力</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：拥有丰富的竞赛经历，在各类技术竞赛中，锻炼了快速学习新知识、解决实际问题以及团队协作的能力，同时也积累了应对高压力、高强度工作的经验</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0" y="-1"/>
            <a:ext cx="6347809" cy="951310"/>
            <a:chOff x="0" y="-1"/>
            <a:chExt cx="8463746" cy="1268413"/>
          </a:xfrm>
        </p:grpSpPr>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
              <a:ext cx="1910226" cy="1268413"/>
            </a:xfrm>
            <a:prstGeom prst="rect">
              <a:avLst/>
            </a:prstGeom>
          </p:spPr>
        </p:pic>
        <p:cxnSp>
          <p:nvCxnSpPr>
            <p:cNvPr id="45" name="直接连接符 44"/>
            <p:cNvCxnSpPr/>
            <p:nvPr/>
          </p:nvCxnSpPr>
          <p:spPr>
            <a:xfrm>
              <a:off x="3744725" y="469609"/>
              <a:ext cx="0" cy="540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51289" y="440872"/>
              <a:ext cx="2275840" cy="613833"/>
            </a:xfrm>
            <a:prstGeom prst="rect">
              <a:avLst/>
            </a:prstGeom>
            <a:noFill/>
          </p:spPr>
          <p:txBody>
            <a:bodyPr wrap="none" rtlCol="0">
              <a:spAutoFit/>
              <a:scene3d>
                <a:camera prst="orthographicFront"/>
                <a:lightRig rig="threePt" dir="t"/>
              </a:scene3d>
              <a:sp3d contourW="12700"/>
            </a:bodyPr>
            <a:lstStyle/>
            <a:p>
              <a:pPr algn="r" defTabSz="685800">
                <a:defRPr/>
              </a:pPr>
              <a:r>
                <a:rPr lang="zh-CN" altLang="en-US" sz="2400" b="1" dirty="0">
                  <a:solidFill>
                    <a:prstClr val="black"/>
                  </a:solidFill>
                  <a:latin typeface="Arial" panose="020B0604020202020204"/>
                  <a:ea typeface="微软雅黑" panose="020B0503020204020204" pitchFamily="34" charset="-122"/>
                </a:rPr>
                <a:t>市场负责人</a:t>
              </a:r>
              <a:endParaRPr lang="zh-CN" altLang="en-US" sz="2400" b="1" dirty="0">
                <a:solidFill>
                  <a:prstClr val="black"/>
                </a:solidFill>
                <a:latin typeface="Arial" panose="020B0604020202020204"/>
                <a:ea typeface="微软雅黑" panose="020B0503020204020204" pitchFamily="34" charset="-122"/>
              </a:endParaRPr>
            </a:p>
          </p:txBody>
        </p:sp>
        <p:sp>
          <p:nvSpPr>
            <p:cNvPr id="63" name="文本框 62"/>
            <p:cNvSpPr txBox="1"/>
            <p:nvPr/>
          </p:nvSpPr>
          <p:spPr>
            <a:xfrm>
              <a:off x="3862919" y="450230"/>
              <a:ext cx="4600827" cy="613833"/>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400" b="1" dirty="0">
                  <a:solidFill>
                    <a:prstClr val="black"/>
                  </a:solidFill>
                  <a:latin typeface="楷体" panose="02010609060101010101" charset="-122"/>
                  <a:ea typeface="楷体" panose="02010609060101010101" charset="-122"/>
                </a:rPr>
                <a:t>刘一力</a:t>
              </a:r>
              <a:endParaRPr lang="zh-CN" altLang="en-US" sz="2400" b="1" dirty="0">
                <a:solidFill>
                  <a:prstClr val="black"/>
                </a:solidFill>
                <a:latin typeface="楷体" panose="02010609060101010101" charset="-122"/>
                <a:ea typeface="楷体" panose="02010609060101010101" charset="-122"/>
              </a:endParaRPr>
            </a:p>
          </p:txBody>
        </p:sp>
      </p:grpSp>
      <p:pic>
        <p:nvPicPr>
          <p:cNvPr id="5" name="图片 4" descr="C:/Users/Administrator/Desktop/12/c6df9b7402f83a3d5d5bc4484cb95af.jpgc6df9b7402f83a3d5d5bc4484cb95af"/>
          <p:cNvPicPr/>
          <p:nvPr/>
        </p:nvPicPr>
        <p:blipFill>
          <a:blip r:embed="rId2"/>
          <a:srcRect l="2443" r="2443"/>
          <a:stretch>
            <a:fillRect/>
          </a:stretch>
        </p:blipFill>
        <p:spPr>
          <a:xfrm>
            <a:off x="589280" y="1320800"/>
            <a:ext cx="1835785" cy="2806700"/>
          </a:xfrm>
          <a:prstGeom prst="rect">
            <a:avLst/>
          </a:prstGeom>
        </p:spPr>
      </p:pic>
      <p:sp>
        <p:nvSpPr>
          <p:cNvPr id="3" name="文本框 2"/>
          <p:cNvSpPr txBox="1"/>
          <p:nvPr>
            <p:custDataLst>
              <p:tags r:id="rId3"/>
            </p:custDataLst>
          </p:nvPr>
        </p:nvSpPr>
        <p:spPr>
          <a:xfrm>
            <a:off x="2967482" y="932552"/>
            <a:ext cx="3612298" cy="41084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学号</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r>
              <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23009290050</a:t>
            </a:r>
            <a:endPar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文本框 5"/>
          <p:cNvSpPr txBox="1"/>
          <p:nvPr>
            <p:custDataLst>
              <p:tags r:id="rId4"/>
            </p:custDataLst>
          </p:nvPr>
        </p:nvSpPr>
        <p:spPr>
          <a:xfrm>
            <a:off x="2960460" y="1367192"/>
            <a:ext cx="7736660" cy="41084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性格特点</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：有责任心</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custDataLst>
              <p:tags r:id="rId5"/>
            </p:custDataLst>
          </p:nvPr>
        </p:nvSpPr>
        <p:spPr>
          <a:xfrm>
            <a:off x="2967355" y="1829435"/>
            <a:ext cx="5927090" cy="105092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选择这一职位的原因</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：具敏锐市场洞察力，善用多渠道挖掘用户真实需求，精准把握行业动态、竞品策略等趋势。能高效筛选分析信息，为市场决策提供有力支撑</a:t>
            </a:r>
            <a:r>
              <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文本框 7"/>
          <p:cNvSpPr txBox="1"/>
          <p:nvPr/>
        </p:nvSpPr>
        <p:spPr>
          <a:xfrm>
            <a:off x="2967355" y="2906395"/>
            <a:ext cx="5926455" cy="73088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未来工作设想</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：市场营销，用自己对市场的理解和信息处理能力，制定并执行具有创新性和针对性的营销策略</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文本框 8"/>
          <p:cNvSpPr txBox="1"/>
          <p:nvPr/>
        </p:nvSpPr>
        <p:spPr>
          <a:xfrm>
            <a:off x="2967355" y="3641090"/>
            <a:ext cx="5926455" cy="730885"/>
          </a:xfrm>
          <a:prstGeom prst="rect">
            <a:avLst/>
          </a:prstGeom>
          <a:noFill/>
        </p:spPr>
        <p:txBody>
          <a:bodyPr wrap="square" rtlCol="0">
            <a:spAutoFit/>
          </a:bodyPr>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个人能力</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：拥有丰富的竞赛经历，锻炼了方案策划、团队协作以及应变能力，积累了在竞争环境中脱颖而出的宝贵经验</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0" y="-1"/>
            <a:ext cx="6347809" cy="951310"/>
            <a:chOff x="0" y="-1"/>
            <a:chExt cx="8463746" cy="1268413"/>
          </a:xfrm>
        </p:grpSpPr>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
              <a:ext cx="1910226" cy="1268413"/>
            </a:xfrm>
            <a:prstGeom prst="rect">
              <a:avLst/>
            </a:prstGeom>
          </p:spPr>
        </p:pic>
        <p:cxnSp>
          <p:nvCxnSpPr>
            <p:cNvPr id="45" name="直接连接符 44"/>
            <p:cNvCxnSpPr/>
            <p:nvPr/>
          </p:nvCxnSpPr>
          <p:spPr>
            <a:xfrm>
              <a:off x="3744725" y="469609"/>
              <a:ext cx="0" cy="540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51289" y="440872"/>
              <a:ext cx="2275840" cy="613833"/>
            </a:xfrm>
            <a:prstGeom prst="rect">
              <a:avLst/>
            </a:prstGeom>
            <a:noFill/>
          </p:spPr>
          <p:txBody>
            <a:bodyPr wrap="none" rtlCol="0">
              <a:spAutoFit/>
              <a:scene3d>
                <a:camera prst="orthographicFront"/>
                <a:lightRig rig="threePt" dir="t"/>
              </a:scene3d>
              <a:sp3d contourW="12700"/>
            </a:bodyPr>
            <a:lstStyle/>
            <a:p>
              <a:pPr algn="r" defTabSz="685800">
                <a:defRPr/>
              </a:pPr>
              <a:r>
                <a:rPr lang="zh-CN" altLang="en-US" sz="2400" b="1" dirty="0">
                  <a:solidFill>
                    <a:prstClr val="black"/>
                  </a:solidFill>
                  <a:latin typeface="Arial" panose="020B0604020202020204"/>
                  <a:ea typeface="微软雅黑" panose="020B0503020204020204" pitchFamily="34" charset="-122"/>
                </a:rPr>
                <a:t>市场负责人</a:t>
              </a:r>
              <a:endParaRPr lang="zh-CN" altLang="en-US" sz="2400" b="1" dirty="0">
                <a:solidFill>
                  <a:prstClr val="black"/>
                </a:solidFill>
                <a:latin typeface="Arial" panose="020B0604020202020204"/>
                <a:ea typeface="微软雅黑" panose="020B0503020204020204" pitchFamily="34" charset="-122"/>
              </a:endParaRPr>
            </a:p>
          </p:txBody>
        </p:sp>
        <p:sp>
          <p:nvSpPr>
            <p:cNvPr id="63" name="文本框 62"/>
            <p:cNvSpPr txBox="1"/>
            <p:nvPr/>
          </p:nvSpPr>
          <p:spPr>
            <a:xfrm>
              <a:off x="3862919" y="450230"/>
              <a:ext cx="4600827" cy="613833"/>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400" b="1" dirty="0">
                  <a:solidFill>
                    <a:prstClr val="black"/>
                  </a:solidFill>
                  <a:latin typeface="楷体" panose="02010609060101010101" charset="-122"/>
                  <a:ea typeface="楷体" panose="02010609060101010101" charset="-122"/>
                </a:rPr>
                <a:t>刘凯丽</a:t>
              </a:r>
              <a:endParaRPr lang="zh-CN" altLang="en-US" sz="2400" b="1" dirty="0">
                <a:solidFill>
                  <a:prstClr val="black"/>
                </a:solidFill>
                <a:latin typeface="楷体" panose="02010609060101010101" charset="-122"/>
                <a:ea typeface="楷体" panose="02010609060101010101" charset="-122"/>
              </a:endParaRPr>
            </a:p>
          </p:txBody>
        </p:sp>
      </p:grpSp>
      <p:pic>
        <p:nvPicPr>
          <p:cNvPr id="5" name="图片 4" descr="C:/Users/Administrator/Desktop/12/0fb978e9bc2479f724e1b33f7eb21ba.jpg0fb978e9bc2479f724e1b33f7eb21ba"/>
          <p:cNvPicPr/>
          <p:nvPr/>
        </p:nvPicPr>
        <p:blipFill>
          <a:blip r:embed="rId2"/>
          <a:srcRect l="4412" r="4412"/>
          <a:stretch>
            <a:fillRect/>
          </a:stretch>
        </p:blipFill>
        <p:spPr>
          <a:xfrm>
            <a:off x="589280" y="1320800"/>
            <a:ext cx="1835785" cy="2806700"/>
          </a:xfrm>
          <a:prstGeom prst="rect">
            <a:avLst/>
          </a:prstGeom>
        </p:spPr>
      </p:pic>
      <p:sp>
        <p:nvSpPr>
          <p:cNvPr id="3" name="文本框 2"/>
          <p:cNvSpPr txBox="1"/>
          <p:nvPr>
            <p:custDataLst>
              <p:tags r:id="rId3"/>
            </p:custDataLst>
          </p:nvPr>
        </p:nvSpPr>
        <p:spPr>
          <a:xfrm>
            <a:off x="2967482" y="1009387"/>
            <a:ext cx="3612298" cy="41084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学号</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r>
              <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23009290066</a:t>
            </a:r>
            <a:endPar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文本框 5"/>
          <p:cNvSpPr txBox="1"/>
          <p:nvPr>
            <p:custDataLst>
              <p:tags r:id="rId4"/>
            </p:custDataLst>
          </p:nvPr>
        </p:nvSpPr>
        <p:spPr>
          <a:xfrm>
            <a:off x="2960460" y="1416087"/>
            <a:ext cx="7736660" cy="41084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性格特点</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：开朗上进易沟通</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custDataLst>
              <p:tags r:id="rId5"/>
            </p:custDataLst>
          </p:nvPr>
        </p:nvSpPr>
        <p:spPr>
          <a:xfrm>
            <a:off x="2967355" y="1850390"/>
            <a:ext cx="5911215" cy="105092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选择这一职位的原因</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：擅善用多途径搜集市场信息，精准把握需求，为产品服务定位助力。性格大方自信，路演时能流畅展示亮点，活跃气氛，吸引客户与伙伴</a:t>
            </a:r>
            <a:r>
              <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文本框 7"/>
          <p:cNvSpPr txBox="1"/>
          <p:nvPr>
            <p:custDataLst>
              <p:tags r:id="rId6"/>
            </p:custDataLst>
          </p:nvPr>
        </p:nvSpPr>
        <p:spPr>
          <a:xfrm>
            <a:off x="2967355" y="2843530"/>
            <a:ext cx="5911215" cy="105092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未来工作设想</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：专注于市场营销领域，计划通过制定和执行有效的营销策略，提升品牌知名度和产品销量，拓展市场份额</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文本框 8"/>
          <p:cNvSpPr txBox="1"/>
          <p:nvPr>
            <p:custDataLst>
              <p:tags r:id="rId7"/>
            </p:custDataLst>
          </p:nvPr>
        </p:nvSpPr>
        <p:spPr>
          <a:xfrm>
            <a:off x="2967355" y="3815715"/>
            <a:ext cx="5911215" cy="1050925"/>
          </a:xfrm>
          <a:prstGeom prst="rect">
            <a:avLst/>
          </a:prstGeom>
          <a:noFill/>
        </p:spPr>
        <p:txBody>
          <a:bodyPr wrap="square" rtlCol="0">
            <a:spAutoFit/>
          </a:bodyPr>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个人能力</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：参演</a:t>
            </a:r>
            <a:r>
              <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2023</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西电钢琴团音乐会，高中担任班</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algn="just" hangingPunct="0">
              <a:lnSpc>
                <a:spcPct val="130000"/>
              </a:lnSpc>
            </a:pP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级合唱活动指挥，具备组织协调和领导能力，这些能力有助于在市场工作中更好地策划和执行活动</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0" y="-1"/>
            <a:ext cx="6347809" cy="951310"/>
            <a:chOff x="0" y="-1"/>
            <a:chExt cx="8463746" cy="1268413"/>
          </a:xfrm>
        </p:grpSpPr>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
              <a:ext cx="1910226" cy="1268413"/>
            </a:xfrm>
            <a:prstGeom prst="rect">
              <a:avLst/>
            </a:prstGeom>
          </p:spPr>
        </p:pic>
        <p:cxnSp>
          <p:nvCxnSpPr>
            <p:cNvPr id="45" name="直接连接符 44"/>
            <p:cNvCxnSpPr/>
            <p:nvPr/>
          </p:nvCxnSpPr>
          <p:spPr>
            <a:xfrm>
              <a:off x="3744725" y="469609"/>
              <a:ext cx="0" cy="540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51289" y="440872"/>
              <a:ext cx="2275840" cy="613833"/>
            </a:xfrm>
            <a:prstGeom prst="rect">
              <a:avLst/>
            </a:prstGeom>
            <a:noFill/>
          </p:spPr>
          <p:txBody>
            <a:bodyPr wrap="none" rtlCol="0">
              <a:spAutoFit/>
              <a:scene3d>
                <a:camera prst="orthographicFront"/>
                <a:lightRig rig="threePt" dir="t"/>
              </a:scene3d>
              <a:sp3d contourW="12700"/>
            </a:bodyPr>
            <a:lstStyle/>
            <a:p>
              <a:pPr algn="r" defTabSz="685800">
                <a:defRPr/>
              </a:pPr>
              <a:r>
                <a:rPr lang="zh-CN" altLang="en-US" sz="2400" b="1" dirty="0">
                  <a:solidFill>
                    <a:prstClr val="black"/>
                  </a:solidFill>
                  <a:latin typeface="Arial" panose="020B0604020202020204"/>
                  <a:ea typeface="微软雅黑" panose="020B0503020204020204" pitchFamily="34" charset="-122"/>
                </a:rPr>
                <a:t>设计负责人</a:t>
              </a:r>
              <a:endParaRPr lang="zh-CN" altLang="en-US" sz="2400" b="1" dirty="0">
                <a:solidFill>
                  <a:prstClr val="black"/>
                </a:solidFill>
                <a:latin typeface="Arial" panose="020B0604020202020204"/>
                <a:ea typeface="微软雅黑" panose="020B0503020204020204" pitchFamily="34" charset="-122"/>
              </a:endParaRPr>
            </a:p>
          </p:txBody>
        </p:sp>
        <p:sp>
          <p:nvSpPr>
            <p:cNvPr id="63" name="文本框 62"/>
            <p:cNvSpPr txBox="1"/>
            <p:nvPr/>
          </p:nvSpPr>
          <p:spPr>
            <a:xfrm>
              <a:off x="3862919" y="450230"/>
              <a:ext cx="4600827" cy="613833"/>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400" b="1" dirty="0">
                  <a:solidFill>
                    <a:prstClr val="black"/>
                  </a:solidFill>
                  <a:latin typeface="楷体" panose="02010609060101010101" charset="-122"/>
                  <a:ea typeface="楷体" panose="02010609060101010101" charset="-122"/>
                </a:rPr>
                <a:t>李尚泽</a:t>
              </a:r>
              <a:endParaRPr lang="zh-CN" altLang="en-US" sz="2400" b="1" dirty="0">
                <a:solidFill>
                  <a:prstClr val="black"/>
                </a:solidFill>
                <a:latin typeface="楷体" panose="02010609060101010101" charset="-122"/>
                <a:ea typeface="楷体" panose="02010609060101010101" charset="-122"/>
              </a:endParaRPr>
            </a:p>
          </p:txBody>
        </p:sp>
      </p:grpSp>
      <p:pic>
        <p:nvPicPr>
          <p:cNvPr id="5" name="图片 4" descr="C:/Users/Administrator/Desktop/12/0549f49825f16cbd333114b2469d14a.jpg0549f49825f16cbd333114b2469d14a"/>
          <p:cNvPicPr/>
          <p:nvPr/>
        </p:nvPicPr>
        <p:blipFill>
          <a:blip r:embed="rId2"/>
          <a:srcRect l="6403" r="6403"/>
          <a:stretch>
            <a:fillRect/>
          </a:stretch>
        </p:blipFill>
        <p:spPr>
          <a:xfrm>
            <a:off x="589280" y="1320800"/>
            <a:ext cx="1835785" cy="2806700"/>
          </a:xfrm>
          <a:prstGeom prst="rect">
            <a:avLst/>
          </a:prstGeom>
        </p:spPr>
      </p:pic>
      <p:sp>
        <p:nvSpPr>
          <p:cNvPr id="3" name="文本框 2"/>
          <p:cNvSpPr txBox="1"/>
          <p:nvPr>
            <p:custDataLst>
              <p:tags r:id="rId3"/>
            </p:custDataLst>
          </p:nvPr>
        </p:nvSpPr>
        <p:spPr>
          <a:xfrm>
            <a:off x="2967482" y="932552"/>
            <a:ext cx="3612298" cy="41084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学号</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r>
              <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23049200494</a:t>
            </a:r>
            <a:endPar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文本框 5"/>
          <p:cNvSpPr txBox="1"/>
          <p:nvPr>
            <p:custDataLst>
              <p:tags r:id="rId4"/>
            </p:custDataLst>
          </p:nvPr>
        </p:nvSpPr>
        <p:spPr>
          <a:xfrm>
            <a:off x="2960460" y="1346237"/>
            <a:ext cx="7736660" cy="41084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性格特点</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：善于倾听</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custDataLst>
              <p:tags r:id="rId5"/>
            </p:custDataLst>
          </p:nvPr>
        </p:nvSpPr>
        <p:spPr>
          <a:xfrm>
            <a:off x="2967355" y="1787525"/>
            <a:ext cx="5910580" cy="105092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选择这一职位的原因</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：善</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于倾听，能理解成员想法与工作进度，在设计项目中有效协调资源，保障工作推进与环节衔接</a:t>
            </a:r>
            <a:r>
              <a:rPr lang="en-US" altLang="zh-CN"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algn="just" hangingPunct="0">
              <a:lnSpc>
                <a:spcPct val="130000"/>
              </a:lnSpc>
            </a:pP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文本框 7"/>
          <p:cNvSpPr txBox="1"/>
          <p:nvPr/>
        </p:nvSpPr>
        <p:spPr>
          <a:xfrm>
            <a:off x="2967355" y="2752725"/>
            <a:ext cx="5910580" cy="1050925"/>
          </a:xfrm>
          <a:prstGeom prst="rect">
            <a:avLst/>
          </a:prstGeom>
          <a:noFill/>
        </p:spPr>
        <p:txBody>
          <a:bodyPr wrap="square" rtlCol="0">
            <a:spAutoFit/>
          </a:bodyPr>
          <a:lstStyle/>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未来工作设想</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：开发岗，将设计思维与开发技术相结合，从用户体验和功能实现等多方面为产品开发贡献力量，参与从创意构思到产品落地的全过程</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文本框 8"/>
          <p:cNvSpPr txBox="1"/>
          <p:nvPr/>
        </p:nvSpPr>
        <p:spPr>
          <a:xfrm>
            <a:off x="2967355" y="3780790"/>
            <a:ext cx="5910580" cy="1050925"/>
          </a:xfrm>
          <a:prstGeom prst="rect">
            <a:avLst/>
          </a:prstGeom>
          <a:noFill/>
        </p:spPr>
        <p:txBody>
          <a:bodyPr wrap="square" rtlCol="0">
            <a:spAutoFit/>
          </a:bodyPr>
          <a:p>
            <a:pPr algn="just" hangingPunct="0">
              <a:lnSpc>
                <a:spcPct val="130000"/>
              </a:lnSpc>
            </a:pPr>
            <a:r>
              <a:rPr lang="zh-CN" altLang="en-US" sz="1600" b="1"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个人能力</a:t>
            </a:r>
            <a:r>
              <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：拥有一定的项目经历，积累了从项目启动、方案设计到最终交付的全流程经验，具备应对各种设计挑战和团队协作的能力</a:t>
            </a:r>
            <a:endParaRPr lang="zh-CN" altLang="en-US" sz="1600" spc="1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12081" y="0"/>
            <a:ext cx="3988532" cy="2648433"/>
          </a:xfrm>
          <a:prstGeom prst="rect">
            <a:avLst/>
          </a:prstGeom>
        </p:spPr>
      </p:pic>
      <p:pic>
        <p:nvPicPr>
          <p:cNvPr id="12" name="图片占位符 11"/>
          <p:cNvPicPr>
            <a:picLocks noGrp="1" noChangeAspect="1"/>
          </p:cNvPicPr>
          <p:nvPr>
            <p:ph type="pic" sz="quarter" idx="10"/>
          </p:nvPr>
        </p:nvPicPr>
        <p:blipFill>
          <a:blip r:embed="rId2"/>
          <a:srcRect l="10814" r="10814"/>
          <a:stretch>
            <a:fillRect/>
          </a:stretch>
        </p:blipFill>
        <p:spPr/>
      </p:pic>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l="-1" t="278" r="313" b="1"/>
          <a:stretch>
            <a:fillRect/>
          </a:stretch>
        </p:blipFill>
        <p:spPr>
          <a:xfrm>
            <a:off x="0" y="0"/>
            <a:ext cx="9144000" cy="5143500"/>
          </a:xfrm>
          <a:prstGeom prst="rect">
            <a:avLst/>
          </a:prstGeom>
        </p:spPr>
      </p:pic>
      <p:sp>
        <p:nvSpPr>
          <p:cNvPr id="14" name="文本框 13"/>
          <p:cNvSpPr txBox="1"/>
          <p:nvPr/>
        </p:nvSpPr>
        <p:spPr>
          <a:xfrm>
            <a:off x="5730883" y="2076579"/>
            <a:ext cx="2954655" cy="646331"/>
          </a:xfrm>
          <a:prstGeom prst="rect">
            <a:avLst/>
          </a:prstGeom>
          <a:noFill/>
        </p:spPr>
        <p:txBody>
          <a:bodyPr wrap="none" rtlCol="0">
            <a:spAutoFit/>
            <a:scene3d>
              <a:camera prst="orthographicFront"/>
              <a:lightRig rig="threePt" dir="t"/>
            </a:scene3d>
            <a:sp3d contourW="12700"/>
          </a:bodyPr>
          <a:lstStyle/>
          <a:p>
            <a:pPr algn="r" defTabSz="685800">
              <a:defRPr/>
            </a:pPr>
            <a:r>
              <a:rPr lang="zh-CN" altLang="en-US" sz="3600" b="1" dirty="0">
                <a:solidFill>
                  <a:prstClr val="black">
                    <a:lumMod val="85000"/>
                    <a:lumOff val="15000"/>
                  </a:prstClr>
                </a:solidFill>
                <a:latin typeface="Arial" panose="020B0604020202020204"/>
                <a:ea typeface="微软雅黑" panose="020B0503020204020204" pitchFamily="34" charset="-122"/>
              </a:rPr>
              <a:t>感谢您的观看</a:t>
            </a:r>
            <a:endParaRPr lang="zh-CN" altLang="en-US" sz="3600" b="1" dirty="0">
              <a:solidFill>
                <a:prstClr val="black">
                  <a:lumMod val="85000"/>
                  <a:lumOff val="15000"/>
                </a:prstClr>
              </a:solidFill>
              <a:latin typeface="Arial" panose="020B0604020202020204"/>
              <a:ea typeface="微软雅黑" panose="020B0503020204020204" pitchFamily="34" charset="-122"/>
            </a:endParaRPr>
          </a:p>
        </p:txBody>
      </p:sp>
      <p:sp>
        <p:nvSpPr>
          <p:cNvPr id="15" name="文本框 14"/>
          <p:cNvSpPr txBox="1"/>
          <p:nvPr/>
        </p:nvSpPr>
        <p:spPr>
          <a:xfrm>
            <a:off x="5234313" y="1195503"/>
            <a:ext cx="3197225" cy="829945"/>
          </a:xfrm>
          <a:prstGeom prst="rect">
            <a:avLst/>
          </a:prstGeom>
          <a:noFill/>
        </p:spPr>
        <p:txBody>
          <a:bodyPr wrap="none" rtlCol="0">
            <a:spAutoFit/>
            <a:scene3d>
              <a:camera prst="orthographicFront"/>
              <a:lightRig rig="threePt" dir="t"/>
            </a:scene3d>
            <a:sp3d contourW="12700"/>
          </a:bodyPr>
          <a:lstStyle/>
          <a:p>
            <a:pPr algn="r" defTabSz="685800">
              <a:defRPr/>
            </a:pPr>
            <a:r>
              <a:rPr lang="zh-CN" altLang="en-US" sz="4800" b="1" dirty="0">
                <a:solidFill>
                  <a:srgbClr val="EE464C"/>
                </a:solidFill>
                <a:latin typeface="Arial" panose="020B0604020202020204"/>
                <a:ea typeface="微软雅黑" panose="020B0503020204020204" pitchFamily="34" charset="-122"/>
                <a:sym typeface="+mn-ea"/>
              </a:rPr>
              <a:t>太初</a:t>
            </a:r>
            <a:r>
              <a:rPr lang="en-US" altLang="zh-CN" sz="4800" b="1" dirty="0">
                <a:solidFill>
                  <a:srgbClr val="FFC000"/>
                </a:solidFill>
                <a:latin typeface="Arial" panose="020B0604020202020204"/>
                <a:ea typeface="微软雅黑" panose="020B0503020204020204" pitchFamily="34" charset="-122"/>
                <a:sym typeface="+mn-ea"/>
              </a:rPr>
              <a:t>Origin</a:t>
            </a:r>
            <a:endParaRPr lang="en-US" altLang="zh-CN" sz="4800" b="1" dirty="0">
              <a:solidFill>
                <a:srgbClr val="FFC000"/>
              </a:solidFill>
              <a:latin typeface="Arial" panose="020B0604020202020204"/>
              <a:ea typeface="微软雅黑" panose="020B0503020204020204" pitchFamily="34" charset="-122"/>
              <a:sym typeface="+mn-ea"/>
            </a:endParaRPr>
          </a:p>
        </p:txBody>
      </p:sp>
      <p:sp>
        <p:nvSpPr>
          <p:cNvPr id="16" name="文本框 15"/>
          <p:cNvSpPr txBox="1"/>
          <p:nvPr/>
        </p:nvSpPr>
        <p:spPr>
          <a:xfrm>
            <a:off x="4236055" y="2901382"/>
            <a:ext cx="4195483" cy="218440"/>
          </a:xfrm>
          <a:prstGeom prst="rect">
            <a:avLst/>
          </a:prstGeom>
          <a:noFill/>
        </p:spPr>
        <p:txBody>
          <a:bodyPr wrap="square" rtlCol="0">
            <a:spAutoFit/>
            <a:scene3d>
              <a:camera prst="orthographicFront"/>
              <a:lightRig rig="threePt" dir="t"/>
            </a:scene3d>
            <a:sp3d contourW="12700"/>
          </a:bodyPr>
          <a:lstStyle/>
          <a:p>
            <a:pPr algn="r" defTabSz="685800">
              <a:defRPr/>
            </a:pPr>
            <a:endParaRPr lang="en-US" altLang="zh-CN" sz="825" dirty="0">
              <a:solidFill>
                <a:prstClr val="black">
                  <a:lumMod val="50000"/>
                  <a:lumOff val="50000"/>
                </a:prstClr>
              </a:solidFill>
              <a:latin typeface="Arial" panose="020B0604020202020204"/>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p:tgtEl>
                                          <p:spTgt spid="15"/>
                                        </p:tgtEl>
                                        <p:attrNameLst>
                                          <p:attrName>ppt_y</p:attrName>
                                        </p:attrNameLst>
                                      </p:cBhvr>
                                      <p:tavLst>
                                        <p:tav tm="0">
                                          <p:val>
                                            <p:strVal val="#ppt_y+#ppt_h*1.125000"/>
                                          </p:val>
                                        </p:tav>
                                        <p:tav tm="100000">
                                          <p:val>
                                            <p:strVal val="#ppt_y"/>
                                          </p:val>
                                        </p:tav>
                                      </p:tavLst>
                                    </p:anim>
                                    <p:animEffect transition="in" filter="wipe(up)">
                                      <p:cBhvr>
                                        <p:cTn id="8" dur="500"/>
                                        <p:tgtEl>
                                          <p:spTgt spid="15"/>
                                        </p:tgtEl>
                                      </p:cBhvr>
                                    </p:animEffect>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fill="hold"/>
                                        <p:tgtEl>
                                          <p:spTgt spid="14"/>
                                        </p:tgtEl>
                                        <p:attrNameLst>
                                          <p:attrName>ppt_x</p:attrName>
                                        </p:attrNameLst>
                                      </p:cBhvr>
                                      <p:tavLst>
                                        <p:tav tm="0">
                                          <p:val>
                                            <p:strVal val="1+#ppt_w/2"/>
                                          </p:val>
                                        </p:tav>
                                        <p:tav tm="100000">
                                          <p:val>
                                            <p:strVal val="#ppt_x"/>
                                          </p:val>
                                        </p:tav>
                                      </p:tavLst>
                                    </p:anim>
                                    <p:anim calcmode="lin" valueType="num">
                                      <p:cBhvr additive="base">
                                        <p:cTn id="13" dur="500" fill="hold"/>
                                        <p:tgtEl>
                                          <p:spTgt spid="1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tags/tag1.xml><?xml version="1.0" encoding="utf-8"?>
<p:tagLst xmlns:p="http://schemas.openxmlformats.org/presentationml/2006/main">
  <p:tag name="KSO_WM_DIAGRAM_VIRTUALLY_FRAME" val="{&quot;height&quot;:109.78653543307087,&quot;left&quot;:119.63118110236219,&quot;top&quot;:142.4696062992126,&quot;width&quot;:484.8156692913387}"/>
</p:tagLst>
</file>

<file path=ppt/tags/tag2.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3.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4.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5.xml><?xml version="1.0" encoding="utf-8"?>
<p:tagLst xmlns:p="http://schemas.openxmlformats.org/presentationml/2006/main">
  <p:tag name="KSO_WM_DIAGRAM_VIRTUALLY_FRAME" val="{&quot;height&quot;:109.78653543307087,&quot;left&quot;:119.63118110236219,&quot;top&quot;:142.4696062992126,&quot;width&quot;:484.8156692913387}"/>
</p:tagLst>
</file>

<file path=ppt/tags/tag6.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7.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8.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9.xml><?xml version="1.0" encoding="utf-8"?>
<p:tagLst xmlns:p="http://schemas.openxmlformats.org/presentationml/2006/main">
  <p:tag name="KSO_WM_DIAGRAM_VIRTUALLY_FRAME" val="{&quot;height&quot;:109.78653543307087,&quot;left&quot;:119.63118110236219,&quot;top&quot;:142.4696062992126,&quot;width&quot;:484.8156692913387}"/>
</p:tagLst>
</file>

<file path=ppt/tags/tag10.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11.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12.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13.xml><?xml version="1.0" encoding="utf-8"?>
<p:tagLst xmlns:p="http://schemas.openxmlformats.org/presentationml/2006/main">
  <p:tag name="KSO_WM_DIAGRAM_VIRTUALLY_FRAME" val="{&quot;height&quot;:109.78653543307087,&quot;left&quot;:119.63118110236219,&quot;top&quot;:142.4696062992126,&quot;width&quot;:484.8156692913387}"/>
</p:tagLst>
</file>

<file path=ppt/tags/tag14.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15.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16.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17.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18.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19.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20.xml><?xml version="1.0" encoding="utf-8"?>
<p:tagLst xmlns:p="http://schemas.openxmlformats.org/presentationml/2006/main">
  <p:tag name="KSO_WM_DIAGRAM_VIRTUALLY_FRAME" val="{&quot;height&quot;:109.78653543307087,&quot;left&quot;:117.43118110236219,&quot;top&quot;:142.9196062992126,&quot;width&quot;:484.8156692913387}"/>
</p:tagLst>
</file>

<file path=ppt/tags/tag21.xml><?xml version="1.0" encoding="utf-8"?>
<p:tagLst xmlns:p="http://schemas.openxmlformats.org/presentationml/2006/main">
  <p:tag name="ISLIDE.DIAGRAM" val="9dea9e5e-2cdd-4ffe-871f-107a645dd20e"/>
</p:tagLst>
</file>

<file path=ppt/tags/tag22.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23.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24.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25.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26.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27.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28.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29.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30.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31.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32.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33.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34.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35.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36.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37.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38.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39.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40.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41.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42.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43.xml><?xml version="1.0" encoding="utf-8"?>
<p:tagLst xmlns:p="http://schemas.openxmlformats.org/presentationml/2006/main">
  <p:tag name="KSO_WM_DIAGRAM_VIRTUALLY_FRAME" val="{&quot;height&quot;:212.89677165354334,&quot;left&quot;:50.552204724409435,&quot;top&quot;:120.3328346456693,&quot;width&quot;:618.6487401574802}"/>
</p:tagLst>
</file>

<file path=ppt/tags/tag44.xml><?xml version="1.0" encoding="utf-8"?>
<p:tagLst xmlns:p="http://schemas.openxmlformats.org/presentationml/2006/main">
  <p:tag name="ISLIDE.DIAGRAM" val="ce785e70-d573-4a92-a42a-5512d40f94a2"/>
</p:tagLst>
</file>

<file path=ppt/tags/tag45.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46.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47.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48.xml><?xml version="1.0" encoding="utf-8"?>
<p:tagLst xmlns:p="http://schemas.openxmlformats.org/presentationml/2006/main">
  <p:tag name="ISLIDE.DIAGRAM" val="635ab4be-35ef-4a01-9cd9-5eec164ec375"/>
</p:tagLst>
</file>

<file path=ppt/tags/tag49.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50.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51.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52.xml><?xml version="1.0" encoding="utf-8"?>
<p:tagLst xmlns:p="http://schemas.openxmlformats.org/presentationml/2006/main">
  <p:tag name="ISLIDE.DIAGRAM" val="635ab4be-35ef-4a01-9cd9-5eec164ec375"/>
</p:tagLst>
</file>

<file path=ppt/tags/tag53.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54.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55.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56.xml><?xml version="1.0" encoding="utf-8"?>
<p:tagLst xmlns:p="http://schemas.openxmlformats.org/presentationml/2006/main">
  <p:tag name="ISLIDE.DIAGRAM" val="635ab4be-35ef-4a01-9cd9-5eec164ec375"/>
</p:tagLst>
</file>

<file path=ppt/tags/tag57.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58.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59.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60.xml><?xml version="1.0" encoding="utf-8"?>
<p:tagLst xmlns:p="http://schemas.openxmlformats.org/presentationml/2006/main">
  <p:tag name="ISLIDE.DIAGRAM" val="635ab4be-35ef-4a01-9cd9-5eec164ec375"/>
</p:tagLst>
</file>

<file path=ppt/tags/tag61.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62.xml><?xml version="1.0" encoding="utf-8"?>
<p:tagLst xmlns:p="http://schemas.openxmlformats.org/presentationml/2006/main">
  <p:tag name="KSO_WM_DIAGRAM_VIRTUALLY_FRAME" val="{&quot;height&quot;:240.5615748031496,&quot;left&quot;:233.1,&quot;top&quot;:125.8,&quot;width&quot;:676.2929133858268}"/>
</p:tagLst>
</file>

<file path=ppt/tags/tag63.xml><?xml version="1.0" encoding="utf-8"?>
<p:tagLst xmlns:p="http://schemas.openxmlformats.org/presentationml/2006/main">
  <p:tag name="KSO_WM_DIAGRAM_VIRTUALLY_FRAME" val="{&quot;height&quot;:240.5615748031496,&quot;left&quot;:233.1,&quot;top&quot;:125.8,&quot;width&quot;:676.2929133858268}"/>
</p:tagLst>
</file>

<file path=ppt/tags/tag64.xml><?xml version="1.0" encoding="utf-8"?>
<p:tagLst xmlns:p="http://schemas.openxmlformats.org/presentationml/2006/main">
  <p:tag name="KSO_WM_DIAGRAM_VIRTUALLY_FRAME" val="{&quot;height&quot;:240.5615748031496,&quot;left&quot;:233.1,&quot;top&quot;:125.8,&quot;width&quot;:676.2929133858268}"/>
</p:tagLst>
</file>

<file path=ppt/tags/tag65.xml><?xml version="1.0" encoding="utf-8"?>
<p:tagLst xmlns:p="http://schemas.openxmlformats.org/presentationml/2006/main">
  <p:tag name="KSO_WM_DIAGRAM_VIRTUALLY_FRAME" val="{&quot;height&quot;:240.5615748031496,&quot;left&quot;:233.1,&quot;top&quot;:125.8,&quot;width&quot;:676.2929133858268}"/>
</p:tagLst>
</file>

<file path=ppt/tags/tag66.xml><?xml version="1.0" encoding="utf-8"?>
<p:tagLst xmlns:p="http://schemas.openxmlformats.org/presentationml/2006/main">
  <p:tag name="ISLIDE.DIAGRAM" val="635ab4be-35ef-4a01-9cd9-5eec164ec375"/>
</p:tagLst>
</file>

<file path=ppt/tags/tag67.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68.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69.xml><?xml version="1.0" encoding="utf-8"?>
<p:tagLst xmlns:p="http://schemas.openxmlformats.org/presentationml/2006/main">
  <p:tag name="KSO_WM_DIAGRAM_VIRTUALLY_FRAME" val="{&quot;height&quot;:177.6322834645669,&quot;left&quot;:300.2070866141732,&quot;top&quot;:188.72929133858267,&quot;width&quot;:609.1858267716536}"/>
</p:tagLst>
</file>

<file path=ppt/tags/tag70.xml><?xml version="1.0" encoding="utf-8"?>
<p:tagLst xmlns:p="http://schemas.openxmlformats.org/presentationml/2006/main">
  <p:tag name="ISLIDE.DIAGRAM" val="635ab4be-35ef-4a01-9cd9-5eec164ec375"/>
</p:tagLst>
</file>

<file path=ppt/theme/theme1.xml><?xml version="1.0" encoding="utf-8"?>
<a:theme xmlns:a="http://schemas.openxmlformats.org/drawingml/2006/main" name="主题">
  <a:themeElements>
    <a:clrScheme name="自定义 156">
      <a:dk1>
        <a:sysClr val="windowText" lastClr="000000"/>
      </a:dk1>
      <a:lt1>
        <a:sysClr val="window" lastClr="FFFFFF"/>
      </a:lt1>
      <a:dk2>
        <a:srgbClr val="44546A"/>
      </a:dk2>
      <a:lt2>
        <a:srgbClr val="E7E6E6"/>
      </a:lt2>
      <a:accent1>
        <a:srgbClr val="EE464C"/>
      </a:accent1>
      <a:accent2>
        <a:srgbClr val="EE464C"/>
      </a:accent2>
      <a:accent3>
        <a:srgbClr val="EE464C"/>
      </a:accent3>
      <a:accent4>
        <a:srgbClr val="EE464C"/>
      </a:accent4>
      <a:accent5>
        <a:srgbClr val="EE464C"/>
      </a:accent5>
      <a:accent6>
        <a:srgbClr val="EE464C"/>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1839</Words>
  <Application>WPS 演示</Application>
  <PresentationFormat>全屏显示(16:9)</PresentationFormat>
  <Paragraphs>158</Paragraphs>
  <Slides>17</Slides>
  <Notes>25</Notes>
  <HiddenSlides>0</HiddenSlides>
  <MMClips>1</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17</vt:i4>
      </vt:variant>
    </vt:vector>
  </HeadingPairs>
  <TitlesOfParts>
    <vt:vector size="28" baseType="lpstr">
      <vt:lpstr>Arial</vt:lpstr>
      <vt:lpstr>宋体</vt:lpstr>
      <vt:lpstr>Wingdings</vt:lpstr>
      <vt:lpstr>微软雅黑</vt:lpstr>
      <vt:lpstr>Arial</vt:lpstr>
      <vt:lpstr>等线</vt:lpstr>
      <vt:lpstr>Calibri</vt:lpstr>
      <vt:lpstr>字魂156号-萌趣苏打饼</vt:lpstr>
      <vt:lpstr>楷体</vt:lpstr>
      <vt:lpstr>Arial Unicode MS</vt:lpstr>
      <vt:lpstr>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锐旗设计；https://9ppt.taobao.com</dc:title>
  <dc:creator>锐旗设计；https://9ppt.taobao.com</dc:creator>
  <dc:description>锐旗设计；https://9ppt.taobao.com</dc:description>
  <cp:lastModifiedBy>秋萤野马</cp:lastModifiedBy>
  <cp:revision>27</cp:revision>
  <dcterms:created xsi:type="dcterms:W3CDTF">2017-10-24T07:16:00Z</dcterms:created>
  <dcterms:modified xsi:type="dcterms:W3CDTF">2025-03-23T14:45:41Z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2C4DCA7C626A4E2C9EAF5C56A9B63410_12</vt:lpwstr>
  </property>
  <property fmtid="{D5CDD505-2E9C-101B-9397-08002B2CF9AE}" pid="3" name="KSOProductBuildVer">
    <vt:lpwstr>2052-12.1.0.20305</vt:lpwstr>
  </property>
</Properties>
</file>