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61" r:id="rId4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8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microsoft.com/office/2007/relationships/hdphoto" Target="../media/image6.wdp"/><Relationship Id="rId4" Type="http://schemas.openxmlformats.org/officeDocument/2006/relationships/image" Target="../media/image5.png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172.xml"/><Relationship Id="rId29" Type="http://schemas.openxmlformats.org/officeDocument/2006/relationships/tags" Target="../tags/tag196.xml"/><Relationship Id="rId28" Type="http://schemas.openxmlformats.org/officeDocument/2006/relationships/tags" Target="../tags/tag195.xml"/><Relationship Id="rId27" Type="http://schemas.openxmlformats.org/officeDocument/2006/relationships/tags" Target="../tags/tag194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71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microsoft.com/office/2007/relationships/hdphoto" Target="../media/image6.wdp"/><Relationship Id="rId4" Type="http://schemas.openxmlformats.org/officeDocument/2006/relationships/image" Target="../media/image5.png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2" name="图片 11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0" y="0"/>
            <a:ext cx="12192098" cy="6159090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" name="矩形 3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8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7" name="椭圆 6"/>
            <p:cNvSpPr/>
            <p:nvPr userDrawn="1">
              <p:custDataLst>
                <p:tags r:id="rId9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1" name="椭圆 10"/>
            <p:cNvSpPr/>
            <p:nvPr userDrawn="1">
              <p:custDataLst>
                <p:tags r:id="rId10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10" name="Subtitle 9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016000" y="2159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12"/>
            </p:custDataLst>
          </p:nvPr>
        </p:nvSpPr>
        <p:spPr>
          <a:xfrm>
            <a:off x="1016000" y="2667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标右内-装饰左-默认位置-并列-29_26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667000"/>
            <a:ext cx="2362200" cy="335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581400" y="609600"/>
            <a:ext cx="8001000" cy="5638800"/>
          </a:xfrm>
          <a:custGeom>
            <a:avLst/>
            <a:gdLst>
              <a:gd name="connisteX0" fmla="*/ 0 w 8001000"/>
              <a:gd name="connsiteY0" fmla="*/ 203200 h 5638800"/>
              <a:gd name="connisteX1" fmla="*/ 203200 w 8001000"/>
              <a:gd name="connsiteY1" fmla="*/ 0 h 5638800"/>
              <a:gd name="connisteX2" fmla="*/ 7797800 w 8001000"/>
              <a:gd name="connsiteY2" fmla="*/ 0 h 5638800"/>
              <a:gd name="connisteX3" fmla="*/ 8001000 w 8001000"/>
              <a:gd name="connsiteY3" fmla="*/ 203200 h 5638800"/>
              <a:gd name="connisteX4" fmla="*/ 8001000 w 8001000"/>
              <a:gd name="connsiteY4" fmla="*/ 5435600 h 5638800"/>
              <a:gd name="connisteX5" fmla="*/ 7797800 w 8001000"/>
              <a:gd name="connsiteY5" fmla="*/ 5638800 h 5638800"/>
              <a:gd name="connisteX6" fmla="*/ 203200 w 8001000"/>
              <a:gd name="connsiteY6" fmla="*/ 5638800 h 5638800"/>
              <a:gd name="connisteX7" fmla="*/ 0 w 8001000"/>
              <a:gd name="connsiteY7" fmla="*/ 5435600 h 5638800"/>
              <a:gd name="connisteX8" fmla="*/ 0 w 80010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80010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797800" y="0"/>
                </a:lnTo>
                <a:cubicBezTo>
                  <a:pt x="7910024" y="0"/>
                  <a:pt x="8001000" y="90976"/>
                  <a:pt x="8001000" y="203200"/>
                </a:cubicBezTo>
                <a:lnTo>
                  <a:pt x="8001000" y="5435600"/>
                </a:lnTo>
                <a:cubicBezTo>
                  <a:pt x="8001000" y="5547824"/>
                  <a:pt x="7910024" y="5638800"/>
                  <a:pt x="77978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6" hasCustomPrompt="1"/>
            <p:custDataLst>
              <p:tags r:id="rId8"/>
            </p:custDataLst>
          </p:nvPr>
        </p:nvSpPr>
        <p:spPr>
          <a:xfrm>
            <a:off x="3987800" y="11430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156200" y="10414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5156200" y="15494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987800" y="23622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156200" y="22606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5156200" y="27686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8" hasCustomPrompt="1"/>
            <p:custDataLst>
              <p:tags r:id="rId14"/>
            </p:custDataLst>
          </p:nvPr>
        </p:nvSpPr>
        <p:spPr>
          <a:xfrm>
            <a:off x="3987800" y="35814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156200" y="34798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5156200" y="39878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6399" hasCustomPrompt="1"/>
            <p:custDataLst>
              <p:tags r:id="rId17"/>
            </p:custDataLst>
          </p:nvPr>
        </p:nvSpPr>
        <p:spPr>
          <a:xfrm>
            <a:off x="3987800" y="480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5156200" y="4699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5156200" y="5207000"/>
            <a:ext cx="6019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8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2606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7686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394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9022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 flipH="1">
            <a:off x="0" y="4894580"/>
            <a:ext cx="4095115" cy="1963420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61" name="图片 16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4" r="6909" b="28992"/>
          <a:stretch>
            <a:fillRect/>
          </a:stretch>
        </p:blipFill>
        <p:spPr>
          <a:xfrm flipH="1">
            <a:off x="0" y="0"/>
            <a:ext cx="12192000" cy="61341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334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883" y="3209925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648825" y="1584325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05460" y="581660"/>
            <a:ext cx="622935" cy="91440"/>
            <a:chOff x="17169" y="614"/>
            <a:chExt cx="981" cy="144"/>
          </a:xfrm>
        </p:grpSpPr>
        <p:sp>
          <p:nvSpPr>
            <p:cNvPr id="11" name="椭圆 5"/>
            <p:cNvSpPr/>
            <p:nvPr userDrawn="1">
              <p:custDataLst>
                <p:tags r:id="rId13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14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15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>
            <p:custDataLst>
              <p:tags r:id="rId2"/>
            </p:custDataLst>
          </p:nvPr>
        </p:nvSpPr>
        <p:spPr>
          <a:xfrm>
            <a:off x="6783070" y="4451984"/>
            <a:ext cx="5408930" cy="24060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18" h="3789">
                <a:moveTo>
                  <a:pt x="5390" y="0"/>
                </a:moveTo>
                <a:cubicBezTo>
                  <a:pt x="6380" y="0"/>
                  <a:pt x="7311" y="251"/>
                  <a:pt x="8124" y="692"/>
                </a:cubicBezTo>
                <a:lnTo>
                  <a:pt x="8518" y="932"/>
                </a:lnTo>
                <a:lnTo>
                  <a:pt x="8518" y="3789"/>
                </a:lnTo>
                <a:lnTo>
                  <a:pt x="0" y="3789"/>
                </a:lnTo>
                <a:lnTo>
                  <a:pt x="0" y="3788"/>
                </a:lnTo>
                <a:lnTo>
                  <a:pt x="104" y="3504"/>
                </a:lnTo>
                <a:cubicBezTo>
                  <a:pt x="975" y="1445"/>
                  <a:pt x="3014" y="0"/>
                  <a:pt x="5390" y="0"/>
                </a:cubicBezTo>
                <a:close/>
              </a:path>
            </a:pathLst>
          </a:custGeom>
          <a:solidFill>
            <a:schemeClr val="accent2">
              <a:alpha val="1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20" name="图片 19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816" t="21942" r="23935" b="14645"/>
          <a:stretch>
            <a:fillRect/>
          </a:stretch>
        </p:blipFill>
        <p:spPr>
          <a:xfrm>
            <a:off x="-27368" y="1"/>
            <a:ext cx="4582616" cy="6858000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6"/>
            </p:custDataLst>
          </p:nvPr>
        </p:nvSpPr>
        <p:spPr>
          <a:xfrm>
            <a:off x="-62374" y="1498"/>
            <a:ext cx="4617622" cy="6855005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7"/>
            </p:custDataLst>
          </p:nvPr>
        </p:nvSpPr>
        <p:spPr>
          <a:xfrm rot="5400000">
            <a:off x="1146795" y="3374704"/>
            <a:ext cx="6855007" cy="996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37" name="任意多边形 36"/>
          <p:cNvSpPr/>
          <p:nvPr userDrawn="1">
            <p:custDataLst>
              <p:tags r:id="rId8"/>
            </p:custDataLst>
          </p:nvPr>
        </p:nvSpPr>
        <p:spPr>
          <a:xfrm>
            <a:off x="3466465" y="25971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135" name="任意多边形 134"/>
          <p:cNvSpPr/>
          <p:nvPr userDrawn="1">
            <p:custDataLst>
              <p:tags r:id="rId9"/>
            </p:custDataLst>
          </p:nvPr>
        </p:nvSpPr>
        <p:spPr>
          <a:xfrm flipV="1">
            <a:off x="168910" y="581596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052830" y="2374265"/>
            <a:ext cx="1978025" cy="1101090"/>
          </a:xfrm>
        </p:spPr>
        <p:txBody>
          <a:bodyPr wrap="square" anchor="b">
            <a:no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MiSans Bold" panose="00000800000000000000" pitchFamily="2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20" name="图片 19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-49" y="0"/>
            <a:ext cx="12192098" cy="6159090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4603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2" name="椭圆 41"/>
          <p:cNvSpPr/>
          <p:nvPr userDrawn="1">
            <p:custDataLst>
              <p:tags r:id="rId9"/>
            </p:custDataLst>
          </p:nvPr>
        </p:nvSpPr>
        <p:spPr>
          <a:xfrm>
            <a:off x="104603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4603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0" name="椭圆 49"/>
          <p:cNvSpPr/>
          <p:nvPr userDrawn="1">
            <p:custDataLst>
              <p:tags r:id="rId11"/>
            </p:custDataLst>
          </p:nvPr>
        </p:nvSpPr>
        <p:spPr>
          <a:xfrm>
            <a:off x="104603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2"/>
            </p:custDataLst>
          </p:nvPr>
        </p:nvSpPr>
        <p:spPr>
          <a:xfrm>
            <a:off x="107270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3" name="椭圆 42"/>
          <p:cNvSpPr/>
          <p:nvPr userDrawn="1">
            <p:custDataLst>
              <p:tags r:id="rId13"/>
            </p:custDataLst>
          </p:nvPr>
        </p:nvSpPr>
        <p:spPr>
          <a:xfrm>
            <a:off x="107270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7" name="椭圆 46"/>
          <p:cNvSpPr/>
          <p:nvPr userDrawn="1">
            <p:custDataLst>
              <p:tags r:id="rId14"/>
            </p:custDataLst>
          </p:nvPr>
        </p:nvSpPr>
        <p:spPr>
          <a:xfrm>
            <a:off x="107270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07270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39" name="椭圆 38"/>
          <p:cNvSpPr/>
          <p:nvPr userDrawn="1">
            <p:custDataLst>
              <p:tags r:id="rId16"/>
            </p:custDataLst>
          </p:nvPr>
        </p:nvSpPr>
        <p:spPr>
          <a:xfrm>
            <a:off x="109937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4" name="椭圆 43"/>
          <p:cNvSpPr/>
          <p:nvPr userDrawn="1">
            <p:custDataLst>
              <p:tags r:id="rId17"/>
            </p:custDataLst>
          </p:nvPr>
        </p:nvSpPr>
        <p:spPr>
          <a:xfrm>
            <a:off x="109937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8" name="椭圆 47"/>
          <p:cNvSpPr/>
          <p:nvPr userDrawn="1">
            <p:custDataLst>
              <p:tags r:id="rId18"/>
            </p:custDataLst>
          </p:nvPr>
        </p:nvSpPr>
        <p:spPr>
          <a:xfrm>
            <a:off x="109937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52" name="椭圆 51"/>
          <p:cNvSpPr/>
          <p:nvPr userDrawn="1">
            <p:custDataLst>
              <p:tags r:id="rId19"/>
            </p:custDataLst>
          </p:nvPr>
        </p:nvSpPr>
        <p:spPr>
          <a:xfrm>
            <a:off x="109937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87" name="椭圆 86"/>
          <p:cNvSpPr/>
          <p:nvPr userDrawn="1">
            <p:custDataLst>
              <p:tags r:id="rId20"/>
            </p:custDataLst>
          </p:nvPr>
        </p:nvSpPr>
        <p:spPr>
          <a:xfrm>
            <a:off x="11260455" y="357822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cs typeface="MiSans Bold" panose="00000800000000000000" pitchFamily="2" charset="-122"/>
            </a:endParaRPr>
          </a:p>
        </p:txBody>
      </p:sp>
      <p:sp>
        <p:nvSpPr>
          <p:cNvPr id="88" name="椭圆 87"/>
          <p:cNvSpPr/>
          <p:nvPr userDrawn="1">
            <p:custDataLst>
              <p:tags r:id="rId21"/>
            </p:custDataLst>
          </p:nvPr>
        </p:nvSpPr>
        <p:spPr>
          <a:xfrm>
            <a:off x="11260455" y="381000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89" name="椭圆 88"/>
          <p:cNvSpPr/>
          <p:nvPr userDrawn="1">
            <p:custDataLst>
              <p:tags r:id="rId22"/>
            </p:custDataLst>
          </p:nvPr>
        </p:nvSpPr>
        <p:spPr>
          <a:xfrm>
            <a:off x="11260455" y="4041775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90" name="椭圆 89"/>
          <p:cNvSpPr/>
          <p:nvPr userDrawn="1">
            <p:custDataLst>
              <p:tags r:id="rId23"/>
            </p:custDataLst>
          </p:nvPr>
        </p:nvSpPr>
        <p:spPr>
          <a:xfrm>
            <a:off x="11260455" y="4273550"/>
            <a:ext cx="83820" cy="8382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24"/>
            </p:custDataLst>
          </p:nvPr>
        </p:nvSpPr>
        <p:spPr>
          <a:xfrm>
            <a:off x="1016000" y="1309370"/>
            <a:ext cx="6097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25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26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27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28"/>
            </p:custDataLst>
          </p:nvPr>
        </p:nvSpPr>
        <p:spPr>
          <a:xfrm>
            <a:off x="1016000" y="181737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8" name="署名占位符 10"/>
          <p:cNvSpPr>
            <a:spLocks noGrp="1"/>
          </p:cNvSpPr>
          <p:nvPr>
            <p:ph type="body" sz="quarter" idx="16387" hasCustomPrompt="1"/>
            <p:custDataLst>
              <p:tags r:id="rId29"/>
            </p:custDataLst>
          </p:nvPr>
        </p:nvSpPr>
        <p:spPr>
          <a:xfrm>
            <a:off x="1016000" y="4408170"/>
            <a:ext cx="2540882" cy="533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>
            <p:custDataLst>
              <p:tags r:id="rId2"/>
            </p:custDataLst>
          </p:nvPr>
        </p:nvSpPr>
        <p:spPr>
          <a:xfrm flipH="1">
            <a:off x="0" y="4894580"/>
            <a:ext cx="4095115" cy="1963420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61" name="图片 16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4" r="6909" b="28992"/>
          <a:stretch>
            <a:fillRect/>
          </a:stretch>
        </p:blipFill>
        <p:spPr>
          <a:xfrm flipH="1">
            <a:off x="0" y="0"/>
            <a:ext cx="12192000" cy="61341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334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10"/>
            </p:custDataLst>
          </p:nvPr>
        </p:nvSpPr>
        <p:spPr>
          <a:xfrm>
            <a:off x="4823883" y="3209925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7826561" hasCustomPrompt="1"/>
            <p:custDataLst>
              <p:tags r:id="rId11"/>
            </p:custDataLst>
          </p:nvPr>
        </p:nvSpPr>
        <p:spPr>
          <a:xfrm>
            <a:off x="9648825" y="1584325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05460" y="581660"/>
            <a:ext cx="622935" cy="91440"/>
            <a:chOff x="17169" y="614"/>
            <a:chExt cx="981" cy="144"/>
          </a:xfrm>
        </p:grpSpPr>
        <p:sp>
          <p:nvSpPr>
            <p:cNvPr id="11" name="椭圆 5"/>
            <p:cNvSpPr/>
            <p:nvPr userDrawn="1">
              <p:custDataLst>
                <p:tags r:id="rId13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3" name="椭圆 12"/>
            <p:cNvSpPr/>
            <p:nvPr userDrawn="1">
              <p:custDataLst>
                <p:tags r:id="rId14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4" name="椭圆 13"/>
            <p:cNvSpPr/>
            <p:nvPr userDrawn="1">
              <p:custDataLst>
                <p:tags r:id="rId15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9"/>
          <p:cNvSpPr/>
          <p:nvPr userDrawn="1">
            <p:custDataLst>
              <p:tags r:id="rId2"/>
            </p:custDataLst>
          </p:nvPr>
        </p:nvSpPr>
        <p:spPr>
          <a:xfrm>
            <a:off x="7687945" y="4854575"/>
            <a:ext cx="4502785" cy="2003425"/>
          </a:xfrm>
          <a:custGeom>
            <a:avLst/>
            <a:gdLst>
              <a:gd name="connsiteX0" fmla="*/ 3422801 w 5407679"/>
              <a:gd name="connsiteY0" fmla="*/ 0 h 2406016"/>
              <a:gd name="connsiteX1" fmla="*/ 5236006 w 5407679"/>
              <a:gd name="connsiteY1" fmla="*/ 482624 h 2406016"/>
              <a:gd name="connsiteX2" fmla="*/ 5407679 w 5407679"/>
              <a:gd name="connsiteY2" fmla="*/ 589781 h 2406016"/>
              <a:gd name="connsiteX3" fmla="*/ 5407679 w 5407679"/>
              <a:gd name="connsiteY3" fmla="*/ 2406016 h 2406016"/>
              <a:gd name="connsiteX4" fmla="*/ 0 w 5407679"/>
              <a:gd name="connsiteY4" fmla="*/ 2406016 h 2406016"/>
              <a:gd name="connsiteX5" fmla="*/ 66315 w 5407679"/>
              <a:gd name="connsiteY5" fmla="*/ 2224829 h 2406016"/>
              <a:gd name="connsiteX6" fmla="*/ 3422801 w 5407679"/>
              <a:gd name="connsiteY6" fmla="*/ 0 h 240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7679" h="2406016">
                <a:moveTo>
                  <a:pt x="3422801" y="0"/>
                </a:moveTo>
                <a:cubicBezTo>
                  <a:pt x="4082935" y="0"/>
                  <a:pt x="4702056" y="175595"/>
                  <a:pt x="5236006" y="482624"/>
                </a:cubicBezTo>
                <a:lnTo>
                  <a:pt x="5407679" y="589781"/>
                </a:lnTo>
                <a:lnTo>
                  <a:pt x="5407679" y="2406016"/>
                </a:lnTo>
                <a:lnTo>
                  <a:pt x="0" y="2406016"/>
                </a:lnTo>
                <a:lnTo>
                  <a:pt x="66315" y="2224829"/>
                </a:lnTo>
                <a:cubicBezTo>
                  <a:pt x="619315" y="917391"/>
                  <a:pt x="1913924" y="0"/>
                  <a:pt x="3422801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accent4"/>
              </a:solidFill>
              <a:cs typeface="MiSans Bold" panose="00000800000000000000" pitchFamily="2" charset="-122"/>
            </a:endParaRPr>
          </a:p>
        </p:txBody>
      </p:sp>
      <p:pic>
        <p:nvPicPr>
          <p:cNvPr id="12" name="图片 11" descr="城市的高楼大厦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393" b="4831"/>
          <a:stretch>
            <a:fillRect/>
          </a:stretch>
        </p:blipFill>
        <p:spPr>
          <a:xfrm>
            <a:off x="0" y="0"/>
            <a:ext cx="12192098" cy="6159090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158865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4" name="矩形 3"/>
          <p:cNvSpPr/>
          <p:nvPr userDrawn="1">
            <p:custDataLst>
              <p:tags r:id="rId7"/>
            </p:custDataLst>
          </p:nvPr>
        </p:nvSpPr>
        <p:spPr>
          <a:xfrm>
            <a:off x="-49" y="6088077"/>
            <a:ext cx="12192098" cy="152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  <a:cs typeface="MiSans Bold" panose="000008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1078210" y="581660"/>
            <a:ext cx="622935" cy="91440"/>
            <a:chOff x="17169" y="614"/>
            <a:chExt cx="981" cy="144"/>
          </a:xfrm>
        </p:grpSpPr>
        <p:sp>
          <p:nvSpPr>
            <p:cNvPr id="9" name="椭圆 5"/>
            <p:cNvSpPr/>
            <p:nvPr userDrawn="1">
              <p:custDataLst>
                <p:tags r:id="rId8"/>
              </p:custDataLst>
            </p:nvPr>
          </p:nvSpPr>
          <p:spPr>
            <a:xfrm>
              <a:off x="17169" y="614"/>
              <a:ext cx="144" cy="14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7" name="椭圆 6"/>
            <p:cNvSpPr/>
            <p:nvPr userDrawn="1">
              <p:custDataLst>
                <p:tags r:id="rId9"/>
              </p:custDataLst>
            </p:nvPr>
          </p:nvSpPr>
          <p:spPr>
            <a:xfrm>
              <a:off x="17588" y="614"/>
              <a:ext cx="144" cy="144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  <p:sp>
          <p:nvSpPr>
            <p:cNvPr id="11" name="椭圆 10"/>
            <p:cNvSpPr/>
            <p:nvPr userDrawn="1">
              <p:custDataLst>
                <p:tags r:id="rId10"/>
              </p:custDataLst>
            </p:nvPr>
          </p:nvSpPr>
          <p:spPr>
            <a:xfrm>
              <a:off x="18006" y="614"/>
              <a:ext cx="144" cy="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 Bold" panose="00000800000000000000" pitchFamily="2" charset="-122"/>
              </a:endParaRPr>
            </a:p>
          </p:txBody>
        </p:sp>
      </p:grpSp>
      <p:sp>
        <p:nvSpPr>
          <p:cNvPr id="10" name="Subtitle 9"/>
          <p:cNvSpPr>
            <a:spLocks noGrp="1"/>
          </p:cNvSpPr>
          <p:nvPr>
            <p:ph type="body" idx="17826305" hasCustomPrompt="1"/>
            <p:custDataLst>
              <p:tags r:id="rId11"/>
            </p:custDataLst>
          </p:nvPr>
        </p:nvSpPr>
        <p:spPr>
          <a:xfrm>
            <a:off x="1016000" y="2159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2"/>
            </p:custDataLst>
          </p:nvPr>
        </p:nvSpPr>
        <p:spPr>
          <a:xfrm>
            <a:off x="1016000" y="2667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8" Type="http://schemas.openxmlformats.org/officeDocument/2006/relationships/theme" Target="../theme/theme2.xml"/><Relationship Id="rId27" Type="http://schemas.openxmlformats.org/officeDocument/2006/relationships/tags" Target="../tags/tag227.xml"/><Relationship Id="rId26" Type="http://schemas.openxmlformats.org/officeDocument/2006/relationships/tags" Target="../tags/tag226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219.xml"/><Relationship Id="rId18" Type="http://schemas.openxmlformats.org/officeDocument/2006/relationships/tags" Target="../tags/tag218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18"/>
            </p:custDataLst>
          </p:nvPr>
        </p:nvSpPr>
        <p:spPr>
          <a:xfrm>
            <a:off x="91440" y="6569075"/>
            <a:ext cx="12114530" cy="288290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19" name="矩形 18"/>
          <p:cNvSpPr/>
          <p:nvPr userDrawn="1">
            <p:custDataLst>
              <p:tags r:id="rId19"/>
            </p:custDataLst>
          </p:nvPr>
        </p:nvSpPr>
        <p:spPr>
          <a:xfrm rot="5400000">
            <a:off x="-95250" y="6665595"/>
            <a:ext cx="28829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Bold" panose="00000800000000000000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7" name="任意多边形 36"/>
          <p:cNvSpPr/>
          <p:nvPr userDrawn="1">
            <p:custDataLst>
              <p:tags r:id="rId25"/>
            </p:custDataLst>
          </p:nvPr>
        </p:nvSpPr>
        <p:spPr>
          <a:xfrm>
            <a:off x="11021695" y="259715"/>
            <a:ext cx="883920" cy="7785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92" h="1226">
                <a:moveTo>
                  <a:pt x="0" y="66"/>
                </a:moveTo>
                <a:cubicBezTo>
                  <a:pt x="0" y="30"/>
                  <a:pt x="30" y="0"/>
                  <a:pt x="66" y="0"/>
                </a:cubicBezTo>
                <a:cubicBezTo>
                  <a:pt x="102" y="0"/>
                  <a:pt x="132" y="30"/>
                  <a:pt x="132" y="66"/>
                </a:cubicBezTo>
                <a:cubicBezTo>
                  <a:pt x="132" y="102"/>
                  <a:pt x="102" y="132"/>
                  <a:pt x="66" y="132"/>
                </a:cubicBezTo>
                <a:cubicBezTo>
                  <a:pt x="30" y="132"/>
                  <a:pt x="0" y="102"/>
                  <a:pt x="0" y="66"/>
                </a:cubicBezTo>
                <a:close/>
                <a:moveTo>
                  <a:pt x="0" y="430"/>
                </a:moveTo>
                <a:cubicBezTo>
                  <a:pt x="0" y="394"/>
                  <a:pt x="30" y="364"/>
                  <a:pt x="66" y="364"/>
                </a:cubicBezTo>
                <a:cubicBezTo>
                  <a:pt x="102" y="364"/>
                  <a:pt x="132" y="394"/>
                  <a:pt x="132" y="430"/>
                </a:cubicBezTo>
                <a:cubicBezTo>
                  <a:pt x="132" y="466"/>
                  <a:pt x="102" y="496"/>
                  <a:pt x="66" y="496"/>
                </a:cubicBezTo>
                <a:cubicBezTo>
                  <a:pt x="30" y="496"/>
                  <a:pt x="0" y="466"/>
                  <a:pt x="0" y="430"/>
                </a:cubicBezTo>
                <a:close/>
                <a:moveTo>
                  <a:pt x="0" y="795"/>
                </a:moveTo>
                <a:cubicBezTo>
                  <a:pt x="0" y="759"/>
                  <a:pt x="30" y="729"/>
                  <a:pt x="66" y="729"/>
                </a:cubicBezTo>
                <a:cubicBezTo>
                  <a:pt x="102" y="729"/>
                  <a:pt x="132" y="759"/>
                  <a:pt x="132" y="795"/>
                </a:cubicBezTo>
                <a:cubicBezTo>
                  <a:pt x="132" y="831"/>
                  <a:pt x="102" y="861"/>
                  <a:pt x="66" y="861"/>
                </a:cubicBezTo>
                <a:cubicBezTo>
                  <a:pt x="30" y="861"/>
                  <a:pt x="0" y="831"/>
                  <a:pt x="0" y="795"/>
                </a:cubicBezTo>
                <a:close/>
                <a:moveTo>
                  <a:pt x="0" y="1160"/>
                </a:moveTo>
                <a:cubicBezTo>
                  <a:pt x="0" y="1124"/>
                  <a:pt x="30" y="1094"/>
                  <a:pt x="66" y="1094"/>
                </a:cubicBezTo>
                <a:cubicBezTo>
                  <a:pt x="102" y="1094"/>
                  <a:pt x="132" y="1124"/>
                  <a:pt x="132" y="1160"/>
                </a:cubicBezTo>
                <a:cubicBezTo>
                  <a:pt x="132" y="1196"/>
                  <a:pt x="102" y="1226"/>
                  <a:pt x="66" y="1226"/>
                </a:cubicBezTo>
                <a:cubicBezTo>
                  <a:pt x="30" y="1226"/>
                  <a:pt x="0" y="1196"/>
                  <a:pt x="0" y="1160"/>
                </a:cubicBezTo>
                <a:close/>
                <a:moveTo>
                  <a:pt x="420" y="66"/>
                </a:moveTo>
                <a:cubicBezTo>
                  <a:pt x="420" y="30"/>
                  <a:pt x="450" y="0"/>
                  <a:pt x="486" y="0"/>
                </a:cubicBezTo>
                <a:cubicBezTo>
                  <a:pt x="522" y="0"/>
                  <a:pt x="552" y="30"/>
                  <a:pt x="552" y="66"/>
                </a:cubicBezTo>
                <a:cubicBezTo>
                  <a:pt x="552" y="102"/>
                  <a:pt x="522" y="132"/>
                  <a:pt x="486" y="132"/>
                </a:cubicBezTo>
                <a:cubicBezTo>
                  <a:pt x="450" y="132"/>
                  <a:pt x="420" y="102"/>
                  <a:pt x="420" y="66"/>
                </a:cubicBezTo>
                <a:close/>
                <a:moveTo>
                  <a:pt x="420" y="430"/>
                </a:moveTo>
                <a:cubicBezTo>
                  <a:pt x="420" y="394"/>
                  <a:pt x="450" y="364"/>
                  <a:pt x="486" y="364"/>
                </a:cubicBezTo>
                <a:cubicBezTo>
                  <a:pt x="522" y="364"/>
                  <a:pt x="552" y="394"/>
                  <a:pt x="552" y="430"/>
                </a:cubicBezTo>
                <a:cubicBezTo>
                  <a:pt x="552" y="466"/>
                  <a:pt x="522" y="496"/>
                  <a:pt x="486" y="496"/>
                </a:cubicBezTo>
                <a:cubicBezTo>
                  <a:pt x="450" y="496"/>
                  <a:pt x="420" y="466"/>
                  <a:pt x="420" y="430"/>
                </a:cubicBezTo>
                <a:close/>
                <a:moveTo>
                  <a:pt x="420" y="795"/>
                </a:moveTo>
                <a:cubicBezTo>
                  <a:pt x="420" y="759"/>
                  <a:pt x="450" y="729"/>
                  <a:pt x="486" y="729"/>
                </a:cubicBezTo>
                <a:cubicBezTo>
                  <a:pt x="522" y="729"/>
                  <a:pt x="552" y="759"/>
                  <a:pt x="552" y="795"/>
                </a:cubicBezTo>
                <a:cubicBezTo>
                  <a:pt x="552" y="831"/>
                  <a:pt x="522" y="861"/>
                  <a:pt x="486" y="861"/>
                </a:cubicBezTo>
                <a:cubicBezTo>
                  <a:pt x="450" y="861"/>
                  <a:pt x="420" y="831"/>
                  <a:pt x="420" y="795"/>
                </a:cubicBezTo>
                <a:close/>
                <a:moveTo>
                  <a:pt x="420" y="1160"/>
                </a:moveTo>
                <a:cubicBezTo>
                  <a:pt x="420" y="1124"/>
                  <a:pt x="450" y="1094"/>
                  <a:pt x="486" y="1094"/>
                </a:cubicBezTo>
                <a:cubicBezTo>
                  <a:pt x="522" y="1094"/>
                  <a:pt x="552" y="1124"/>
                  <a:pt x="552" y="1160"/>
                </a:cubicBezTo>
                <a:cubicBezTo>
                  <a:pt x="552" y="1196"/>
                  <a:pt x="522" y="1226"/>
                  <a:pt x="486" y="1226"/>
                </a:cubicBezTo>
                <a:cubicBezTo>
                  <a:pt x="450" y="1226"/>
                  <a:pt x="420" y="1196"/>
                  <a:pt x="420" y="1160"/>
                </a:cubicBezTo>
                <a:close/>
                <a:moveTo>
                  <a:pt x="840" y="66"/>
                </a:moveTo>
                <a:cubicBezTo>
                  <a:pt x="840" y="30"/>
                  <a:pt x="870" y="0"/>
                  <a:pt x="906" y="0"/>
                </a:cubicBezTo>
                <a:cubicBezTo>
                  <a:pt x="942" y="0"/>
                  <a:pt x="972" y="30"/>
                  <a:pt x="972" y="66"/>
                </a:cubicBezTo>
                <a:cubicBezTo>
                  <a:pt x="972" y="102"/>
                  <a:pt x="942" y="132"/>
                  <a:pt x="906" y="132"/>
                </a:cubicBezTo>
                <a:cubicBezTo>
                  <a:pt x="870" y="132"/>
                  <a:pt x="840" y="102"/>
                  <a:pt x="840" y="66"/>
                </a:cubicBezTo>
                <a:close/>
                <a:moveTo>
                  <a:pt x="840" y="430"/>
                </a:moveTo>
                <a:cubicBezTo>
                  <a:pt x="840" y="394"/>
                  <a:pt x="870" y="364"/>
                  <a:pt x="906" y="364"/>
                </a:cubicBezTo>
                <a:cubicBezTo>
                  <a:pt x="942" y="364"/>
                  <a:pt x="972" y="394"/>
                  <a:pt x="972" y="430"/>
                </a:cubicBezTo>
                <a:cubicBezTo>
                  <a:pt x="972" y="466"/>
                  <a:pt x="942" y="496"/>
                  <a:pt x="906" y="496"/>
                </a:cubicBezTo>
                <a:cubicBezTo>
                  <a:pt x="870" y="496"/>
                  <a:pt x="840" y="466"/>
                  <a:pt x="840" y="430"/>
                </a:cubicBezTo>
                <a:close/>
                <a:moveTo>
                  <a:pt x="840" y="795"/>
                </a:moveTo>
                <a:cubicBezTo>
                  <a:pt x="840" y="759"/>
                  <a:pt x="870" y="729"/>
                  <a:pt x="906" y="729"/>
                </a:cubicBezTo>
                <a:cubicBezTo>
                  <a:pt x="942" y="729"/>
                  <a:pt x="972" y="759"/>
                  <a:pt x="972" y="795"/>
                </a:cubicBezTo>
                <a:cubicBezTo>
                  <a:pt x="972" y="831"/>
                  <a:pt x="942" y="861"/>
                  <a:pt x="906" y="861"/>
                </a:cubicBezTo>
                <a:cubicBezTo>
                  <a:pt x="870" y="861"/>
                  <a:pt x="840" y="831"/>
                  <a:pt x="840" y="795"/>
                </a:cubicBezTo>
                <a:close/>
                <a:moveTo>
                  <a:pt x="840" y="1160"/>
                </a:moveTo>
                <a:cubicBezTo>
                  <a:pt x="840" y="1124"/>
                  <a:pt x="870" y="1094"/>
                  <a:pt x="906" y="1094"/>
                </a:cubicBezTo>
                <a:cubicBezTo>
                  <a:pt x="942" y="1094"/>
                  <a:pt x="972" y="1124"/>
                  <a:pt x="972" y="1160"/>
                </a:cubicBezTo>
                <a:cubicBezTo>
                  <a:pt x="972" y="1196"/>
                  <a:pt x="942" y="1226"/>
                  <a:pt x="906" y="1226"/>
                </a:cubicBezTo>
                <a:cubicBezTo>
                  <a:pt x="870" y="1226"/>
                  <a:pt x="840" y="1196"/>
                  <a:pt x="840" y="1160"/>
                </a:cubicBezTo>
                <a:close/>
                <a:moveTo>
                  <a:pt x="1260" y="66"/>
                </a:moveTo>
                <a:cubicBezTo>
                  <a:pt x="1260" y="30"/>
                  <a:pt x="1290" y="0"/>
                  <a:pt x="1326" y="0"/>
                </a:cubicBezTo>
                <a:cubicBezTo>
                  <a:pt x="1362" y="0"/>
                  <a:pt x="1392" y="30"/>
                  <a:pt x="1392" y="66"/>
                </a:cubicBezTo>
                <a:cubicBezTo>
                  <a:pt x="1392" y="102"/>
                  <a:pt x="1362" y="132"/>
                  <a:pt x="1326" y="132"/>
                </a:cubicBezTo>
                <a:cubicBezTo>
                  <a:pt x="1290" y="132"/>
                  <a:pt x="1260" y="102"/>
                  <a:pt x="1260" y="66"/>
                </a:cubicBezTo>
                <a:close/>
                <a:moveTo>
                  <a:pt x="1260" y="430"/>
                </a:moveTo>
                <a:cubicBezTo>
                  <a:pt x="1260" y="394"/>
                  <a:pt x="1290" y="364"/>
                  <a:pt x="1326" y="364"/>
                </a:cubicBezTo>
                <a:cubicBezTo>
                  <a:pt x="1362" y="364"/>
                  <a:pt x="1392" y="394"/>
                  <a:pt x="1392" y="430"/>
                </a:cubicBezTo>
                <a:cubicBezTo>
                  <a:pt x="1392" y="466"/>
                  <a:pt x="1362" y="496"/>
                  <a:pt x="1326" y="496"/>
                </a:cubicBezTo>
                <a:cubicBezTo>
                  <a:pt x="1290" y="496"/>
                  <a:pt x="1260" y="466"/>
                  <a:pt x="1260" y="430"/>
                </a:cubicBezTo>
                <a:close/>
                <a:moveTo>
                  <a:pt x="1260" y="795"/>
                </a:moveTo>
                <a:cubicBezTo>
                  <a:pt x="1260" y="759"/>
                  <a:pt x="1290" y="729"/>
                  <a:pt x="1326" y="729"/>
                </a:cubicBezTo>
                <a:cubicBezTo>
                  <a:pt x="1362" y="729"/>
                  <a:pt x="1392" y="759"/>
                  <a:pt x="1392" y="795"/>
                </a:cubicBezTo>
                <a:cubicBezTo>
                  <a:pt x="1392" y="831"/>
                  <a:pt x="1362" y="861"/>
                  <a:pt x="1326" y="861"/>
                </a:cubicBezTo>
                <a:cubicBezTo>
                  <a:pt x="1290" y="861"/>
                  <a:pt x="1260" y="831"/>
                  <a:pt x="1260" y="795"/>
                </a:cubicBezTo>
                <a:close/>
                <a:moveTo>
                  <a:pt x="1260" y="1160"/>
                </a:moveTo>
                <a:cubicBezTo>
                  <a:pt x="1260" y="1124"/>
                  <a:pt x="1290" y="1094"/>
                  <a:pt x="1326" y="1094"/>
                </a:cubicBezTo>
                <a:cubicBezTo>
                  <a:pt x="1362" y="1094"/>
                  <a:pt x="1392" y="1124"/>
                  <a:pt x="1392" y="1160"/>
                </a:cubicBezTo>
                <a:cubicBezTo>
                  <a:pt x="1392" y="1196"/>
                  <a:pt x="1362" y="1226"/>
                  <a:pt x="1326" y="1226"/>
                </a:cubicBezTo>
                <a:cubicBezTo>
                  <a:pt x="1290" y="1226"/>
                  <a:pt x="1260" y="1196"/>
                  <a:pt x="1260" y="116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 Light" panose="00000400000000000000" pitchFamily="2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tags" Target="../tags/tag23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tags" Target="../tags/tag234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image" Target="../media/image15.svg"/><Relationship Id="rId2" Type="http://schemas.openxmlformats.org/officeDocument/2006/relationships/tags" Target="../tags/tag233.xml"/><Relationship Id="rId19" Type="http://schemas.openxmlformats.org/officeDocument/2006/relationships/image" Target="../media/image14.png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image" Target="../media/image11.svg"/><Relationship Id="rId1" Type="http://schemas.openxmlformats.org/officeDocument/2006/relationships/tags" Target="../tags/tag2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2025/11/06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投资估算与资金筹措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749935" y="441325"/>
            <a:ext cx="4300855" cy="679450"/>
          </a:xfrm>
        </p:spPr>
        <p:txBody>
          <a:bodyPr>
            <a:normAutofit/>
          </a:bodyPr>
          <a:p>
            <a:r>
              <a:rPr lang="zh-CN" altLang="en-US"/>
              <a:t>投资估算与资金筹措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90855" y="1319530"/>
            <a:ext cx="10707370" cy="4750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资金筹措方案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1"/>
          <p:cNvPicPr>
            <a:picLocks noChangeAspect="1"/>
          </p:cNvPicPr>
          <p:nvPr>
            <p:ph type="pic" idx="16396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775" y="1591945"/>
            <a:ext cx="914400" cy="9144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35175" y="14903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/>
              <a:t>种子轮 50 万 ─ 校内天使 + 校友</a:t>
            </a:r>
            <a:endParaRPr lang="zh-CN" altLang="en-US" sz="2200"/>
          </a:p>
        </p:txBody>
      </p:sp>
      <p:sp>
        <p:nvSpPr>
          <p:cNvPr id="7" name="文本占位符 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035175" y="1998345"/>
            <a:ext cx="6019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种子轮计划筹集 50 万资金，由校内天使和校友提供。采用可转债形式，在 18 个月后转 A 轮可享受 8 折优惠，这种方式能吸引投资者，为项目前期发展提供资金支持。</a:t>
            </a:r>
            <a:endParaRPr lang="zh-CN" altLang="en-US" sz="1100"/>
          </a:p>
        </p:txBody>
      </p:sp>
      <p:pic>
        <p:nvPicPr>
          <p:cNvPr id="18" name="图片占位符 17" descr="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775" y="2811145"/>
            <a:ext cx="914400" cy="9144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035175" y="27095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政府补贴 10 万 ─ 西安市无偿创业资助（或有）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035175" y="3217545"/>
            <a:ext cx="6019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可能获得西安市的无偿创业资助 10 万元作为政府补贴。这部分资金无需偿还，若能成功申请到，将对项目的资金状况起到积极的补充作用，减轻资金压力。</a:t>
            </a:r>
            <a:endParaRPr lang="zh-CN" altLang="en-US" sz="1100"/>
          </a:p>
        </p:txBody>
      </p:sp>
      <p:pic>
        <p:nvPicPr>
          <p:cNvPr id="17" name="图片占位符 16" descr="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6775" y="4030345"/>
            <a:ext cx="914400" cy="9144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035175" y="39287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/>
              <a:t>高校资源 3 万 ─ 工位 + 云服务券</a:t>
            </a:r>
            <a:endParaRPr lang="zh-CN" altLang="en-US" sz="2200"/>
          </a:p>
        </p:txBody>
      </p:sp>
      <p:sp>
        <p:nvSpPr>
          <p:cNvPr id="13" name="文本占位符 1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2035175" y="4436745"/>
            <a:ext cx="6019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高校提供了价值 3 万的资源，包括工位和云服务券，且已锁定。这些资源能为项目提供办公场地和云服务支持，降低项目的运营成本，助力项目的开展。</a:t>
            </a:r>
            <a:endParaRPr lang="zh-CN" altLang="en-US" sz="1100"/>
          </a:p>
        </p:txBody>
      </p:sp>
      <p:pic>
        <p:nvPicPr>
          <p:cNvPr id="20" name="图片占位符 19" descr="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6775" y="5249545"/>
            <a:ext cx="914400" cy="914400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2035175" y="5147945"/>
            <a:ext cx="6019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/>
              <a:t>保障：共管账户 + 里程碑拨付，专款专用</a:t>
            </a:r>
            <a:endParaRPr lang="zh-CN" altLang="en-US" sz="2200"/>
          </a:p>
        </p:txBody>
      </p:sp>
      <p:sp>
        <p:nvSpPr>
          <p:cNvPr id="16" name="文本占位符 15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2035175" y="5655945"/>
            <a:ext cx="6019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7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资金保障措施采用共管账户和里程碑拨付的方式，确保专款专用。共管账户可增强资金的安全性和透明度，里程碑拨付则根据项目的关键节点进行资金发放，保障资金合理使用。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6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6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6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6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6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7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7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df125973510e1f60e96e6661379dcd91c26d53"/>
  <p:tag name="KSO_WM_NEWLAYOUT_ID" val="7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0b656d132bbdcc42afac43133bd16b0ed6bf1f"/>
  <p:tag name="KSO_WM_NEWLAYOUT_GROUP_ID" val="layout_29"/>
  <p:tag name="KSO_WM_NEWLAYOUT_ID" val="slide_71306c912136627e"/>
</p:tagLst>
</file>

<file path=ppt/tags/tag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77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7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7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bb683fb74e3a4e8c5e408988c6ba5cb87ed708"/>
  <p:tag name="KSO_WM_NEWLAYOUT_GROUP_ID" val="layout_14"/>
  <p:tag name="KSO_WM_NEWLAYOUT_ID" val="slide_fbd1737be693ef9a"/>
</p:tagLst>
</file>

<file path=ppt/tags/tag9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4f2c06d7a16cf5b9e8b4a6a1df2f8774e8c618"/>
  <p:tag name="KSO_WM_NEWLAYOUT_GROUP_ID" val="layout_34"/>
  <p:tag name="KSO_WM_NEWLAYOUT_ID" val="slide_18723710fcbe78b9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0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0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0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1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1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d0ed7a2c00809a5654a0a50487245d53bdaf496"/>
  <p:tag name="KSO_WM_NEWLAYOUT_GROUP_ID" val="layout_1-5"/>
  <p:tag name="KSO_WM_NEWLAYOUT_ID" val="slide_f6eba500053b1ebb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1071"/>
  <p:tag name="KSO_WM_TEMPLATE_CATEGORY" val="custom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1071"/>
  <p:tag name="KSO_WM_TEMPLATE_CATEGORY" val="custom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13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107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1071"/>
</p:tagLst>
</file>

<file path=ppt/tags/tag14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4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5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6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9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5.xml><?xml version="1.0" encoding="utf-8"?>
<p:tagLst xmlns:p="http://schemas.openxmlformats.org/presentationml/2006/main">
  <p:tag name="LayoutZOrder" val="20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6.xml><?xml version="1.0" encoding="utf-8"?>
<p:tagLst xmlns:p="http://schemas.openxmlformats.org/presentationml/2006/main">
  <p:tag name="LayoutZOrder" val="2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7.xml><?xml version="1.0" encoding="utf-8"?>
<p:tagLst xmlns:p="http://schemas.openxmlformats.org/presentationml/2006/main">
  <p:tag name="LayoutZOrder" val="2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8.xml><?xml version="1.0" encoding="utf-8"?>
<p:tagLst xmlns:p="http://schemas.openxmlformats.org/presentationml/2006/main">
  <p:tag name="LayoutZOrder" val="2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79.xml><?xml version="1.0" encoding="utf-8"?>
<p:tagLst xmlns:p="http://schemas.openxmlformats.org/presentationml/2006/main">
  <p:tag name="LayoutZOrder" val="2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0.xml><?xml version="1.0" encoding="utf-8"?>
<p:tagLst xmlns:p="http://schemas.openxmlformats.org/presentationml/2006/main">
  <p:tag name="LayoutZOrder" val="2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1.xml><?xml version="1.0" encoding="utf-8"?>
<p:tagLst xmlns:p="http://schemas.openxmlformats.org/presentationml/2006/main">
  <p:tag name="LayoutZOrder" val="26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2.xml><?xml version="1.0" encoding="utf-8"?>
<p:tagLst xmlns:p="http://schemas.openxmlformats.org/presentationml/2006/main">
  <p:tag name="LayoutZOrder" val="27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3.xml><?xml version="1.0" encoding="utf-8"?>
<p:tagLst xmlns:p="http://schemas.openxmlformats.org/presentationml/2006/main">
  <p:tag name="LayoutZOrder" val="2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4.xml><?xml version="1.0" encoding="utf-8"?>
<p:tagLst xmlns:p="http://schemas.openxmlformats.org/presentationml/2006/main">
  <p:tag name="LayoutZOrder" val="2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5.xml><?xml version="1.0" encoding="utf-8"?>
<p:tagLst xmlns:p="http://schemas.openxmlformats.org/presentationml/2006/main">
  <p:tag name="LayoutZOrder" val="30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6.xml><?xml version="1.0" encoding="utf-8"?>
<p:tagLst xmlns:p="http://schemas.openxmlformats.org/presentationml/2006/main">
  <p:tag name="LayoutZOrder" val="3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7.xml><?xml version="1.0" encoding="utf-8"?>
<p:tagLst xmlns:p="http://schemas.openxmlformats.org/presentationml/2006/main">
  <p:tag name="LayoutZOrder" val="3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8.xml><?xml version="1.0" encoding="utf-8"?>
<p:tagLst xmlns:p="http://schemas.openxmlformats.org/presentationml/2006/main">
  <p:tag name="LayoutZOrder" val="33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89.xml><?xml version="1.0" encoding="utf-8"?>
<p:tagLst xmlns:p="http://schemas.openxmlformats.org/presentationml/2006/main">
  <p:tag name="LayoutZOrder" val="34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90.xml><?xml version="1.0" encoding="utf-8"?>
<p:tagLst xmlns:p="http://schemas.openxmlformats.org/presentationml/2006/main">
  <p:tag name="LayoutZOrder" val="3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9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19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0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9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19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1071"/>
  <p:tag name="KSO_WM_TEMPLATE_CATEGORY" val="custom"/>
</p:tagLst>
</file>

<file path=ppt/tags/tag20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3285738de51033a679db30f555c5ec0374664c7"/>
  <p:tag name="KSO_WM_NEWLAYOUT_ID" val="6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0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0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0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0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0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1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1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1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1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1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1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1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df125973510e1f60e96e6661379dcd91c26d53"/>
  <p:tag name="KSO_WM_NEWLAYOUT_ID" val="7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1071"/>
</p:tagLst>
</file>

<file path=ppt/tags/tag22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2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1071"/>
  <p:tag name="KSO_WM_TEMPLATE_CATEGORY" val="custom"/>
  <p:tag name="KSO_WM_TEMPLATE_MASTER_TYPE" val="0"/>
</p:tagLst>
</file>

<file path=ppt/tags/tag227.xml><?xml version="1.0" encoding="utf-8"?>
<p:tagLst xmlns:p="http://schemas.openxmlformats.org/presentationml/2006/main">
  <p:tag name="KSO_WM_AITEMPLATE_STYLE_ID" val="69796634318"/>
</p:tagLst>
</file>

<file path=ppt/tags/tag22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3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1071"/>
  <p:tag name="KSO_WM_TEMPLATE_CATEGORY" val="custom"/>
  <p:tag name="KSO_WM_SLIDE_INDEX" val="1"/>
  <p:tag name="KSO_WM_SLIDE_ID" val="custom40481071_1"/>
  <p:tag name="KSO_WM_TEMPLATE_MASTER_TYPE" val="0"/>
  <p:tag name="KSO_WM_SLIDE_LAYOUT" val="a_f"/>
  <p:tag name="KSO_WM_SLIDE_LAYOUT_CNT" val="1_2"/>
</p:tagLst>
</file>

<file path=ppt/tags/tag23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a882c8e6f0cd69f9fb3797d609f847da8a527e8"/>
  <p:tag name="KSO_WM_NEWLAYOUT_ID" val="5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1071"/>
  <p:tag name="KSO_WM_TEMPLATE_CATEGORY" val="custom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0b656d132bbdcc42afac43133bd16b0ed6bf1f"/>
  <p:tag name="KSO_WM_NEWLAYOUT_GROUP_ID" val="layout_29"/>
  <p:tag name="KSO_WM_NEWLAYOUT_ID" val="slide_71306c912136627e"/>
  <p:tag name="KSO_WM_UNIT_PRESET_TEXT" val="单击此处添加标题"/>
</p:tagLst>
</file>

<file path=ppt/tags/tag233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23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3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43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72">
      <a:dk1>
        <a:srgbClr val="000000"/>
      </a:dk1>
      <a:lt1>
        <a:srgbClr val="FFFFFF"/>
      </a:lt1>
      <a:dk2>
        <a:srgbClr val="17212F"/>
      </a:dk2>
      <a:lt2>
        <a:srgbClr val="F6F8FB"/>
      </a:lt2>
      <a:accent1>
        <a:srgbClr val="46648D"/>
      </a:accent1>
      <a:accent2>
        <a:srgbClr val="EEC681"/>
      </a:accent2>
      <a:accent3>
        <a:srgbClr val="46648D"/>
      </a:accent3>
      <a:accent4>
        <a:srgbClr val="EEC681"/>
      </a:accent4>
      <a:accent5>
        <a:srgbClr val="46648D"/>
      </a:accent5>
      <a:accent6>
        <a:srgbClr val="EEC681"/>
      </a:accent6>
      <a:hlink>
        <a:srgbClr val="0026E5"/>
      </a:hlink>
      <a:folHlink>
        <a:srgbClr val="7E1FAD"/>
      </a:folHlink>
    </a:clrScheme>
    <a:fontScheme name="简约 商务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宽屏</PresentationFormat>
  <Paragraphs>26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思源黑体 CN Medium</vt:lpstr>
      <vt:lpstr>黑体</vt:lpstr>
      <vt:lpstr>MiSans Bold</vt:lpstr>
      <vt:lpstr>MiSans Light</vt:lpstr>
      <vt:lpstr>WPS</vt:lpstr>
      <vt:lpstr>1_Office 主题</vt:lpstr>
      <vt:lpstr>投资估算与资金筹措</vt:lpstr>
      <vt:lpstr>投资估算与资金筹措</vt:lpstr>
      <vt:lpstr>资金筹措方案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KingdomRong</cp:lastModifiedBy>
  <cp:revision>157</cp:revision>
  <dcterms:created xsi:type="dcterms:W3CDTF">2019-06-19T02:08:00Z</dcterms:created>
  <dcterms:modified xsi:type="dcterms:W3CDTF">2025-11-06T08:53:49Z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FA2695F0E6654BF18309BDA023AFB473_11</vt:lpwstr>
  </property>
</Properties>
</file>