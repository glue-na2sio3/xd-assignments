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4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0" r:id="rId12"/>
    <p:sldId id="28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5C539-9A3C-4709-A9B6-1AE8A588B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CEA712-B855-4EB1-AE16-BC0D1892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876D1-435D-426C-8EDF-A698428B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2AE4B-21EC-458C-8889-9311DACC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D7FEE-E395-4265-AA50-458D80F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05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0DA30-6AD8-4B96-A459-1568CF47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2502E-4626-43C8-AAB4-BB92F44ED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E3B89-C30C-4D1A-BF3F-76F97DE6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E1161-9A16-4602-BB0D-1CEE5712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B6755-0BBE-4D52-9EFC-A174387E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39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91296-ED1A-47EE-BC6B-C368A6F9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BE462-1F42-4ADE-A38F-259310A0A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51945-8400-4CBF-9B3A-24718943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D9838-2E33-4451-B8C3-8D350B4D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5DEBB-9E65-4C55-BD18-EE1CDF8B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27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983F7-48FA-4548-A995-F34C4445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366EC-D4F3-47E9-A1E7-2DF239E04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3700C-E159-4AFA-9C4C-55C588BCD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01B1CF-F286-4801-9FDD-CD905037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EC6C8-4E1A-4192-A033-3806A2C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8BF7BC-8AAE-49A1-9C3D-DAC43624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77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7AA76-2125-4DF9-80FA-A82FD27C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C614B0-A8F8-4F3E-8814-4730D9C43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E341D-A467-40DB-A0B0-298FEE400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FDF33B-EE1C-4BA5-BC58-9A723F288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5D856F-BA0C-447C-A501-25C6ADA9A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B5E1FB-1330-4ABE-A18A-74E3DCEE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C689B0-F975-49E4-9D15-44C45A31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AB9CF0-2FB4-4132-AA70-EB63E971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95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BE509-DB2C-498F-9690-4CE92B5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C8C0AC-D778-4860-AB42-2B87EF26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2776F6-725E-4B0B-8421-5A89364F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C65824-4DFB-4EBF-B722-E3ADDD57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4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B05F89-B3F4-4FFA-AAAF-439FA1FD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9DD546-C46A-4F2C-AE8A-FD899057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42692-D532-4082-B7BF-7F69FA16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3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5FC32-37C8-4799-A586-51798C7E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BFFD6-2D1B-4317-9EF0-D44F74C0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64B3C6-0751-41AD-B3E1-FCFFC9972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59F41-C8D6-4141-878B-48F4E90A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41A6D-6E57-44BA-9895-D212688A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A6CA07-622E-4D54-8317-80FA5191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7D16C-8D14-4BA5-958C-4BB29730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F464E6-6ED5-41B4-BE49-245287874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243AD-0C0D-4B7E-B391-28236C13B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87679B-6EF5-468C-BC61-082FDC7D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F9576-097C-4209-9A69-5F9E1F5F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FFB68F-D53C-428A-9018-38217839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6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83B7C-A51D-446B-A48A-3715FE0F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6AD551-D203-4CCC-A63A-2A16EB37A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2EDF6-3FE8-4C70-9F1F-54B9A88E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BF9C1-5E9B-4003-A230-EA40FA9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70A02-C47F-48D0-A098-EF4C3C3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57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6BAA2D-AF50-447E-8740-A54701F4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76738F-0B2E-4CC4-980B-829D7A3E4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7F07F-FFB6-4316-860D-98A22E25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CEEA0-3781-48DF-8233-E5D2BE5B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ECF36-850E-4FC9-B9B6-CDEFF6A2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6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9FC5BD-8F63-45A3-99EA-D9540D31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A757B4-684B-403D-9FCB-53E4E518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3C0BF-B57C-47AE-8A82-1517492E2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0ECA8-3C9E-4242-88A0-201D1AEE55E8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A631C-F89E-4CF4-8960-C03CF1F77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38D8E-BA57-4143-8D3F-5F0FA3630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9D5CF-1055-4650-A533-D1DC75A9F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63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1">
            <a:extLst>
              <a:ext uri="{FF2B5EF4-FFF2-40B4-BE49-F238E27FC236}">
                <a16:creationId xmlns:a16="http://schemas.microsoft.com/office/drawing/2014/main" id="{730A347F-BD12-4699-B9DB-19D2D80E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A397505-187F-4A69-94FC-164891724C0D}"/>
              </a:ext>
            </a:extLst>
          </p:cNvPr>
          <p:cNvSpPr/>
          <p:nvPr/>
        </p:nvSpPr>
        <p:spPr>
          <a:xfrm>
            <a:off x="3196007" y="3133534"/>
            <a:ext cx="5799986" cy="590931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实验六 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74LS273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B9921-6F12-4733-B13E-B2D0B8FA5537}"/>
              </a:ext>
            </a:extLst>
          </p:cNvPr>
          <p:cNvSpPr/>
          <p:nvPr/>
        </p:nvSpPr>
        <p:spPr>
          <a:xfrm>
            <a:off x="1952077" y="1527500"/>
            <a:ext cx="82878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2022-2023</a:t>
            </a:r>
            <a:r>
              <a:rPr lang="zh-CN" altLang="en-US" sz="4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学年微机系统综合实验</a:t>
            </a:r>
          </a:p>
        </p:txBody>
      </p:sp>
    </p:spTree>
    <p:extLst>
      <p:ext uri="{BB962C8B-B14F-4D97-AF65-F5344CB8AC3E}">
        <p14:creationId xmlns:p14="http://schemas.microsoft.com/office/powerpoint/2010/main" val="160637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实验六 </a:t>
            </a:r>
            <a:r>
              <a:rPr lang="en-US" altLang="zh-CN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扩展</a:t>
            </a:r>
            <a:r>
              <a:rPr lang="en-US" altLang="zh-CN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zh-CN" altLang="en-US" sz="3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E62D1-DD0F-444D-A51A-6EAFF6107552}"/>
              </a:ext>
            </a:extLst>
          </p:cNvPr>
          <p:cNvSpPr/>
          <p:nvPr/>
        </p:nvSpPr>
        <p:spPr>
          <a:xfrm>
            <a:off x="746235" y="1101727"/>
            <a:ext cx="10704085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0"/>
              </a:spcAft>
              <a:buFont typeface="+mj-ea"/>
              <a:buAutoNum type="ea1JpnChsDbPeriod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实验要求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控制：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口，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编写程序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个单色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端口号为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168H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设计一七段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数码管显示电路，编写程序，实现在数码管从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0-9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的循环显示（间隔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秒）。（可使用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74LS47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的显示译码）思考：如果要求循环速度可调，即显示间隔可变，系统设计应做什么样的变化。</a:t>
            </a:r>
          </a:p>
          <a:p>
            <a:pPr marL="571500" lvl="0" indent="-571500" algn="just">
              <a:spcAft>
                <a:spcPts val="0"/>
              </a:spcAft>
              <a:buFont typeface="+mj-ea"/>
              <a:buAutoNum type="ea1JpnChsDbPeriod" startAt="2"/>
            </a:pPr>
            <a:r>
              <a:rPr lang="zh-CN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实验目的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学习简单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接口的方法。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的使用方法。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学习编制数据向外设输出的程序。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数码管的显示方法。</a:t>
            </a:r>
          </a:p>
        </p:txBody>
      </p:sp>
    </p:spTree>
    <p:extLst>
      <p:ext uri="{BB962C8B-B14F-4D97-AF65-F5344CB8AC3E}">
        <p14:creationId xmlns:p14="http://schemas.microsoft.com/office/powerpoint/2010/main" val="98990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LED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8119B1-93DE-4DC4-B369-414DB8FA90A6}"/>
              </a:ext>
            </a:extLst>
          </p:cNvPr>
          <p:cNvSpPr/>
          <p:nvPr/>
        </p:nvSpPr>
        <p:spPr>
          <a:xfrm>
            <a:off x="399096" y="1670227"/>
            <a:ext cx="11406824" cy="183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20000"/>
              </a:lnSpc>
              <a:buFont typeface="+mj-ea"/>
              <a:buAutoNum type="circleNumDbPlain"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为锁存器，可以作为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数据寄存器保存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与外设之间的传送数据。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D0-D7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是数据输入端口，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Q0-Q7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是数据输出端口，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个数据输出可以分别连接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个单色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灯。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通过控制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D0-D7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从而达到控制锁存数据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Q0-Q7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输出的目的。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输出与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状态的关系见表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的编号见图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741AC2-27DD-4907-B9EA-6E825286535D}"/>
              </a:ext>
            </a:extLst>
          </p:cNvPr>
          <p:cNvSpPr/>
          <p:nvPr/>
        </p:nvSpPr>
        <p:spPr>
          <a:xfrm>
            <a:off x="514584" y="4050404"/>
            <a:ext cx="8028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CPU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输出与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状态对应表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img-blog.csdnimg.cn/20210125123932666.png?x-oss-process=image/watermark,type_ZmFuZ3poZW5naGVpdGk,shadow_10,text_aHR0cHM6Ly9ibG9nLmNzZG4ubmV0L3FxXzQ3OTEyMDcy,size_16,color_FFFFFF,t_70">
            <a:extLst>
              <a:ext uri="{FF2B5EF4-FFF2-40B4-BE49-F238E27FC236}">
                <a16:creationId xmlns:a16="http://schemas.microsoft.com/office/drawing/2014/main" id="{659C54CB-ECF7-4C7A-832B-418D2CA1F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466" y="3683516"/>
            <a:ext cx="646747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11847F-E6F1-42DF-8D11-58DCBBB24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87" y="3683516"/>
            <a:ext cx="3567113" cy="279856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D7E96BA-B110-41EC-8419-59B39904B970}"/>
              </a:ext>
            </a:extLst>
          </p:cNvPr>
          <p:cNvSpPr/>
          <p:nvPr/>
        </p:nvSpPr>
        <p:spPr>
          <a:xfrm>
            <a:off x="8817339" y="6476355"/>
            <a:ext cx="1861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图</a:t>
            </a:r>
            <a:r>
              <a:rPr lang="en-US" altLang="zh-CN" b="0" i="0" dirty="0">
                <a:effectLst/>
                <a:latin typeface="-apple-system"/>
              </a:rPr>
              <a:t>1 LED</a:t>
            </a:r>
            <a:r>
              <a:rPr lang="zh-CN" altLang="en-US" b="0" i="0" dirty="0">
                <a:effectLst/>
                <a:latin typeface="-apple-system"/>
              </a:rPr>
              <a:t>灯电路图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897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LED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56BEF1-E5AC-4049-B23D-9DFA096BA3D0}"/>
              </a:ext>
            </a:extLst>
          </p:cNvPr>
          <p:cNvSpPr/>
          <p:nvPr/>
        </p:nvSpPr>
        <p:spPr>
          <a:xfrm>
            <a:off x="399096" y="1741347"/>
            <a:ext cx="1140682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20000"/>
              </a:lnSpc>
              <a:buFont typeface="+mj-ea"/>
              <a:buAutoNum type="circleNumDbPlain" startAt="2"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端口号为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0168H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，当地址线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A15-A0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0000 0001 0110 1000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时选中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，此时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D0-D7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数据线上数据便可以输出。译码电路的作用就是当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A15-A0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根地址线中的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A3,A5,A6,A8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，其余为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时，允许数据输出。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+mj-ea"/>
              <a:buAutoNum type="circleNumDbPlain" startAt="2"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灯采用共阳极接法，阳极通过电阻后接电源，阴极需要给低电平才能够导通，这就对应了表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中的数据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Q0-Q7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输出。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灯接法见图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+mj-ea"/>
              <a:buAutoNum type="circleNumDbPlain" startAt="2"/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对于延时问题，采用程序循环方式实现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             MOV CX,0E000H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             LOOP $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  LOOP $ 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的作用是一直执行当前指令（即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指令），可以用来延时。每执行一次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自动减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7814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LED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1AFE91-1EA9-4EE2-83E6-BCB688A844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7" t="7976" r="5250" b="10092"/>
          <a:stretch/>
        </p:blipFill>
        <p:spPr>
          <a:xfrm>
            <a:off x="0" y="711201"/>
            <a:ext cx="12192000" cy="61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0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LED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581A16-CCCE-4ED6-9444-1C338E680BD0}"/>
              </a:ext>
            </a:extLst>
          </p:cNvPr>
          <p:cNvSpPr/>
          <p:nvPr/>
        </p:nvSpPr>
        <p:spPr>
          <a:xfrm>
            <a:off x="1769110" y="2409567"/>
            <a:ext cx="8653780" cy="4355346"/>
          </a:xfrm>
          <a:prstGeom prst="rect">
            <a:avLst/>
          </a:prstGeom>
        </p:spPr>
        <p:txBody>
          <a:bodyPr wrap="square" numCol="3">
            <a:noAutofit/>
          </a:bodyPr>
          <a:lstStyle/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IO0 EQU 0168H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CS:CODE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DX,IO0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AL,0FEH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AL,0FDH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AL,0FBH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AL,0F7H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AL,0EFH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AL,0DFH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 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AL,0BFH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  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AL,07FH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   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START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START</a:t>
            </a:r>
          </a:p>
        </p:txBody>
      </p:sp>
    </p:spTree>
    <p:extLst>
      <p:ext uri="{BB962C8B-B14F-4D97-AF65-F5344CB8AC3E}">
        <p14:creationId xmlns:p14="http://schemas.microsoft.com/office/powerpoint/2010/main" val="3689487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LED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灯控制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实验现象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060385-4628-4F68-AACC-834CFE413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2" y="2442527"/>
            <a:ext cx="96678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0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AAD1A8-6F45-4007-B39A-0CC790ABA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49"/>
          <a:stretch/>
        </p:blipFill>
        <p:spPr>
          <a:xfrm>
            <a:off x="2643138" y="4257040"/>
            <a:ext cx="6905724" cy="25251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C66A006-ADA6-45D5-A91B-36994622415C}"/>
              </a:ext>
            </a:extLst>
          </p:cNvPr>
          <p:cNvSpPr/>
          <p:nvPr/>
        </p:nvSpPr>
        <p:spPr>
          <a:xfrm>
            <a:off x="482600" y="1739047"/>
            <a:ext cx="11226800" cy="2720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同第一部分，采用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做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接口数据锁存器，默认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接口地址为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0168H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+mj-ea"/>
              <a:buAutoNum type="circleNumDbPlain"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74LS47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的功能是将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码数字直接转化成七段数码块中的数字。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74LS47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引脚见图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，七段数码管见图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。向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74LS47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DCBA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四个端口输入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0-9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的二进制数，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QA-QG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对应的输出见表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，默认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为无效状态。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数码管采用共阳极接法，当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a-g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对应输入端口输入低电平时，对应的数码管亮。反之，输入为高电平时，对应的数码管熄灭。</a:t>
            </a:r>
          </a:p>
        </p:txBody>
      </p:sp>
    </p:spTree>
    <p:extLst>
      <p:ext uri="{BB962C8B-B14F-4D97-AF65-F5344CB8AC3E}">
        <p14:creationId xmlns:p14="http://schemas.microsoft.com/office/powerpoint/2010/main" val="51856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原理分析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66A006-ADA6-45D5-A91B-36994622415C}"/>
              </a:ext>
            </a:extLst>
          </p:cNvPr>
          <p:cNvSpPr/>
          <p:nvPr/>
        </p:nvSpPr>
        <p:spPr>
          <a:xfrm>
            <a:off x="513080" y="1739047"/>
            <a:ext cx="11165840" cy="31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20000"/>
              </a:lnSpc>
              <a:buFont typeface="+mj-ea"/>
              <a:buAutoNum type="circleNumDbPlain" startAt="4"/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74LS273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Q3-Q0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分别连接到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74LS47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DCBA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74LS47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QA-QG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分别连接数码管。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Q3-Q0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0000B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1001B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变化，数码管上就可以显示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0-9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的数字。那么，通过控制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的值，从而控制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D0-D7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09H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变化，即可完成题目要求。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20000"/>
              </a:lnSpc>
              <a:buFont typeface="+mj-ea"/>
              <a:buAutoNum type="circleNumDbPlain" startAt="4"/>
            </a:pP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显示间隔采用控制程序循环次数实现，即通过改变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的值，从而改变显示间隔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   MOV CX,0E000H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   LOOP $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504436-38AF-44DF-858D-47EADE0B4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285" y="3686896"/>
            <a:ext cx="5822315" cy="302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14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电路原理图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135E8B-8F91-4B77-B271-E5EF94A6E1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2" t="3260" r="4559"/>
          <a:stretch/>
        </p:blipFill>
        <p:spPr>
          <a:xfrm>
            <a:off x="447040" y="0"/>
            <a:ext cx="1129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15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汇编代码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2978C9-1B61-4563-B395-086A04C67984}"/>
              </a:ext>
            </a:extLst>
          </p:cNvPr>
          <p:cNvSpPr/>
          <p:nvPr/>
        </p:nvSpPr>
        <p:spPr>
          <a:xfrm>
            <a:off x="269240" y="1808479"/>
            <a:ext cx="11653520" cy="4795521"/>
          </a:xfrm>
          <a:prstGeom prst="rect">
            <a:avLst/>
          </a:prstGeom>
        </p:spPr>
        <p:txBody>
          <a:bodyPr wrap="square" numCol="3">
            <a:noAutofit/>
          </a:bodyPr>
          <a:lstStyle/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IO0 EQU 0168H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ASSUME CS:CODE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DX,IO0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AL,00H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AL,01H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AL,02H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AL,03H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AL,04H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AL,05H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AL,06H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AL,07H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AL,08H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	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AL,09H    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 DX,AL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CX,0E000H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LOOP $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START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ENDLESS: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JMP ENDLESS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ENDS</a:t>
            </a:r>
          </a:p>
          <a:p>
            <a:pPr eaLnBrk="0" hangingPunct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START</a:t>
            </a:r>
          </a:p>
        </p:txBody>
      </p:sp>
    </p:spTree>
    <p:extLst>
      <p:ext uri="{BB962C8B-B14F-4D97-AF65-F5344CB8AC3E}">
        <p14:creationId xmlns:p14="http://schemas.microsoft.com/office/powerpoint/2010/main" val="796887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E46456-E40C-45B7-A0BC-786CEAD8D5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53"/>
          <a:stretch/>
        </p:blipFill>
        <p:spPr>
          <a:xfrm>
            <a:off x="0" y="0"/>
            <a:ext cx="12192000" cy="1137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106569-C07D-4239-9712-B63A99B1BD36}"/>
              </a:ext>
            </a:extLst>
          </p:cNvPr>
          <p:cNvSpPr/>
          <p:nvPr/>
        </p:nvSpPr>
        <p:spPr>
          <a:xfrm>
            <a:off x="5242560" y="145534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数码管显示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5060F-3B5D-4CC7-AE81-8D7D7B2C98B4}"/>
              </a:ext>
            </a:extLst>
          </p:cNvPr>
          <p:cNvSpPr/>
          <p:nvPr/>
        </p:nvSpPr>
        <p:spPr>
          <a:xfrm>
            <a:off x="399096" y="1130675"/>
            <a:ext cx="356700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实验现象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B2D68D7-DD86-47C2-91CB-78909D39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130675"/>
            <a:ext cx="6477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58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numCol="3">
        <a:spAutoFit/>
      </a:bodyPr>
      <a:lstStyle>
        <a:defPPr algn="l">
          <a:defRPr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1140</Words>
  <Application>Microsoft Office PowerPoint</Application>
  <PresentationFormat>宽屏</PresentationFormat>
  <Paragraphs>137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-apple-system</vt:lpstr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XD</dc:creator>
  <cp:lastModifiedBy>XD</cp:lastModifiedBy>
  <cp:revision>15</cp:revision>
  <dcterms:created xsi:type="dcterms:W3CDTF">2022-05-17T23:57:41Z</dcterms:created>
  <dcterms:modified xsi:type="dcterms:W3CDTF">2023-05-17T06:11:32Z</dcterms:modified>
</cp:coreProperties>
</file>