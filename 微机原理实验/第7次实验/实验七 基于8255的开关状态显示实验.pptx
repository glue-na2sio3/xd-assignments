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4" r:id="rId4"/>
    <p:sldId id="274" r:id="rId5"/>
    <p:sldId id="284" r:id="rId6"/>
    <p:sldId id="275" r:id="rId7"/>
    <p:sldId id="276" r:id="rId8"/>
    <p:sldId id="277" r:id="rId9"/>
    <p:sldId id="278" r:id="rId10"/>
    <p:sldId id="279" r:id="rId11"/>
    <p:sldId id="285" r:id="rId12"/>
    <p:sldId id="281" r:id="rId13"/>
    <p:sldId id="286" r:id="rId14"/>
    <p:sldId id="280" r:id="rId15"/>
    <p:sldId id="28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5C539-9A3C-4709-A9B6-1AE8A588B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CEA712-B855-4EB1-AE16-BC0D1892C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876D1-435D-426C-8EDF-A698428B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2AE4B-21EC-458C-8889-9311DACC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6D7FEE-E395-4265-AA50-458D80F2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05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0DA30-6AD8-4B96-A459-1568CF47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2502E-4626-43C8-AAB4-BB92F44ED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E3B89-C30C-4D1A-BF3F-76F97DE6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E1161-9A16-4602-BB0D-1CEE5712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8B6755-0BBE-4D52-9EFC-A174387E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39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91296-ED1A-47EE-BC6B-C368A6F9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BE462-1F42-4ADE-A38F-259310A0A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51945-8400-4CBF-9B3A-24718943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D9838-2E33-4451-B8C3-8D350B4D1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5DEBB-9E65-4C55-BD18-EE1CDF8B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27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983F7-48FA-4548-A995-F34C4445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E366EC-D4F3-47E9-A1E7-2DF239E04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C3700C-E159-4AFA-9C4C-55C588BCD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01B1CF-F286-4801-9FDD-CD905037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EC6C8-4E1A-4192-A033-3806A2C5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8BF7BC-8AAE-49A1-9C3D-DAC43624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77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7AA76-2125-4DF9-80FA-A82FD27C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C614B0-A8F8-4F3E-8814-4730D9C43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FE341D-A467-40DB-A0B0-298FEE400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FDF33B-EE1C-4BA5-BC58-9A723F288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5D856F-BA0C-447C-A501-25C6ADA9A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B5E1FB-1330-4ABE-A18A-74E3DCEE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C689B0-F975-49E4-9D15-44C45A31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AB9CF0-2FB4-4132-AA70-EB63E971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95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BE509-DB2C-498F-9690-4CE92B5E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C8C0AC-D778-4860-AB42-2B87EF26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2776F6-725E-4B0B-8421-5A89364F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C65824-4DFB-4EBF-B722-E3ADDD57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84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B05F89-B3F4-4FFA-AAAF-439FA1FD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9DD546-C46A-4F2C-AE8A-FD899057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C42692-D532-4082-B7BF-7F69FA16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3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5FC32-37C8-4799-A586-51798C7E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BFFD6-2D1B-4317-9EF0-D44F74C0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64B3C6-0751-41AD-B3E1-FCFFC9972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59F41-C8D6-4141-878B-48F4E90A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141A6D-6E57-44BA-9895-D212688A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A6CA07-622E-4D54-8317-80FA5191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7D16C-8D14-4BA5-958C-4BB29730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F464E6-6ED5-41B4-BE49-245287874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B243AD-0C0D-4B7E-B391-28236C13B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87679B-6EF5-468C-BC61-082FDC7D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CF9576-097C-4209-9A69-5F9E1F5F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FFB68F-D53C-428A-9018-38217839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6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83B7C-A51D-446B-A48A-3715FE0FB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6AD551-D203-4CCC-A63A-2A16EB37A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D2EDF6-3FE8-4C70-9F1F-54B9A88E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4BF9C1-5E9B-4003-A230-EA40FA9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70A02-C47F-48D0-A098-EF4C3C37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579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6BAA2D-AF50-447E-8740-A54701F4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76738F-0B2E-4CC4-980B-829D7A3E4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7F07F-FFB6-4316-860D-98A22E25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CEEA0-3781-48DF-8233-E5D2BE5B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ECF36-850E-4FC9-B9B6-CDEFF6A2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16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9FC5BD-8F63-45A3-99EA-D9540D31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A757B4-684B-403D-9FCB-53E4E518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3C0BF-B57C-47AE-8A82-1517492E2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0ECA8-3C9E-4242-88A0-201D1AEE55E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A631C-F89E-4CF4-8960-C03CF1F77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38D8E-BA57-4143-8D3F-5F0FA3630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63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1">
            <a:extLst>
              <a:ext uri="{FF2B5EF4-FFF2-40B4-BE49-F238E27FC236}">
                <a16:creationId xmlns:a16="http://schemas.microsoft.com/office/drawing/2014/main" id="{730A347F-BD12-4699-B9DB-19D2D80E2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87CE3D6-E990-45D8-B1BD-F92EA14EAC7D}"/>
              </a:ext>
            </a:extLst>
          </p:cNvPr>
          <p:cNvSpPr/>
          <p:nvPr/>
        </p:nvSpPr>
        <p:spPr>
          <a:xfrm>
            <a:off x="2241419" y="3189520"/>
            <a:ext cx="7709162" cy="590931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实验七 基于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8255</a:t>
            </a: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的开关状态显示实验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E679AE-B52E-48A3-8742-23B886F7A3EA}"/>
              </a:ext>
            </a:extLst>
          </p:cNvPr>
          <p:cNvSpPr/>
          <p:nvPr/>
        </p:nvSpPr>
        <p:spPr>
          <a:xfrm>
            <a:off x="1952077" y="1527500"/>
            <a:ext cx="82878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2022-2023</a:t>
            </a:r>
            <a:r>
              <a:rPr lang="zh-CN" altLang="en-US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学年微机系统综合实验</a:t>
            </a:r>
          </a:p>
        </p:txBody>
      </p:sp>
    </p:spTree>
    <p:extLst>
      <p:ext uri="{BB962C8B-B14F-4D97-AF65-F5344CB8AC3E}">
        <p14:creationId xmlns:p14="http://schemas.microsoft.com/office/powerpoint/2010/main" val="1606375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3749040" y="145534"/>
            <a:ext cx="8442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实验七  基于</a:t>
            </a:r>
            <a:r>
              <a:rPr lang="en-US" altLang="zh-CN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的开关状态显示实验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DE62D1-DD0F-444D-A51A-6EAFF6107552}"/>
              </a:ext>
            </a:extLst>
          </p:cNvPr>
          <p:cNvSpPr/>
          <p:nvPr/>
        </p:nvSpPr>
        <p:spPr>
          <a:xfrm>
            <a:off x="615819" y="1172847"/>
            <a:ext cx="10960362" cy="452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30000"/>
              </a:lnSpc>
              <a:spcAft>
                <a:spcPts val="0"/>
              </a:spcAft>
              <a:buFont typeface="+mj-ea"/>
              <a:buAutoNum type="ea1JpnChsDbPeriod"/>
            </a:pPr>
            <a:r>
              <a:rPr lang="zh-CN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实验要求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二极管控制：设定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口为开关量输入，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口为开关量输出，要求能随时将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口的开关状态通过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口的发光二极管显示出来。</a:t>
            </a: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电子秒表实现：用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实现一电子秒表，计时范围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0-99.99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秒，应具有“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START”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，“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STOP”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，“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CLEAR”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三个按键，分别完成开始，停止，清零功能。</a:t>
            </a:r>
          </a:p>
          <a:p>
            <a:pPr marL="571500" lvl="0" indent="-571500" algn="just">
              <a:lnSpc>
                <a:spcPct val="130000"/>
              </a:lnSpc>
              <a:spcAft>
                <a:spcPts val="0"/>
              </a:spcAft>
              <a:buFont typeface="+mj-ea"/>
              <a:buAutoNum type="ea1JpnChsDbPeriod" startAt="2"/>
            </a:pPr>
            <a:r>
              <a:rPr lang="zh-CN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实验目的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学习使用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各个口的不同工作方式。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90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二极管控制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8119B1-93DE-4DC4-B369-414DB8FA90A6}"/>
              </a:ext>
            </a:extLst>
          </p:cNvPr>
          <p:cNvSpPr/>
          <p:nvPr/>
        </p:nvSpPr>
        <p:spPr>
          <a:xfrm>
            <a:off x="922180" y="1704637"/>
            <a:ext cx="4518344" cy="50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9B877A-E512-4589-99B5-A714C65E0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96" y="2174981"/>
            <a:ext cx="8420100" cy="3886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217C6F6-C85F-4937-9F66-1A8A9DD423DE}"/>
              </a:ext>
            </a:extLst>
          </p:cNvPr>
          <p:cNvSpPr/>
          <p:nvPr/>
        </p:nvSpPr>
        <p:spPr>
          <a:xfrm>
            <a:off x="3034904" y="6196603"/>
            <a:ext cx="2207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1 8255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芯片引脚图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F71B6C-22E1-4B57-8EF8-6533EA5D40C5}"/>
              </a:ext>
            </a:extLst>
          </p:cNvPr>
          <p:cNvSpPr/>
          <p:nvPr/>
        </p:nvSpPr>
        <p:spPr>
          <a:xfrm>
            <a:off x="8970009" y="2453288"/>
            <a:ext cx="2896871" cy="3158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的读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写操作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是通过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CS,A1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三个引脚的状态来识别的，通过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信号控制的。</a:t>
            </a:r>
          </a:p>
        </p:txBody>
      </p:sp>
    </p:spTree>
    <p:extLst>
      <p:ext uri="{BB962C8B-B14F-4D97-AF65-F5344CB8AC3E}">
        <p14:creationId xmlns:p14="http://schemas.microsoft.com/office/powerpoint/2010/main" val="360897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6D739C-3884-4CD4-828B-46E2EDEF9B53}"/>
              </a:ext>
            </a:extLst>
          </p:cNvPr>
          <p:cNvSpPr/>
          <p:nvPr/>
        </p:nvSpPr>
        <p:spPr>
          <a:xfrm>
            <a:off x="5196555" y="1739047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1 8255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的寻址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A76D7D-D62E-45F1-A425-F6A04B0A1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437" y="2143125"/>
            <a:ext cx="9001125" cy="2571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E751029-CDA7-4CC6-8210-6218D4F6CE0C}"/>
              </a:ext>
            </a:extLst>
          </p:cNvPr>
          <p:cNvSpPr/>
          <p:nvPr/>
        </p:nvSpPr>
        <p:spPr>
          <a:xfrm>
            <a:off x="934719" y="5174802"/>
            <a:ext cx="10322560" cy="10905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8255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有三种基本工作方式，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组可采用方式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到方式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组只能采用方式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和方式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，这是由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的方式控制寄存器控制。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204255-14DE-413F-981A-C6098C940BA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二极管控制</a:t>
            </a:r>
          </a:p>
        </p:txBody>
      </p:sp>
    </p:spTree>
    <p:extLst>
      <p:ext uri="{BB962C8B-B14F-4D97-AF65-F5344CB8AC3E}">
        <p14:creationId xmlns:p14="http://schemas.microsoft.com/office/powerpoint/2010/main" val="307814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00791-5286-4489-A3B9-93F22B840987}"/>
              </a:ext>
            </a:extLst>
          </p:cNvPr>
          <p:cNvSpPr/>
          <p:nvPr/>
        </p:nvSpPr>
        <p:spPr>
          <a:xfrm>
            <a:off x="552608" y="1739047"/>
            <a:ext cx="11086784" cy="49103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假设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的端口地址为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0200H(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0202H(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0204H(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0206H(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地址线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地址线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。  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0000"/>
              </a:lnSpc>
              <a:buAutoNum type="alphaLcParenR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A0=1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，当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D0-D7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1001 0000B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90H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时，控制方式为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r>
              <a:rPr lang="zh-CN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工作方式</a:t>
            </a: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，表示基本的输入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输出操作。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口表示输入，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口表示输出。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0000"/>
              </a:lnSpc>
              <a:buAutoNum type="alphaLcParenR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A1=0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A0=0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，选中端口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，接受输入，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D0-D7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端口输入值。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0000"/>
              </a:lnSpc>
              <a:buAutoNum type="alphaLcParenR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A0=0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，选中端口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D0—D7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的值将在端口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不断改变输出的地址，以便达到将端口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读入数据输出到端口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的目的。由于发光二极管采用共阳极接法，故将端口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读入数据取反后输出到端口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179E23-032A-44AD-8D46-6F76D9381802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二极管控制</a:t>
            </a:r>
          </a:p>
        </p:txBody>
      </p:sp>
    </p:spTree>
    <p:extLst>
      <p:ext uri="{BB962C8B-B14F-4D97-AF65-F5344CB8AC3E}">
        <p14:creationId xmlns:p14="http://schemas.microsoft.com/office/powerpoint/2010/main" val="142543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38F4489-FA74-45AA-99C3-03674EF8779C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二极管控制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电路原理图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img-blog.csdnimg.cn/20210129104006257.png?x-oss-process=image/watermark,type_ZmFuZ3poZW5naGVpdGk,shadow_10,text_aHR0cHM6Ly9ibG9nLmNzZG4ubmV0L3FxXzQ3OTEyMDcy,size_16,color_FFFFFF,t_70">
            <a:extLst>
              <a:ext uri="{FF2B5EF4-FFF2-40B4-BE49-F238E27FC236}">
                <a16:creationId xmlns:a16="http://schemas.microsoft.com/office/drawing/2014/main" id="{7BD9BAE1-C1B0-4533-8DAD-67375DAA8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181" y="0"/>
            <a:ext cx="9799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00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汇编代码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581A16-CCCE-4ED6-9444-1C338E680BD0}"/>
              </a:ext>
            </a:extLst>
          </p:cNvPr>
          <p:cNvSpPr/>
          <p:nvPr/>
        </p:nvSpPr>
        <p:spPr>
          <a:xfrm>
            <a:off x="2304516" y="2357120"/>
            <a:ext cx="9653803" cy="4355346"/>
          </a:xfrm>
          <a:prstGeom prst="rect">
            <a:avLst/>
          </a:prstGeom>
        </p:spPr>
        <p:txBody>
          <a:bodyPr wrap="square" numCol="2">
            <a:noAutofit/>
          </a:bodyPr>
          <a:lstStyle/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ASSUME CS:CODE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       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MOV AL,90H 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</a:p>
          <a:p>
            <a:pPr eaLnBrk="0" hangingPunct="0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DX,206H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OUT DX,AL   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   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MOV AL, 0H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MOV DX, 200H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 AL, DX 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</a:t>
            </a:r>
          </a:p>
          <a:p>
            <a:pPr eaLnBrk="0" hangingPunct="0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   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MOV DX, 204H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OUT DX, AL 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</a:p>
          <a:p>
            <a:pPr eaLnBrk="0" hangingPunct="0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JMP RUN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ENDS</a:t>
            </a:r>
          </a:p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START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A4DCD9-5927-458F-8A41-2EA3187095D2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二极管控制</a:t>
            </a:r>
          </a:p>
        </p:txBody>
      </p:sp>
    </p:spTree>
    <p:extLst>
      <p:ext uri="{BB962C8B-B14F-4D97-AF65-F5344CB8AC3E}">
        <p14:creationId xmlns:p14="http://schemas.microsoft.com/office/powerpoint/2010/main" val="3689487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实验现象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img-blog.csdnimg.cn/20210129104154180.png?x-oss-process=image/watermark,type_ZmFuZ3poZW5naGVpdGk,shadow_10,text_aHR0cHM6Ly9ibG9nLmNzZG4ubmV0L3FxXzQ3OTEyMDcy,size_16,color_FFFFFF,t_70">
            <a:extLst>
              <a:ext uri="{FF2B5EF4-FFF2-40B4-BE49-F238E27FC236}">
                <a16:creationId xmlns:a16="http://schemas.microsoft.com/office/drawing/2014/main" id="{D6454013-30F4-466A-A3A6-CC39555CA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871345"/>
            <a:ext cx="10160000" cy="432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C1C477A-03DB-4851-B890-BD69A8CDF5FA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二极管控制</a:t>
            </a:r>
          </a:p>
        </p:txBody>
      </p:sp>
    </p:spTree>
    <p:extLst>
      <p:ext uri="{BB962C8B-B14F-4D97-AF65-F5344CB8AC3E}">
        <p14:creationId xmlns:p14="http://schemas.microsoft.com/office/powerpoint/2010/main" val="306130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电子秒表实现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1023C8-FE82-4D0B-8EEA-B47DE0A90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2" y="1631632"/>
            <a:ext cx="1012507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61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66A006-ADA6-45D5-A91B-36994622415C}"/>
              </a:ext>
            </a:extLst>
          </p:cNvPr>
          <p:cNvSpPr/>
          <p:nvPr/>
        </p:nvSpPr>
        <p:spPr>
          <a:xfrm>
            <a:off x="513080" y="1739047"/>
            <a:ext cx="11165840" cy="4679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假设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的端口地址为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0200H(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0202H(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0204H(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0206H(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控制端口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地址线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地址线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初始化：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A0=1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，当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D0—D7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1001B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89H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时，控制方式为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组工作方式为方式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组为方式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，表示基本的输入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输出操作。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口表示输出，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口表示输出，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口表示输入。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设置端口地址为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0202H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，即选中端口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时，准备输出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AL=40H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，数字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在端口地址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0200H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，依次输出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AL=0001B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0010B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0100B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1000B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数码管。在端口地址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0202H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，依次输出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的数字。每一次四个数码管显示结束，都需要判断是否出现进位。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判断按键状态：设置端口地址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0204H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，读入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端口的数据，从而判断此时按键的状态。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通过判断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端口的数据，当输入为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0000 0110 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时，表示暂停。此时显示当前计时即可。当检测到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端口输入为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0000 0101 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时，表示继续计时。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端口输入为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0000 0011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时，数码管上的数字全部清零，重新开始计时。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0C537C-E5F8-4655-9CA9-78D1445BC72B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电子秒表实现</a:t>
            </a:r>
          </a:p>
        </p:txBody>
      </p:sp>
    </p:spTree>
    <p:extLst>
      <p:ext uri="{BB962C8B-B14F-4D97-AF65-F5344CB8AC3E}">
        <p14:creationId xmlns:p14="http://schemas.microsoft.com/office/powerpoint/2010/main" val="2827814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电子秒表实现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0721114-E9FC-4F1F-9625-9884ECA88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124075"/>
            <a:ext cx="1055370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35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电路原理图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CB7144-4520-4006-BF0F-30EFA7C21574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电子秒表实现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235D4D-A193-4D92-9CE6-58455E648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127" y="0"/>
            <a:ext cx="9849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15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汇编代码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CB7144-4520-4006-BF0F-30EFA7C21574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电子秒表实现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046CF6-E1E8-423D-88F7-DAABF19D0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228" y="0"/>
            <a:ext cx="8163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74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汇编代码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2978C9-1B61-4563-B395-086A04C67984}"/>
              </a:ext>
            </a:extLst>
          </p:cNvPr>
          <p:cNvSpPr/>
          <p:nvPr/>
        </p:nvSpPr>
        <p:spPr>
          <a:xfrm>
            <a:off x="246993" y="957567"/>
            <a:ext cx="11698014" cy="5830375"/>
          </a:xfrm>
          <a:prstGeom prst="rect">
            <a:avLst/>
          </a:prstGeom>
        </p:spPr>
        <p:txBody>
          <a:bodyPr wrap="square" numCol="5">
            <a:noAutofit/>
          </a:bodyPr>
          <a:lstStyle/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SEGMENT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NUMBER DB 40H,79H,24H,30H,19H,12H,02H,78H,00H,10H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MIN1 DB 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MIN2 DB 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SEC1 DB 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SEC2 DB 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CIR DW 800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ENDS</a:t>
            </a:r>
          </a:p>
          <a:p>
            <a:pPr eaLnBrk="0" hangingPunct="0"/>
            <a:endParaRPr lang="en-US" altLang="zh-C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ASSUME CS:CODE,DS:DATA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AX, DATA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DS, AX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89H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206H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;A,B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输出，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BX, 0H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LEA SI, NUMBER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00000001B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选中第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BL, SEC2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SEC2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[SI+BX]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202H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 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 CIR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S4: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S4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00000010B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选中第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BL, SEC1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[SI+BX]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202H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 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 CIR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S3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00000100B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选中第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BL, MIN2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[SI+BX]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202H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 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 CIR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S2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00001000B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选中第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BL, MIN1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[SI+BX]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202H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 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 CIR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S1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四个数码管显示结束，判断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端口状态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DX, 204H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 AL, DX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AL, 06H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JE STOP    ;STOP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暂停计时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 AL, 03H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JE TAIL1   ;CLEAR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清零计时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没有按按键或者按了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，增加秒数并判断是否进位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 SEC2                  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SEC2, 10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JNZ OUTPUT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;SEC2 = 10,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进位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SEC2,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SEC1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SEC1, 10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JNZ OUTPUT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;SEC1 = 10,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进位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SEC1,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MIN2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MIN2, 10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JNZ OUTPUT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;MIN2 = 10, 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进位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MIN2,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MIN1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MIN1, 10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JNZ OUTPUT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;MIN1 = 10,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清零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MIN1,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OUTPUT</a:t>
            </a:r>
          </a:p>
          <a:p>
            <a:pPr eaLnBrk="0" hangingPunct="0"/>
            <a:endParaRPr lang="en-US" altLang="zh-C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00000001B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选中第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BL, SEC2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[SI+BX]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202H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 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 CIR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S8: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S8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00000010B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选中第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BL, SEC1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[SI+BX]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202H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 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 CIR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S7: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S7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00000100B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选中第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BL, MIN2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[SI+BX]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202H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 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 CIR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S6: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S6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00001000B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选中第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个数码管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DX, AL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BL, MIN1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 [SI+BX]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 202H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 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 CIR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S5: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S5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 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判断是继续计时、暂停还是清零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DX, 204H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 AL, DX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AL, 05H ;START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按键按下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 OUTPUT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AL, 03H ;CLEAR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按键按下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TAIL2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STOP</a:t>
            </a:r>
          </a:p>
          <a:p>
            <a:pPr eaLnBrk="0" hangingPunct="0"/>
            <a:endParaRPr lang="en-US" altLang="zh-C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TAIL1: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CALL ZERO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OUTPUT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TAIL2: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CALL ZERO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STOP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PROC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SEC2,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SEC1,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MIN1,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MIN2,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ENDP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ENDS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START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41B4CF-4729-40E0-8B83-DCE4A50ABE0C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电子秒表实现</a:t>
            </a:r>
          </a:p>
        </p:txBody>
      </p:sp>
    </p:spTree>
    <p:extLst>
      <p:ext uri="{BB962C8B-B14F-4D97-AF65-F5344CB8AC3E}">
        <p14:creationId xmlns:p14="http://schemas.microsoft.com/office/powerpoint/2010/main" val="796887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实验现象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2B1011-C74A-406F-9F55-8DFBCBEE083E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电子秒表实现</a:t>
            </a:r>
          </a:p>
        </p:txBody>
      </p:sp>
      <p:pic>
        <p:nvPicPr>
          <p:cNvPr id="3074" name="Picture 2" descr="https://img-blog.csdnimg.cn/20210129125806802.png?x-oss-process=image/watermark,type_ZmFuZ3poZW5naGVpdGk,shadow_10,text_aHR0cHM6Ly9ibG9nLmNzZG4ubmV0L3FxXzQ3OTEyMDcy,size_16,color_FFFFFF,t_70">
            <a:extLst>
              <a:ext uri="{FF2B5EF4-FFF2-40B4-BE49-F238E27FC236}">
                <a16:creationId xmlns:a16="http://schemas.microsoft.com/office/drawing/2014/main" id="{C374F68B-2B4A-4881-A898-ABF2452AF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38" y="0"/>
            <a:ext cx="9737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058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numCol="3">
        <a:spAutoFit/>
      </a:bodyPr>
      <a:lstStyle>
        <a:defPPr algn="l">
          <a:defRPr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1645</Words>
  <Application>Microsoft Office PowerPoint</Application>
  <PresentationFormat>宽屏</PresentationFormat>
  <Paragraphs>234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XD</dc:creator>
  <cp:lastModifiedBy>XD</cp:lastModifiedBy>
  <cp:revision>31</cp:revision>
  <dcterms:created xsi:type="dcterms:W3CDTF">2022-05-17T23:57:41Z</dcterms:created>
  <dcterms:modified xsi:type="dcterms:W3CDTF">2024-05-27T01:48:51Z</dcterms:modified>
</cp:coreProperties>
</file>