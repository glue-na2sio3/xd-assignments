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4" r:id="rId4"/>
    <p:sldId id="274" r:id="rId5"/>
    <p:sldId id="284" r:id="rId6"/>
    <p:sldId id="287" r:id="rId7"/>
    <p:sldId id="275" r:id="rId8"/>
    <p:sldId id="276" r:id="rId9"/>
    <p:sldId id="278" r:id="rId10"/>
    <p:sldId id="279" r:id="rId11"/>
    <p:sldId id="281" r:id="rId12"/>
    <p:sldId id="280" r:id="rId13"/>
    <p:sldId id="28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4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5C539-9A3C-4709-A9B6-1AE8A588B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CEA712-B855-4EB1-AE16-BC0D1892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876D1-435D-426C-8EDF-A698428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2AE4B-21EC-458C-8889-9311DACC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D7FEE-E395-4265-AA50-458D80F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05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0DA30-6AD8-4B96-A459-1568CF47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2502E-4626-43C8-AAB4-BB92F44E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E3B89-C30C-4D1A-BF3F-76F97DE6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E1161-9A16-4602-BB0D-1CEE5712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B6755-0BBE-4D52-9EFC-A174387E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39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91296-ED1A-47EE-BC6B-C368A6F9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BE462-1F42-4ADE-A38F-259310A0A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51945-8400-4CBF-9B3A-2471894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D9838-2E33-4451-B8C3-8D350B4D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5DEBB-9E65-4C55-BD18-EE1CDF8B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27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83F7-48FA-4548-A995-F34C4445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366EC-D4F3-47E9-A1E7-2DF239E04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3700C-E159-4AFA-9C4C-55C588BCD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01B1CF-F286-4801-9FDD-CD905037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EC6C8-4E1A-4192-A033-3806A2C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8BF7BC-8AAE-49A1-9C3D-DAC43624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77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7AA76-2125-4DF9-80FA-A82FD27C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C614B0-A8F8-4F3E-8814-4730D9C43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E341D-A467-40DB-A0B0-298FEE400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FDF33B-EE1C-4BA5-BC58-9A723F288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5D856F-BA0C-447C-A501-25C6ADA9A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B5E1FB-1330-4ABE-A18A-74E3DCEE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C689B0-F975-49E4-9D15-44C45A31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AB9CF0-2FB4-4132-AA70-EB63E971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95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BE509-DB2C-498F-9690-4CE92B5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C8C0AC-D778-4860-AB42-2B87EF26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2776F6-725E-4B0B-8421-5A89364F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C65824-4DFB-4EBF-B722-E3ADDD57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4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B05F89-B3F4-4FFA-AAAF-439FA1FD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9DD546-C46A-4F2C-AE8A-FD899057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42692-D532-4082-B7BF-7F69FA16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3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5FC32-37C8-4799-A586-51798C7E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BFFD6-2D1B-4317-9EF0-D44F74C0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4B3C6-0751-41AD-B3E1-FCFFC9972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59F41-C8D6-4141-878B-48F4E90A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41A6D-6E57-44BA-9895-D212688A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A6CA07-622E-4D54-8317-80FA5191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7D16C-8D14-4BA5-958C-4BB29730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F464E6-6ED5-41B4-BE49-245287874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243AD-0C0D-4B7E-B391-28236C13B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87679B-6EF5-468C-BC61-082FDC7D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F9576-097C-4209-9A69-5F9E1F5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FFB68F-D53C-428A-9018-38217839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6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83B7C-A51D-446B-A48A-3715FE0F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6AD551-D203-4CCC-A63A-2A16EB37A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2EDF6-3FE8-4C70-9F1F-54B9A88E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BF9C1-5E9B-4003-A230-EA40FA9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70A02-C47F-48D0-A098-EF4C3C3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7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6BAA2D-AF50-447E-8740-A54701F4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76738F-0B2E-4CC4-980B-829D7A3E4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7F07F-FFB6-4316-860D-98A22E25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CEEA0-3781-48DF-8233-E5D2BE5B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ECF36-850E-4FC9-B9B6-CDEFF6A2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6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9FC5BD-8F63-45A3-99EA-D9540D31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757B4-684B-403D-9FCB-53E4E518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3C0BF-B57C-47AE-8A82-1517492E2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0ECA8-3C9E-4242-88A0-201D1AEE55E8}" type="datetimeFigureOut">
              <a:rPr lang="zh-CN" altLang="en-US" smtClean="0"/>
              <a:t>2024-06-15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A631C-F89E-4CF4-8960-C03CF1F77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38D8E-BA57-4143-8D3F-5F0FA3630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63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1">
            <a:extLst>
              <a:ext uri="{FF2B5EF4-FFF2-40B4-BE49-F238E27FC236}">
                <a16:creationId xmlns:a16="http://schemas.microsoft.com/office/drawing/2014/main" id="{730A347F-BD12-4699-B9DB-19D2D80E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18E2378-EE38-4D56-A0CC-3D34014CF51B}"/>
              </a:ext>
            </a:extLst>
          </p:cNvPr>
          <p:cNvSpPr/>
          <p:nvPr/>
        </p:nvSpPr>
        <p:spPr>
          <a:xfrm>
            <a:off x="2923496" y="3254837"/>
            <a:ext cx="6345007" cy="5909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实验八 点阵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显示设计实验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43F6A6-57E4-4CED-AFC8-ECB634DC6254}"/>
              </a:ext>
            </a:extLst>
          </p:cNvPr>
          <p:cNvSpPr/>
          <p:nvPr/>
        </p:nvSpPr>
        <p:spPr>
          <a:xfrm>
            <a:off x="1952077" y="1648803"/>
            <a:ext cx="82878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2022-2023</a:t>
            </a:r>
            <a:r>
              <a:rPr lang="zh-CN" altLang="en-US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学年微机系统综合实验</a:t>
            </a:r>
          </a:p>
        </p:txBody>
      </p:sp>
    </p:spTree>
    <p:extLst>
      <p:ext uri="{BB962C8B-B14F-4D97-AF65-F5344CB8AC3E}">
        <p14:creationId xmlns:p14="http://schemas.microsoft.com/office/powerpoint/2010/main" val="160637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4683760" y="145534"/>
            <a:ext cx="6797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实验八 点阵</a:t>
            </a:r>
            <a:r>
              <a:rPr lang="en-US" altLang="zh-CN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显示设计实验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E62D1-DD0F-444D-A51A-6EAFF6107552}"/>
              </a:ext>
            </a:extLst>
          </p:cNvPr>
          <p:cNvSpPr/>
          <p:nvPr/>
        </p:nvSpPr>
        <p:spPr>
          <a:xfrm>
            <a:off x="615819" y="1172847"/>
            <a:ext cx="10960362" cy="452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30000"/>
              </a:lnSpc>
              <a:spcAft>
                <a:spcPts val="0"/>
              </a:spcAft>
              <a:buFont typeface="+mj-ea"/>
              <a:buAutoNum type="ea1JpnChsDbPeriod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实验要求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点阵实验，要求在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上循环显示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这三个数字。</a:t>
            </a:r>
            <a:endParaRPr lang="en-US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实验系统中的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16×16 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点阵由四块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点阵组成，控制点阵向上（或左右）游动显示“西安电子科技大学欢迎您！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姓名”。</a:t>
            </a:r>
          </a:p>
          <a:p>
            <a:pPr marL="571500" lvl="0" indent="-571500" algn="just">
              <a:lnSpc>
                <a:spcPct val="130000"/>
              </a:lnSpc>
              <a:spcAft>
                <a:spcPts val="0"/>
              </a:spcAft>
              <a:buFont typeface="+mj-ea"/>
              <a:buAutoNum type="ea1JpnChsDbPeriod" startAt="2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实验目的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点阵的基本结构。</a:t>
            </a: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点阵扫描显示程序的设计方法。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9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8×8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119B1-93DE-4DC4-B369-414DB8FA90A6}"/>
              </a:ext>
            </a:extLst>
          </p:cNvPr>
          <p:cNvSpPr/>
          <p:nvPr/>
        </p:nvSpPr>
        <p:spPr>
          <a:xfrm>
            <a:off x="922180" y="1704637"/>
            <a:ext cx="4518344" cy="50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点阵内部结构图如下：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3B22AD-65C1-40F3-920F-908EF407A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997" y="1258729"/>
            <a:ext cx="6620823" cy="52465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7380235-9BB1-492C-A6A0-D6D990BF02B0}"/>
              </a:ext>
            </a:extLst>
          </p:cNvPr>
          <p:cNvSpPr/>
          <p:nvPr/>
        </p:nvSpPr>
        <p:spPr>
          <a:xfrm>
            <a:off x="861420" y="5118954"/>
            <a:ext cx="3446128" cy="94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proteus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里点阵工具：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MATRIX-8×8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97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204255-14DE-413F-981A-C6098C940BA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8×8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748701-1850-4500-8968-FB799E55AE0C}"/>
              </a:ext>
            </a:extLst>
          </p:cNvPr>
          <p:cNvSpPr/>
          <p:nvPr/>
        </p:nvSpPr>
        <p:spPr>
          <a:xfrm>
            <a:off x="443388" y="1739047"/>
            <a:ext cx="11305224" cy="94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8×8LED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点阵实验：为了完成实验要求，先实现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点阵实验，要求在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上循环显示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这三个数字。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6DC8C7-A8C3-40D0-BF8C-481995BA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352" y="2762259"/>
            <a:ext cx="7579295" cy="159764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4BBB9A2-B1D4-40C1-85F4-D7FD2A2A858B}"/>
              </a:ext>
            </a:extLst>
          </p:cNvPr>
          <p:cNvSpPr/>
          <p:nvPr/>
        </p:nvSpPr>
        <p:spPr>
          <a:xfrm>
            <a:off x="443388" y="4425002"/>
            <a:ext cx="11305224" cy="183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Y7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代表从左往右的第一列，以此类推，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代表从左往右的最后一列。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对于数字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从第一行到第八行，对应的需要点亮的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Y7-Y0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状态为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假设高电平有效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00111110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14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179E23-032A-44AD-8D46-6F76D938180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8×8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AA820B-947A-4B81-B000-14C878A17F9F}"/>
              </a:ext>
            </a:extLst>
          </p:cNvPr>
          <p:cNvSpPr/>
          <p:nvPr/>
        </p:nvSpPr>
        <p:spPr>
          <a:xfrm>
            <a:off x="339407" y="1922540"/>
            <a:ext cx="852424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对于数字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从第一行到第八行，对应的需要点亮的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Y7-Y0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状态为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假设高电平有效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00100000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01111110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对于数字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从第一行到第八行，对应的需要点亮的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Y7-Y0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状态为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假设高电平有效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00100100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00011000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如下图所示，当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X0-X7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为高电平时，代表该行选通，当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Y0-Y7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为低电平时，代表列选通，为了方便，在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输出时加入非门，这样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输出的高电平代表选中对应的列。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X0-X7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的输出端口地址为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00H,Y0-Y7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的输出端口为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02H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999F47-26FA-46EC-BE02-69035FA4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647" y="2905222"/>
            <a:ext cx="3328353" cy="15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3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原理分析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179E23-032A-44AD-8D46-6F76D938180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   </a:t>
            </a:r>
            <a:r>
              <a:rPr lang="en-US" altLang="zh-CN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8×8</a:t>
            </a:r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AA820B-947A-4B81-B000-14C878A17F9F}"/>
              </a:ext>
            </a:extLst>
          </p:cNvPr>
          <p:cNvSpPr/>
          <p:nvPr/>
        </p:nvSpPr>
        <p:spPr>
          <a:xfrm>
            <a:off x="339406" y="1922540"/>
            <a:ext cx="11496993" cy="183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设置一个计算行数的变量，存放于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寄存器中，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BX=0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时屏幕见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BX=1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时见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BX=2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时见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图，以此类推。当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BX=24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时，代表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已经显示结束，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清零，重新开始显示，这样就做到了循环显示的目的。设置行从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X7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依次选通，每一次选通后输出对应行需要点亮的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X0-X7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均选通一遍之后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，重复上述过程。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CCCE58-65B5-42CC-84F7-4D92FD9F6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189" y="3716624"/>
            <a:ext cx="7591425" cy="20859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2E7ADC4-A8AE-4E09-8890-7ADB12BD85DB}"/>
              </a:ext>
            </a:extLst>
          </p:cNvPr>
          <p:cNvSpPr/>
          <p:nvPr/>
        </p:nvSpPr>
        <p:spPr>
          <a:xfrm>
            <a:off x="604520" y="5762334"/>
            <a:ext cx="10982960" cy="950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注：在每次输出具体数据之前，要先选中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端口，输出全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实现清屏，否则会导致输出错误。利用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的循环次数控制移动的速度。</a:t>
            </a:r>
          </a:p>
        </p:txBody>
      </p:sp>
    </p:spTree>
    <p:extLst>
      <p:ext uri="{BB962C8B-B14F-4D97-AF65-F5344CB8AC3E}">
        <p14:creationId xmlns:p14="http://schemas.microsoft.com/office/powerpoint/2010/main" val="202699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2EE1E1B-2D56-49D6-A8E0-933BB4A848A7}"/>
              </a:ext>
            </a:extLst>
          </p:cNvPr>
          <p:cNvSpPr/>
          <p:nvPr/>
        </p:nvSpPr>
        <p:spPr>
          <a:xfrm>
            <a:off x="5394960" y="2979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8×8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8F4489-FA74-45AA-99C3-03674EF8779C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二极管控制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https://img-blog.csdnimg.cn/20210129150707538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F3EFAAA0-5EC5-4E90-984A-B4341F959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7" y="338137"/>
            <a:ext cx="8848725" cy="61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00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81A16-CCCE-4ED6-9444-1C338E680BD0}"/>
              </a:ext>
            </a:extLst>
          </p:cNvPr>
          <p:cNvSpPr/>
          <p:nvPr/>
        </p:nvSpPr>
        <p:spPr>
          <a:xfrm>
            <a:off x="1505730" y="1676021"/>
            <a:ext cx="11085313" cy="5036445"/>
          </a:xfrm>
          <a:prstGeom prst="rect">
            <a:avLst/>
          </a:prstGeom>
        </p:spPr>
        <p:txBody>
          <a:bodyPr wrap="square" numCol="3">
            <a:noAutofit/>
          </a:bodyPr>
          <a:lstStyle/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SEGMENT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NUMS: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 08H,18H,28H,08H,08H,08H,08H,3EH 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 38H,44H,04H,04H,08H,10H,20H,7EH 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 18H,24H,04H,18H,18H,04H,24H,18H 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ENDS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ASSUME CS:CODE,DS:DATA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AX,DATA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DS,AX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AH,01H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BX,00H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DX,OFFSET NUMS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SI,DX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 SI,BX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CX,08H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WAITE: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00H,AL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AL,[SI]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02H,AL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AL,AH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00H,AL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 AH,1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PUSH CX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CX,700H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POP CX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SI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WAITE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BX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BX,24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JA RESET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CONTINUE: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RUN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CONTINUE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START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A4DCD9-5927-458F-8A41-2EA3187095D2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8×8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</p:spTree>
    <p:extLst>
      <p:ext uri="{BB962C8B-B14F-4D97-AF65-F5344CB8AC3E}">
        <p14:creationId xmlns:p14="http://schemas.microsoft.com/office/powerpoint/2010/main" val="368948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16×16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6AB648-FEA9-46D5-8DF4-A66CD01A54BF}"/>
              </a:ext>
            </a:extLst>
          </p:cNvPr>
          <p:cNvSpPr/>
          <p:nvPr/>
        </p:nvSpPr>
        <p:spPr>
          <a:xfrm>
            <a:off x="741680" y="1720840"/>
            <a:ext cx="10840720" cy="183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同8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8的LED点阵实验，如下图所示，对于X0-X15,对应的Y7-Y0分别是(假设高电平有效)：80H, 88H, 88H, 0F8H, 88H, 84H, 80H, 0FFH, 0C0H, 0A0H, 90H, 88H, 84H, 83H, 80H, 80H；对应的Y15-Y8分别是00H, 00H, 00H, 1FH, 00H, 00H, 00H, 7FH, 00H, 01H, 02H, 04H, 08H, 30H, 00H, 00H。其他字同理。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A9FCC6-2290-49BF-B0E5-C414AEE1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927" y="3621440"/>
            <a:ext cx="3094673" cy="30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6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66A006-ADA6-45D5-A91B-36994622415C}"/>
              </a:ext>
            </a:extLst>
          </p:cNvPr>
          <p:cNvSpPr/>
          <p:nvPr/>
        </p:nvSpPr>
        <p:spPr>
          <a:xfrm>
            <a:off x="513080" y="1739047"/>
            <a:ext cx="11165840" cy="1601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设置计算行数的变量，存放在寄存器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中，当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BX=14×16=224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时，代表文字已经显示结束，需要将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清零，从“西”开始重新显示。当依次选通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X0-X15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时，点亮对应行的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X0-X15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均选通一遍之后，将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加一，并重复上述操作。假设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X0-X7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00H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X8-X15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02H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Y0-Y7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04H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Y8-Y15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的端口地址为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06H</a:t>
            </a:r>
            <a:r>
              <a:rPr lang="zh-CN" alt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0C537C-E5F8-4655-9CA9-78D1445BC72B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16×16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</p:spTree>
    <p:extLst>
      <p:ext uri="{BB962C8B-B14F-4D97-AF65-F5344CB8AC3E}">
        <p14:creationId xmlns:p14="http://schemas.microsoft.com/office/powerpoint/2010/main" val="282781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B7144-4520-4006-BF0F-30EFA7C21574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16×16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  <p:pic>
        <p:nvPicPr>
          <p:cNvPr id="1026" name="Picture 2" descr="https://img-blog.csdnimg.cn/20210129151413727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FEC24893-BD22-4289-9095-124F5F190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733425"/>
            <a:ext cx="10296525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315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2978C9-1B61-4563-B395-086A04C67984}"/>
              </a:ext>
            </a:extLst>
          </p:cNvPr>
          <p:cNvSpPr/>
          <p:nvPr/>
        </p:nvSpPr>
        <p:spPr>
          <a:xfrm>
            <a:off x="246993" y="957567"/>
            <a:ext cx="11698014" cy="5830375"/>
          </a:xfrm>
          <a:prstGeom prst="rect">
            <a:avLst/>
          </a:prstGeom>
        </p:spPr>
        <p:txBody>
          <a:bodyPr wrap="square" numCol="5">
            <a:noAutofit/>
          </a:bodyPr>
          <a:lstStyle/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SEGMENT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LEFT:;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1*2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块屏幕，从低位到高位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每个字节是半行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0H, 0FFH,  20H, 20H, 20H, 0FCH,24H, 24H, 24H, 24H, 14H, 0CH, 04H, 4H,0FCH, 4H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西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40H, 80H, 0FCH, 04H, 42H, 40H, 40H,0FFH, 20H, 10H, 18H, 60H, 80H,40H, 30H,0EH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80H, 80H,  80H,0FCH, 84H, 84H, 84H,0FCH, 84H, 84H, 84H,0FCH, 84H,80H, 80H,00H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00H,0FEH,  00H, 00H, 00H, 80H, 80H,0FFH, 80H, 80H, 80H, 80H, 80H,80H,0A0H,40H 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10H,0B8H,  0FH, 08H, 08H,0BFH,  8H,01CH, 2CH, 0AH,0CAH,  9H,  8H, 8H,  8H, 8H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科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8H,  8H,   8H,0C8H, 3FH,  8H,  8H,0A8H, 18H, 0CH, 0BH, 08H, 08H, 08H, 08H,064H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80H, 80H, 80H, 80H, 80H,0FFH, 80H, 80H, 40H, 40H, 20H, 20H, 10H,  8H,  4H,  3H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44H, 88H, 88H,  0H,0FEH,  2H,  1H,0F8H,  0H, 80H,0FFH, 80H, 80H, 80H,0A0H, 40H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0H,   0H, 3FH, 20H,0A0H, 92H, 54H, 28H,  8H, 14H, 24H,0A2H, 81H, 40H, 20H, 10H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欢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0H,   4H,0C8H, 48H, 40H, 40H, 4FH, 48H, 48H, 48H,0C8H, 48H,  8H, 14H,0E2H,  0H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迎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90H, 90H, 88H, 4CH, 2AH, 99H, 88H, 48H, 28H, 88H,  8H, 40H, 8AH, 8AH,  9H,0F0H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您	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80H, 88H, 88H, 0F8H, 88H, 84H, 80H, 0FFH, 0C0H, 0A0H, 90H, 88H, 84H, 83H, 80H, 80H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40H, 40H, 0FCH, 40H, 40H, 0FFH, 40H, 20H, 0FCH, 8H, 84H, 0FAH, 81H, 8H, 0AH, 40H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0H, 7EH, 40H, 40H, 44H, 48H, 48H, 40H, 0A0H, 48H, 46H, 44H, 40H, 40H, 28H, 10H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 00H, 00H, 00H, 00H,00H,00H,00H,00H,00H,00H,00H,00H,00H,00H,00H,00H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RIGHT:;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1*2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块屏幕 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00H, 07FH,02H,02H,02H,1FH,12H,12H,12H,12H,1CH,10H,10H,10H,1FH,10H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00H,3FH,20H,10H,00H,00H,7FH,04H,04H,02H,02H,01H,06H,08H,10H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00H,00H,01FH,10H,10H,10H,01FH,10H,10H,10H,01FH,50H,40H,40H,7FH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01FH,08H,04H,02H,01H,00H,07FH,00H,00H,00H,00H,00H,00H,00H,00H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08H, 08H,09H,09H,08H,008H,9H,09H,08H,78H,0FH, 08H,08H,08H,08H,08H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04H, 04H,4H,07FH,04H,04H,04H,3FH,21H,11H,12H,0AH,4H,0AH,11H,60H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00H,00H,00H,00H,07FH,00H,00H,01H,01H,02H,02H, 4H,8H,10H,60H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10H, 10H,08H,4H,07FH,40H,20H,7H,2H,01H,07FH,00H,00H,00H,00H, 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01H, 01H, 1H,3FH, 20H,10H,02H, 2H,2H, 5H, 5H, 08H, 8H,10H,20H,40H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01H, 3CH,24H,24H,24H,24H,24H,24H,2DH,14H, 04H,4H, 4H,07FH,0H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00H,3FH,20H,12H,0AH,12H,22H,22H,2H, 1H, 0H,20H,48H,48H,0FH	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00H, 00H, 1FH, 00H, 00H, 00H, 7FH, 00H, 01H, 02H, 04H, 08H, 30H, 00H, 00H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00H, 10H, 7H, 2H, 21H, 7FH, 0H, 0H, 7H, 1H, 10H, 3FH, 0H, 0H, 0H, 0H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DB 20H, 7FH, 20H, 20H, 22H, 24H, 24H, 20H, 28H, 24H, 23H, 22H, 20H, 20H, 14H, 8H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 00H, 00H, 00H, 00H,00H,00H,00H,00H,00H,00H,00H,00H,00H,00H,00H,00H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ENDS</a:t>
            </a:r>
          </a:p>
          <a:p>
            <a:pPr eaLnBrk="0" hangingPunct="0"/>
            <a:endParaRPr lang="en-US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ASSUME CS:CODE,DS:DATA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AX,DATA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DS,AX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AH,01H	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BX,00H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滚动行数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移向下一字节代表从下一行开始打印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DX,OFFSET LEFT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SI,DX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 SI,BX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计算当前行数（本轮从该行开始打印）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DX,OFFSET RIGHT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DI,DX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 DI,BX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计算当前行数（本轮从该行开始打印）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CX,08H;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WRITE1: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在上面两块屏幕上输出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0H,AL;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清屏操作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AL,[SI];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左边内容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4H,AL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AL,[DI];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右边内容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6H,AL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AL,AH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设置目标行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0H,AL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 AH,1;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目标行下移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 SI;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指向下一行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 DI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PUSH CX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CX,0500H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延迟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$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POP CX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WRITE1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0H,AL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CX,08H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WRITE2:;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在下面两块屏幕上输出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2H,AL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清屏操作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AL,[SI]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左边内容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4H,AL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AL,[DI]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右边内容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6H,AL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AL,AH 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设置目标行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2H,AL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 AH,1 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目标行下移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 SI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DI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PUSH CX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CX,0500H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POP CX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WRITE2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BX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CMP BX,224 ;14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个字，向上滚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14*16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 RESET            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CONTINUE: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RUN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RESET: ;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滚动值清零</a:t>
            </a:r>
          </a:p>
          <a:p>
            <a:pPr eaLnBrk="0" hangingPunct="0"/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BX,0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CONTINUE 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START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41B4CF-4729-40E0-8B83-DCE4A50ABE0C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16×16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</p:spTree>
    <p:extLst>
      <p:ext uri="{BB962C8B-B14F-4D97-AF65-F5344CB8AC3E}">
        <p14:creationId xmlns:p14="http://schemas.microsoft.com/office/powerpoint/2010/main" val="79688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实验现象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img-blog.csdnimg.cn/20210129151502365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9C2C1942-B9B6-46AA-92AB-6D1BBFAA1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552575"/>
            <a:ext cx="550545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8629265-A89E-48C6-A6D7-6E1771BED063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16×16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点阵</a:t>
            </a:r>
          </a:p>
        </p:txBody>
      </p:sp>
    </p:spTree>
    <p:extLst>
      <p:ext uri="{BB962C8B-B14F-4D97-AF65-F5344CB8AC3E}">
        <p14:creationId xmlns:p14="http://schemas.microsoft.com/office/powerpoint/2010/main" val="261505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numCol="3">
        <a:spAutoFit/>
      </a:bodyPr>
      <a:lstStyle>
        <a:defPPr algn="l">
          <a:defRPr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2480</Words>
  <Application>Microsoft Office PowerPoint</Application>
  <PresentationFormat>宽屏</PresentationFormat>
  <Paragraphs>185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XD</dc:creator>
  <cp:lastModifiedBy>鑫洋 廖</cp:lastModifiedBy>
  <cp:revision>49</cp:revision>
  <dcterms:created xsi:type="dcterms:W3CDTF">2022-05-17T23:57:41Z</dcterms:created>
  <dcterms:modified xsi:type="dcterms:W3CDTF">2024-06-15T01:45:43Z</dcterms:modified>
</cp:coreProperties>
</file>