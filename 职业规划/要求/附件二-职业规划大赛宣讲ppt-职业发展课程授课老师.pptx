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7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301" r:id="rId3"/>
    <p:sldId id="302" r:id="rId4"/>
    <p:sldId id="317" r:id="rId5"/>
    <p:sldId id="313" r:id="rId6"/>
    <p:sldId id="314" r:id="rId7"/>
    <p:sldId id="315" r:id="rId8"/>
    <p:sldId id="303" r:id="rId9"/>
    <p:sldId id="304" r:id="rId10"/>
    <p:sldId id="305" r:id="rId11"/>
    <p:sldId id="306" r:id="rId12"/>
    <p:sldId id="307" r:id="rId13"/>
    <p:sldId id="308" r:id="rId14"/>
    <p:sldId id="285" r:id="rId15"/>
    <p:sldId id="264" r:id="rId16"/>
    <p:sldId id="257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4" r:id="rId27"/>
    <p:sldId id="271" r:id="rId28"/>
    <p:sldId id="283" r:id="rId29"/>
    <p:sldId id="318" r:id="rId30"/>
    <p:sldId id="258" r:id="rId31"/>
  </p:sldIdLst>
  <p:sldSz cx="9144000" cy="5141913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1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F"/>
    <a:srgbClr val="06C5B3"/>
    <a:srgbClr val="0073C7"/>
    <a:srgbClr val="20202E"/>
    <a:srgbClr val="949599"/>
    <a:srgbClr val="6D6E72"/>
    <a:srgbClr val="6C7F7D"/>
    <a:srgbClr val="C0D647"/>
    <a:srgbClr val="F3A259"/>
    <a:srgbClr val="BDBE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60"/>
  </p:normalViewPr>
  <p:slideViewPr>
    <p:cSldViewPr showGuides="1">
      <p:cViewPr varScale="1">
        <p:scale>
          <a:sx n="141" d="100"/>
          <a:sy n="141" d="100"/>
        </p:scale>
        <p:origin x="702" y="504"/>
      </p:cViewPr>
      <p:guideLst>
        <p:guide orient="horz" pos="1891"/>
        <p:guide orient="horz" pos="30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389B7-C41F-4423-8807-09B584C46C76}" type="datetimeFigureOut">
              <a:rPr lang="zh-CN" altLang="en-US" smtClean="0"/>
              <a:t>2023/11/12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64210-75E8-40FE-A7DC-4324CF0A43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6E6448-D22A-4352-901F-0A3E0944EC78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6E6448-D22A-4352-901F-0A3E0944EC78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6E6448-D22A-4352-901F-0A3E0944EC78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6E6448-D22A-4352-901F-0A3E0944EC78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6E6448-D22A-4352-901F-0A3E0944EC78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64210-75E8-40FE-A7DC-4324CF0A43B5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椭圆 51"/>
          <p:cNvSpPr/>
          <p:nvPr/>
        </p:nvSpPr>
        <p:spPr>
          <a:xfrm>
            <a:off x="4629264" y="1159789"/>
            <a:ext cx="1605718" cy="1605716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2861236" y="825371"/>
            <a:ext cx="2093677" cy="2093677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519677" y="299174"/>
            <a:ext cx="1676844" cy="167684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499754" y="2129215"/>
            <a:ext cx="619925" cy="61992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667768" y="991606"/>
            <a:ext cx="792088" cy="792088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6739667" y="1766326"/>
            <a:ext cx="312649" cy="312649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78346" y="729985"/>
            <a:ext cx="222967" cy="222967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503189" y="988447"/>
            <a:ext cx="197864" cy="19786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588187" y="2194762"/>
            <a:ext cx="279733" cy="27973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299023" y="263736"/>
            <a:ext cx="200401" cy="200400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395765" y="1649679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635896" y="698748"/>
            <a:ext cx="14606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Impact" panose="020B0806030902050204" pitchFamily="34" charset="0"/>
              </a:rPr>
              <a:t>2023</a:t>
            </a:r>
            <a:endParaRPr lang="zh-CN" altLang="en-US" sz="4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3" name="Rectangle 40"/>
          <p:cNvSpPr>
            <a:spLocks noChangeArrowheads="1"/>
          </p:cNvSpPr>
          <p:nvPr/>
        </p:nvSpPr>
        <p:spPr bwMode="auto">
          <a:xfrm>
            <a:off x="1002226" y="2982523"/>
            <a:ext cx="734481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首届全国大学生职业规划大赛校赛</a:t>
            </a:r>
            <a:endParaRPr lang="zh-CN" altLang="zh-CN" sz="36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689402" y="2298040"/>
            <a:ext cx="253296" cy="296470"/>
            <a:chOff x="-271462" y="-2203450"/>
            <a:chExt cx="698500" cy="817563"/>
          </a:xfrm>
        </p:grpSpPr>
        <p:sp>
          <p:nvSpPr>
            <p:cNvPr id="4" name="Oval 6"/>
            <p:cNvSpPr>
              <a:spLocks noChangeArrowheads="1"/>
            </p:cNvSpPr>
            <p:nvPr/>
          </p:nvSpPr>
          <p:spPr bwMode="auto">
            <a:xfrm>
              <a:off x="-106362" y="-2203450"/>
              <a:ext cx="127000" cy="158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" name="Freeform 7"/>
            <p:cNvSpPr>
              <a:spLocks noEditPoints="1"/>
            </p:cNvSpPr>
            <p:nvPr/>
          </p:nvSpPr>
          <p:spPr bwMode="auto">
            <a:xfrm>
              <a:off x="-271462" y="-2030412"/>
              <a:ext cx="454025" cy="641350"/>
            </a:xfrm>
            <a:custGeom>
              <a:avLst/>
              <a:gdLst>
                <a:gd name="T0" fmla="*/ 120 w 121"/>
                <a:gd name="T1" fmla="*/ 26 h 171"/>
                <a:gd name="T2" fmla="*/ 120 w 121"/>
                <a:gd name="T3" fmla="*/ 26 h 171"/>
                <a:gd name="T4" fmla="*/ 114 w 121"/>
                <a:gd name="T5" fmla="*/ 21 h 171"/>
                <a:gd name="T6" fmla="*/ 90 w 121"/>
                <a:gd name="T7" fmla="*/ 3 h 171"/>
                <a:gd name="T8" fmla="*/ 84 w 121"/>
                <a:gd name="T9" fmla="*/ 1 h 171"/>
                <a:gd name="T10" fmla="*/ 75 w 121"/>
                <a:gd name="T11" fmla="*/ 1 h 171"/>
                <a:gd name="T12" fmla="*/ 74 w 121"/>
                <a:gd name="T13" fmla="*/ 11 h 171"/>
                <a:gd name="T14" fmla="*/ 67 w 121"/>
                <a:gd name="T15" fmla="*/ 42 h 171"/>
                <a:gd name="T16" fmla="*/ 67 w 121"/>
                <a:gd name="T17" fmla="*/ 7 h 171"/>
                <a:gd name="T18" fmla="*/ 58 w 121"/>
                <a:gd name="T19" fmla="*/ 0 h 171"/>
                <a:gd name="T20" fmla="*/ 57 w 121"/>
                <a:gd name="T21" fmla="*/ 9 h 171"/>
                <a:gd name="T22" fmla="*/ 45 w 121"/>
                <a:gd name="T23" fmla="*/ 18 h 171"/>
                <a:gd name="T24" fmla="*/ 40 w 121"/>
                <a:gd name="T25" fmla="*/ 7 h 171"/>
                <a:gd name="T26" fmla="*/ 47 w 121"/>
                <a:gd name="T27" fmla="*/ 0 h 171"/>
                <a:gd name="T28" fmla="*/ 38 w 121"/>
                <a:gd name="T29" fmla="*/ 1 h 171"/>
                <a:gd name="T30" fmla="*/ 3 w 121"/>
                <a:gd name="T31" fmla="*/ 35 h 171"/>
                <a:gd name="T32" fmla="*/ 2 w 121"/>
                <a:gd name="T33" fmla="*/ 35 h 171"/>
                <a:gd name="T34" fmla="*/ 1 w 121"/>
                <a:gd name="T35" fmla="*/ 48 h 171"/>
                <a:gd name="T36" fmla="*/ 1 w 121"/>
                <a:gd name="T37" fmla="*/ 48 h 171"/>
                <a:gd name="T38" fmla="*/ 2 w 121"/>
                <a:gd name="T39" fmla="*/ 50 h 171"/>
                <a:gd name="T40" fmla="*/ 6 w 121"/>
                <a:gd name="T41" fmla="*/ 57 h 171"/>
                <a:gd name="T42" fmla="*/ 20 w 121"/>
                <a:gd name="T43" fmla="*/ 84 h 171"/>
                <a:gd name="T44" fmla="*/ 32 w 121"/>
                <a:gd name="T45" fmla="*/ 90 h 171"/>
                <a:gd name="T46" fmla="*/ 35 w 121"/>
                <a:gd name="T47" fmla="*/ 90 h 171"/>
                <a:gd name="T48" fmla="*/ 60 w 121"/>
                <a:gd name="T49" fmla="*/ 171 h 171"/>
                <a:gd name="T50" fmla="*/ 56 w 121"/>
                <a:gd name="T51" fmla="*/ 110 h 171"/>
                <a:gd name="T52" fmla="*/ 89 w 121"/>
                <a:gd name="T53" fmla="*/ 33 h 171"/>
                <a:gd name="T54" fmla="*/ 93 w 121"/>
                <a:gd name="T55" fmla="*/ 31 h 171"/>
                <a:gd name="T56" fmla="*/ 75 w 121"/>
                <a:gd name="T57" fmla="*/ 45 h 171"/>
                <a:gd name="T58" fmla="*/ 89 w 121"/>
                <a:gd name="T59" fmla="*/ 33 h 171"/>
                <a:gd name="T60" fmla="*/ 30 w 121"/>
                <a:gd name="T61" fmla="*/ 55 h 171"/>
                <a:gd name="T62" fmla="*/ 23 w 121"/>
                <a:gd name="T63" fmla="*/ 44 h 171"/>
                <a:gd name="T64" fmla="*/ 33 w 121"/>
                <a:gd name="T65" fmla="*/ 6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71">
                  <a:moveTo>
                    <a:pt x="120" y="42"/>
                  </a:moveTo>
                  <a:cubicBezTo>
                    <a:pt x="120" y="35"/>
                    <a:pt x="121" y="24"/>
                    <a:pt x="120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18" y="24"/>
                    <a:pt x="118" y="24"/>
                    <a:pt x="118" y="24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90" y="3"/>
                    <a:pt x="90" y="3"/>
                    <a:pt x="90" y="3"/>
                  </a:cubicBezTo>
                  <a:cubicBezTo>
                    <a:pt x="88" y="2"/>
                    <a:pt x="86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1" y="1"/>
                    <a:pt x="78" y="0"/>
                    <a:pt x="75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2" y="1"/>
                    <a:pt x="39" y="1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6" y="1"/>
                    <a:pt x="33" y="3"/>
                    <a:pt x="31" y="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0" y="60"/>
                    <a:pt x="2" y="42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20" y="84"/>
                    <a:pt x="20" y="84"/>
                    <a:pt x="20" y="84"/>
                  </a:cubicBezTo>
                  <a:cubicBezTo>
                    <a:pt x="24" y="82"/>
                    <a:pt x="28" y="80"/>
                    <a:pt x="33" y="78"/>
                  </a:cubicBezTo>
                  <a:cubicBezTo>
                    <a:pt x="32" y="82"/>
                    <a:pt x="32" y="86"/>
                    <a:pt x="32" y="90"/>
                  </a:cubicBezTo>
                  <a:cubicBezTo>
                    <a:pt x="32" y="90"/>
                    <a:pt x="32" y="90"/>
                    <a:pt x="32" y="90"/>
                  </a:cubicBezTo>
                  <a:cubicBezTo>
                    <a:pt x="33" y="90"/>
                    <a:pt x="34" y="90"/>
                    <a:pt x="35" y="90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61"/>
                    <a:pt x="60" y="147"/>
                    <a:pt x="60" y="134"/>
                  </a:cubicBezTo>
                  <a:cubicBezTo>
                    <a:pt x="57" y="127"/>
                    <a:pt x="56" y="118"/>
                    <a:pt x="56" y="110"/>
                  </a:cubicBezTo>
                  <a:cubicBezTo>
                    <a:pt x="56" y="73"/>
                    <a:pt x="84" y="44"/>
                    <a:pt x="120" y="42"/>
                  </a:cubicBezTo>
                  <a:close/>
                  <a:moveTo>
                    <a:pt x="89" y="33"/>
                  </a:moveTo>
                  <a:cubicBezTo>
                    <a:pt x="89" y="31"/>
                    <a:pt x="89" y="29"/>
                    <a:pt x="89" y="27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75" y="45"/>
                    <a:pt x="75" y="45"/>
                    <a:pt x="75" y="45"/>
                  </a:cubicBezTo>
                  <a:cubicBezTo>
                    <a:pt x="73" y="42"/>
                    <a:pt x="73" y="42"/>
                    <a:pt x="73" y="42"/>
                  </a:cubicBezTo>
                  <a:lnTo>
                    <a:pt x="89" y="33"/>
                  </a:lnTo>
                  <a:close/>
                  <a:moveTo>
                    <a:pt x="33" y="60"/>
                  </a:moveTo>
                  <a:cubicBezTo>
                    <a:pt x="30" y="55"/>
                    <a:pt x="30" y="55"/>
                    <a:pt x="30" y="5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41"/>
                    <a:pt x="33" y="50"/>
                    <a:pt x="33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8"/>
            <p:cNvSpPr/>
            <p:nvPr/>
          </p:nvSpPr>
          <p:spPr bwMode="auto">
            <a:xfrm>
              <a:off x="-31750" y="-1498600"/>
              <a:ext cx="90488" cy="109538"/>
            </a:xfrm>
            <a:custGeom>
              <a:avLst/>
              <a:gdLst>
                <a:gd name="T0" fmla="*/ 0 w 24"/>
                <a:gd name="T1" fmla="*/ 0 h 29"/>
                <a:gd name="T2" fmla="*/ 1 w 24"/>
                <a:gd name="T3" fmla="*/ 29 h 29"/>
                <a:gd name="T4" fmla="*/ 24 w 24"/>
                <a:gd name="T5" fmla="*/ 29 h 29"/>
                <a:gd name="T6" fmla="*/ 24 w 24"/>
                <a:gd name="T7" fmla="*/ 26 h 29"/>
                <a:gd name="T8" fmla="*/ 0 w 2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0" y="0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7"/>
                    <a:pt x="24" y="26"/>
                  </a:cubicBezTo>
                  <a:cubicBezTo>
                    <a:pt x="14" y="19"/>
                    <a:pt x="6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9"/>
            <p:cNvSpPr>
              <a:spLocks noEditPoints="1"/>
            </p:cNvSpPr>
            <p:nvPr/>
          </p:nvSpPr>
          <p:spPr bwMode="auto">
            <a:xfrm>
              <a:off x="-38100" y="-1851025"/>
              <a:ext cx="465138" cy="465138"/>
            </a:xfrm>
            <a:custGeom>
              <a:avLst/>
              <a:gdLst>
                <a:gd name="T0" fmla="*/ 62 w 124"/>
                <a:gd name="T1" fmla="*/ 0 h 124"/>
                <a:gd name="T2" fmla="*/ 0 w 124"/>
                <a:gd name="T3" fmla="*/ 62 h 124"/>
                <a:gd name="T4" fmla="*/ 62 w 124"/>
                <a:gd name="T5" fmla="*/ 124 h 124"/>
                <a:gd name="T6" fmla="*/ 124 w 124"/>
                <a:gd name="T7" fmla="*/ 62 h 124"/>
                <a:gd name="T8" fmla="*/ 62 w 124"/>
                <a:gd name="T9" fmla="*/ 0 h 124"/>
                <a:gd name="T10" fmla="*/ 68 w 124"/>
                <a:gd name="T11" fmla="*/ 112 h 124"/>
                <a:gd name="T12" fmla="*/ 68 w 124"/>
                <a:gd name="T13" fmla="*/ 100 h 124"/>
                <a:gd name="T14" fmla="*/ 62 w 124"/>
                <a:gd name="T15" fmla="*/ 101 h 124"/>
                <a:gd name="T16" fmla="*/ 56 w 124"/>
                <a:gd name="T17" fmla="*/ 100 h 124"/>
                <a:gd name="T18" fmla="*/ 56 w 124"/>
                <a:gd name="T19" fmla="*/ 112 h 124"/>
                <a:gd name="T20" fmla="*/ 12 w 124"/>
                <a:gd name="T21" fmla="*/ 67 h 124"/>
                <a:gd name="T22" fmla="*/ 24 w 124"/>
                <a:gd name="T23" fmla="*/ 67 h 124"/>
                <a:gd name="T24" fmla="*/ 23 w 124"/>
                <a:gd name="T25" fmla="*/ 62 h 124"/>
                <a:gd name="T26" fmla="*/ 24 w 124"/>
                <a:gd name="T27" fmla="*/ 56 h 124"/>
                <a:gd name="T28" fmla="*/ 12 w 124"/>
                <a:gd name="T29" fmla="*/ 56 h 124"/>
                <a:gd name="T30" fmla="*/ 56 w 124"/>
                <a:gd name="T31" fmla="*/ 11 h 124"/>
                <a:gd name="T32" fmla="*/ 56 w 124"/>
                <a:gd name="T33" fmla="*/ 23 h 124"/>
                <a:gd name="T34" fmla="*/ 62 w 124"/>
                <a:gd name="T35" fmla="*/ 23 h 124"/>
                <a:gd name="T36" fmla="*/ 68 w 124"/>
                <a:gd name="T37" fmla="*/ 23 h 124"/>
                <a:gd name="T38" fmla="*/ 68 w 124"/>
                <a:gd name="T39" fmla="*/ 11 h 124"/>
                <a:gd name="T40" fmla="*/ 112 w 124"/>
                <a:gd name="T41" fmla="*/ 56 h 124"/>
                <a:gd name="T42" fmla="*/ 101 w 124"/>
                <a:gd name="T43" fmla="*/ 56 h 124"/>
                <a:gd name="T44" fmla="*/ 101 w 124"/>
                <a:gd name="T45" fmla="*/ 62 h 124"/>
                <a:gd name="T46" fmla="*/ 101 w 124"/>
                <a:gd name="T47" fmla="*/ 67 h 124"/>
                <a:gd name="T48" fmla="*/ 112 w 124"/>
                <a:gd name="T49" fmla="*/ 67 h 124"/>
                <a:gd name="T50" fmla="*/ 68 w 124"/>
                <a:gd name="T51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4" h="124">
                  <a:moveTo>
                    <a:pt x="62" y="0"/>
                  </a:moveTo>
                  <a:cubicBezTo>
                    <a:pt x="28" y="0"/>
                    <a:pt x="0" y="27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7"/>
                    <a:pt x="96" y="0"/>
                    <a:pt x="62" y="0"/>
                  </a:cubicBezTo>
                  <a:close/>
                  <a:moveTo>
                    <a:pt x="68" y="11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66" y="100"/>
                    <a:pt x="64" y="101"/>
                    <a:pt x="62" y="101"/>
                  </a:cubicBezTo>
                  <a:cubicBezTo>
                    <a:pt x="60" y="101"/>
                    <a:pt x="58" y="100"/>
                    <a:pt x="56" y="100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33" y="109"/>
                    <a:pt x="15" y="91"/>
                    <a:pt x="12" y="67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3" y="66"/>
                    <a:pt x="23" y="64"/>
                    <a:pt x="23" y="62"/>
                  </a:cubicBezTo>
                  <a:cubicBezTo>
                    <a:pt x="23" y="60"/>
                    <a:pt x="23" y="58"/>
                    <a:pt x="24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5" y="33"/>
                    <a:pt x="33" y="14"/>
                    <a:pt x="56" y="1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8" y="23"/>
                    <a:pt x="60" y="23"/>
                    <a:pt x="62" y="23"/>
                  </a:cubicBezTo>
                  <a:cubicBezTo>
                    <a:pt x="64" y="23"/>
                    <a:pt x="66" y="23"/>
                    <a:pt x="68" y="23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91" y="14"/>
                    <a:pt x="109" y="33"/>
                    <a:pt x="112" y="56"/>
                  </a:cubicBezTo>
                  <a:cubicBezTo>
                    <a:pt x="101" y="56"/>
                    <a:pt x="101" y="56"/>
                    <a:pt x="101" y="56"/>
                  </a:cubicBezTo>
                  <a:cubicBezTo>
                    <a:pt x="101" y="58"/>
                    <a:pt x="101" y="60"/>
                    <a:pt x="101" y="62"/>
                  </a:cubicBezTo>
                  <a:cubicBezTo>
                    <a:pt x="101" y="64"/>
                    <a:pt x="101" y="66"/>
                    <a:pt x="101" y="67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9" y="91"/>
                    <a:pt x="91" y="109"/>
                    <a:pt x="68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100013" y="-1779587"/>
              <a:ext cx="33338" cy="38100"/>
            </a:xfrm>
            <a:custGeom>
              <a:avLst/>
              <a:gdLst>
                <a:gd name="T0" fmla="*/ 3 w 9"/>
                <a:gd name="T1" fmla="*/ 10 h 10"/>
                <a:gd name="T2" fmla="*/ 9 w 9"/>
                <a:gd name="T3" fmla="*/ 7 h 10"/>
                <a:gd name="T4" fmla="*/ 6 w 9"/>
                <a:gd name="T5" fmla="*/ 2 h 10"/>
                <a:gd name="T6" fmla="*/ 3 w 9"/>
                <a:gd name="T7" fmla="*/ 0 h 10"/>
                <a:gd name="T8" fmla="*/ 2 w 9"/>
                <a:gd name="T9" fmla="*/ 1 h 10"/>
                <a:gd name="T10" fmla="*/ 0 w 9"/>
                <a:gd name="T11" fmla="*/ 3 h 10"/>
                <a:gd name="T12" fmla="*/ 1 w 9"/>
                <a:gd name="T13" fmla="*/ 5 h 10"/>
                <a:gd name="T14" fmla="*/ 3 w 9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3" y="10"/>
                  </a:moveTo>
                  <a:cubicBezTo>
                    <a:pt x="5" y="9"/>
                    <a:pt x="7" y="8"/>
                    <a:pt x="9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3" y="0"/>
                    <a:pt x="2" y="1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lnTo>
                    <a:pt x="3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"/>
            <p:cNvSpPr/>
            <p:nvPr/>
          </p:nvSpPr>
          <p:spPr bwMode="auto">
            <a:xfrm>
              <a:off x="254000" y="-1779587"/>
              <a:ext cx="33338" cy="38100"/>
            </a:xfrm>
            <a:custGeom>
              <a:avLst/>
              <a:gdLst>
                <a:gd name="T0" fmla="*/ 7 w 9"/>
                <a:gd name="T1" fmla="*/ 1 h 10"/>
                <a:gd name="T2" fmla="*/ 6 w 9"/>
                <a:gd name="T3" fmla="*/ 0 h 10"/>
                <a:gd name="T4" fmla="*/ 3 w 9"/>
                <a:gd name="T5" fmla="*/ 2 h 10"/>
                <a:gd name="T6" fmla="*/ 0 w 9"/>
                <a:gd name="T7" fmla="*/ 7 h 10"/>
                <a:gd name="T8" fmla="*/ 6 w 9"/>
                <a:gd name="T9" fmla="*/ 10 h 10"/>
                <a:gd name="T10" fmla="*/ 9 w 9"/>
                <a:gd name="T11" fmla="*/ 5 h 10"/>
                <a:gd name="T12" fmla="*/ 7 w 9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7" y="1"/>
                  </a:moveTo>
                  <a:cubicBezTo>
                    <a:pt x="7" y="1"/>
                    <a:pt x="7" y="0"/>
                    <a:pt x="6" y="0"/>
                  </a:cubicBezTo>
                  <a:cubicBezTo>
                    <a:pt x="5" y="0"/>
                    <a:pt x="4" y="1"/>
                    <a:pt x="3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4" y="9"/>
                    <a:pt x="6" y="10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9" y="2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314325" y="-1716087"/>
              <a:ext cx="33338" cy="30163"/>
            </a:xfrm>
            <a:custGeom>
              <a:avLst/>
              <a:gdLst>
                <a:gd name="T0" fmla="*/ 8 w 9"/>
                <a:gd name="T1" fmla="*/ 6 h 8"/>
                <a:gd name="T2" fmla="*/ 9 w 9"/>
                <a:gd name="T3" fmla="*/ 4 h 8"/>
                <a:gd name="T4" fmla="*/ 9 w 9"/>
                <a:gd name="T5" fmla="*/ 1 h 8"/>
                <a:gd name="T6" fmla="*/ 6 w 9"/>
                <a:gd name="T7" fmla="*/ 0 h 8"/>
                <a:gd name="T8" fmla="*/ 5 w 9"/>
                <a:gd name="T9" fmla="*/ 0 h 8"/>
                <a:gd name="T10" fmla="*/ 0 w 9"/>
                <a:gd name="T11" fmla="*/ 3 h 8"/>
                <a:gd name="T12" fmla="*/ 3 w 9"/>
                <a:gd name="T13" fmla="*/ 8 h 8"/>
                <a:gd name="T14" fmla="*/ 8 w 9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8" y="6"/>
                  </a:moveTo>
                  <a:cubicBezTo>
                    <a:pt x="8" y="5"/>
                    <a:pt x="9" y="5"/>
                    <a:pt x="9" y="4"/>
                  </a:cubicBezTo>
                  <a:cubicBezTo>
                    <a:pt x="9" y="3"/>
                    <a:pt x="9" y="2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2" y="7"/>
                    <a:pt x="3" y="8"/>
                  </a:cubicBezTo>
                  <a:lnTo>
                    <a:pt x="8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3"/>
            <p:cNvSpPr/>
            <p:nvPr/>
          </p:nvSpPr>
          <p:spPr bwMode="auto">
            <a:xfrm>
              <a:off x="39688" y="-1716087"/>
              <a:ext cx="33338" cy="30163"/>
            </a:xfrm>
            <a:custGeom>
              <a:avLst/>
              <a:gdLst>
                <a:gd name="T0" fmla="*/ 3 w 9"/>
                <a:gd name="T1" fmla="*/ 0 h 8"/>
                <a:gd name="T2" fmla="*/ 0 w 9"/>
                <a:gd name="T3" fmla="*/ 1 h 8"/>
                <a:gd name="T4" fmla="*/ 0 w 9"/>
                <a:gd name="T5" fmla="*/ 4 h 8"/>
                <a:gd name="T6" fmla="*/ 1 w 9"/>
                <a:gd name="T7" fmla="*/ 6 h 8"/>
                <a:gd name="T8" fmla="*/ 6 w 9"/>
                <a:gd name="T9" fmla="*/ 8 h 8"/>
                <a:gd name="T10" fmla="*/ 9 w 9"/>
                <a:gd name="T11" fmla="*/ 3 h 8"/>
                <a:gd name="T12" fmla="*/ 4 w 9"/>
                <a:gd name="T13" fmla="*/ 0 h 8"/>
                <a:gd name="T14" fmla="*/ 3 w 9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7"/>
                    <a:pt x="8" y="5"/>
                    <a:pt x="9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314325" y="-1554162"/>
              <a:ext cx="33338" cy="30163"/>
            </a:xfrm>
            <a:custGeom>
              <a:avLst/>
              <a:gdLst>
                <a:gd name="T0" fmla="*/ 0 w 9"/>
                <a:gd name="T1" fmla="*/ 5 h 8"/>
                <a:gd name="T2" fmla="*/ 5 w 9"/>
                <a:gd name="T3" fmla="*/ 8 h 8"/>
                <a:gd name="T4" fmla="*/ 6 w 9"/>
                <a:gd name="T5" fmla="*/ 8 h 8"/>
                <a:gd name="T6" fmla="*/ 9 w 9"/>
                <a:gd name="T7" fmla="*/ 7 h 8"/>
                <a:gd name="T8" fmla="*/ 9 w 9"/>
                <a:gd name="T9" fmla="*/ 5 h 8"/>
                <a:gd name="T10" fmla="*/ 8 w 9"/>
                <a:gd name="T11" fmla="*/ 3 h 8"/>
                <a:gd name="T12" fmla="*/ 3 w 9"/>
                <a:gd name="T13" fmla="*/ 0 h 8"/>
                <a:gd name="T14" fmla="*/ 0 w 9"/>
                <a:gd name="T15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0" y="5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7" y="8"/>
                    <a:pt x="8" y="8"/>
                    <a:pt x="9" y="7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9" y="4"/>
                    <a:pt x="8" y="3"/>
                    <a:pt x="8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1" y="3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5"/>
            <p:cNvSpPr/>
            <p:nvPr/>
          </p:nvSpPr>
          <p:spPr bwMode="auto">
            <a:xfrm>
              <a:off x="39688" y="-1554162"/>
              <a:ext cx="33338" cy="30163"/>
            </a:xfrm>
            <a:custGeom>
              <a:avLst/>
              <a:gdLst>
                <a:gd name="T0" fmla="*/ 1 w 9"/>
                <a:gd name="T1" fmla="*/ 3 h 8"/>
                <a:gd name="T2" fmla="*/ 0 w 9"/>
                <a:gd name="T3" fmla="*/ 5 h 8"/>
                <a:gd name="T4" fmla="*/ 0 w 9"/>
                <a:gd name="T5" fmla="*/ 7 h 8"/>
                <a:gd name="T6" fmla="*/ 3 w 9"/>
                <a:gd name="T7" fmla="*/ 8 h 8"/>
                <a:gd name="T8" fmla="*/ 4 w 9"/>
                <a:gd name="T9" fmla="*/ 8 h 8"/>
                <a:gd name="T10" fmla="*/ 9 w 9"/>
                <a:gd name="T11" fmla="*/ 5 h 8"/>
                <a:gd name="T12" fmla="*/ 6 w 9"/>
                <a:gd name="T13" fmla="*/ 0 h 8"/>
                <a:gd name="T14" fmla="*/ 1 w 9"/>
                <a:gd name="T15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1" y="3"/>
                  </a:move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1" y="8"/>
                    <a:pt x="2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3"/>
                    <a:pt x="7" y="2"/>
                    <a:pt x="6" y="0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6"/>
            <p:cNvSpPr/>
            <p:nvPr/>
          </p:nvSpPr>
          <p:spPr bwMode="auto">
            <a:xfrm>
              <a:off x="254000" y="-1498600"/>
              <a:ext cx="33338" cy="38100"/>
            </a:xfrm>
            <a:custGeom>
              <a:avLst/>
              <a:gdLst>
                <a:gd name="T0" fmla="*/ 6 w 9"/>
                <a:gd name="T1" fmla="*/ 0 h 10"/>
                <a:gd name="T2" fmla="*/ 0 w 9"/>
                <a:gd name="T3" fmla="*/ 3 h 10"/>
                <a:gd name="T4" fmla="*/ 3 w 9"/>
                <a:gd name="T5" fmla="*/ 8 h 10"/>
                <a:gd name="T6" fmla="*/ 6 w 9"/>
                <a:gd name="T7" fmla="*/ 10 h 10"/>
                <a:gd name="T8" fmla="*/ 7 w 9"/>
                <a:gd name="T9" fmla="*/ 9 h 10"/>
                <a:gd name="T10" fmla="*/ 9 w 9"/>
                <a:gd name="T11" fmla="*/ 5 h 10"/>
                <a:gd name="T12" fmla="*/ 6 w 9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6" y="0"/>
                  </a:moveTo>
                  <a:cubicBezTo>
                    <a:pt x="4" y="1"/>
                    <a:pt x="2" y="2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9"/>
                    <a:pt x="5" y="10"/>
                    <a:pt x="6" y="10"/>
                  </a:cubicBezTo>
                  <a:cubicBezTo>
                    <a:pt x="7" y="10"/>
                    <a:pt x="7" y="10"/>
                    <a:pt x="7" y="9"/>
                  </a:cubicBezTo>
                  <a:cubicBezTo>
                    <a:pt x="9" y="9"/>
                    <a:pt x="9" y="7"/>
                    <a:pt x="9" y="5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7"/>
            <p:cNvSpPr/>
            <p:nvPr/>
          </p:nvSpPr>
          <p:spPr bwMode="auto">
            <a:xfrm>
              <a:off x="100013" y="-1498600"/>
              <a:ext cx="33338" cy="38100"/>
            </a:xfrm>
            <a:custGeom>
              <a:avLst/>
              <a:gdLst>
                <a:gd name="T0" fmla="*/ 1 w 9"/>
                <a:gd name="T1" fmla="*/ 5 h 10"/>
                <a:gd name="T2" fmla="*/ 0 w 9"/>
                <a:gd name="T3" fmla="*/ 8 h 10"/>
                <a:gd name="T4" fmla="*/ 2 w 9"/>
                <a:gd name="T5" fmla="*/ 9 h 10"/>
                <a:gd name="T6" fmla="*/ 3 w 9"/>
                <a:gd name="T7" fmla="*/ 10 h 10"/>
                <a:gd name="T8" fmla="*/ 6 w 9"/>
                <a:gd name="T9" fmla="*/ 8 h 10"/>
                <a:gd name="T10" fmla="*/ 9 w 9"/>
                <a:gd name="T11" fmla="*/ 3 h 10"/>
                <a:gd name="T12" fmla="*/ 3 w 9"/>
                <a:gd name="T13" fmla="*/ 0 h 10"/>
                <a:gd name="T14" fmla="*/ 1 w 9"/>
                <a:gd name="T1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1" y="5"/>
                  </a:moveTo>
                  <a:cubicBezTo>
                    <a:pt x="0" y="6"/>
                    <a:pt x="0" y="7"/>
                    <a:pt x="0" y="8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2" y="10"/>
                    <a:pt x="3" y="10"/>
                    <a:pt x="3" y="10"/>
                  </a:cubicBezTo>
                  <a:cubicBezTo>
                    <a:pt x="4" y="10"/>
                    <a:pt x="5" y="9"/>
                    <a:pt x="6" y="8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2"/>
                    <a:pt x="5" y="1"/>
                    <a:pt x="3" y="0"/>
                  </a:cubicBezTo>
                  <a:lnTo>
                    <a:pt x="1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Oval 18"/>
            <p:cNvSpPr>
              <a:spLocks noChangeArrowheads="1"/>
            </p:cNvSpPr>
            <p:nvPr/>
          </p:nvSpPr>
          <p:spPr bwMode="auto">
            <a:xfrm>
              <a:off x="174625" y="-1636712"/>
              <a:ext cx="33338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9"/>
            <p:cNvSpPr/>
            <p:nvPr/>
          </p:nvSpPr>
          <p:spPr bwMode="auto">
            <a:xfrm>
              <a:off x="125413" y="-1733550"/>
              <a:ext cx="82550" cy="96838"/>
            </a:xfrm>
            <a:custGeom>
              <a:avLst/>
              <a:gdLst>
                <a:gd name="T0" fmla="*/ 22 w 22"/>
                <a:gd name="T1" fmla="*/ 25 h 26"/>
                <a:gd name="T2" fmla="*/ 21 w 22"/>
                <a:gd name="T3" fmla="*/ 7 h 26"/>
                <a:gd name="T4" fmla="*/ 18 w 22"/>
                <a:gd name="T5" fmla="*/ 3 h 26"/>
                <a:gd name="T6" fmla="*/ 14 w 22"/>
                <a:gd name="T7" fmla="*/ 7 h 26"/>
                <a:gd name="T8" fmla="*/ 14 w 22"/>
                <a:gd name="T9" fmla="*/ 17 h 26"/>
                <a:gd name="T10" fmla="*/ 5 w 22"/>
                <a:gd name="T11" fmla="*/ 1 h 26"/>
                <a:gd name="T12" fmla="*/ 2 w 22"/>
                <a:gd name="T13" fmla="*/ 1 h 26"/>
                <a:gd name="T14" fmla="*/ 1 w 22"/>
                <a:gd name="T15" fmla="*/ 4 h 26"/>
                <a:gd name="T16" fmla="*/ 13 w 22"/>
                <a:gd name="T17" fmla="*/ 26 h 26"/>
                <a:gd name="T18" fmla="*/ 18 w 22"/>
                <a:gd name="T19" fmla="*/ 24 h 26"/>
                <a:gd name="T20" fmla="*/ 22 w 22"/>
                <a:gd name="T21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26">
                  <a:moveTo>
                    <a:pt x="22" y="25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5"/>
                    <a:pt x="20" y="3"/>
                    <a:pt x="18" y="3"/>
                  </a:cubicBezTo>
                  <a:cubicBezTo>
                    <a:pt x="15" y="3"/>
                    <a:pt x="14" y="5"/>
                    <a:pt x="14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1" y="1"/>
                    <a:pt x="0" y="3"/>
                    <a:pt x="1" y="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4"/>
                    <a:pt x="16" y="24"/>
                    <a:pt x="18" y="24"/>
                  </a:cubicBezTo>
                  <a:cubicBezTo>
                    <a:pt x="19" y="24"/>
                    <a:pt x="21" y="24"/>
                    <a:pt x="2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889471" y="1217216"/>
            <a:ext cx="348882" cy="340868"/>
            <a:chOff x="-285750" y="-369887"/>
            <a:chExt cx="760413" cy="742950"/>
          </a:xfrm>
        </p:grpSpPr>
        <p:sp>
          <p:nvSpPr>
            <p:cNvPr id="36" name="Freeform 20"/>
            <p:cNvSpPr/>
            <p:nvPr/>
          </p:nvSpPr>
          <p:spPr bwMode="auto">
            <a:xfrm>
              <a:off x="25400" y="-369887"/>
              <a:ext cx="104775" cy="123825"/>
            </a:xfrm>
            <a:custGeom>
              <a:avLst/>
              <a:gdLst>
                <a:gd name="T0" fmla="*/ 11 w 28"/>
                <a:gd name="T1" fmla="*/ 32 h 33"/>
                <a:gd name="T2" fmla="*/ 26 w 28"/>
                <a:gd name="T3" fmla="*/ 19 h 33"/>
                <a:gd name="T4" fmla="*/ 17 w 28"/>
                <a:gd name="T5" fmla="*/ 1 h 33"/>
                <a:gd name="T6" fmla="*/ 1 w 28"/>
                <a:gd name="T7" fmla="*/ 14 h 33"/>
                <a:gd name="T8" fmla="*/ 11 w 28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3">
                  <a:moveTo>
                    <a:pt x="11" y="32"/>
                  </a:moveTo>
                  <a:cubicBezTo>
                    <a:pt x="18" y="33"/>
                    <a:pt x="24" y="27"/>
                    <a:pt x="26" y="19"/>
                  </a:cubicBezTo>
                  <a:cubicBezTo>
                    <a:pt x="28" y="10"/>
                    <a:pt x="24" y="2"/>
                    <a:pt x="17" y="1"/>
                  </a:cubicBezTo>
                  <a:cubicBezTo>
                    <a:pt x="10" y="0"/>
                    <a:pt x="3" y="6"/>
                    <a:pt x="1" y="14"/>
                  </a:cubicBezTo>
                  <a:cubicBezTo>
                    <a:pt x="0" y="22"/>
                    <a:pt x="4" y="30"/>
                    <a:pt x="11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"/>
            <p:cNvSpPr/>
            <p:nvPr/>
          </p:nvSpPr>
          <p:spPr bwMode="auto">
            <a:xfrm>
              <a:off x="-200025" y="-260350"/>
              <a:ext cx="473075" cy="490538"/>
            </a:xfrm>
            <a:custGeom>
              <a:avLst/>
              <a:gdLst>
                <a:gd name="T0" fmla="*/ 27 w 126"/>
                <a:gd name="T1" fmla="*/ 32 h 131"/>
                <a:gd name="T2" fmla="*/ 40 w 126"/>
                <a:gd name="T3" fmla="*/ 22 h 131"/>
                <a:gd name="T4" fmla="*/ 26 w 126"/>
                <a:gd name="T5" fmla="*/ 62 h 131"/>
                <a:gd name="T6" fmla="*/ 26 w 126"/>
                <a:gd name="T7" fmla="*/ 62 h 131"/>
                <a:gd name="T8" fmla="*/ 36 w 126"/>
                <a:gd name="T9" fmla="*/ 66 h 131"/>
                <a:gd name="T10" fmla="*/ 31 w 126"/>
                <a:gd name="T11" fmla="*/ 91 h 131"/>
                <a:gd name="T12" fmla="*/ 17 w 126"/>
                <a:gd name="T13" fmla="*/ 123 h 131"/>
                <a:gd name="T14" fmla="*/ 32 w 126"/>
                <a:gd name="T15" fmla="*/ 131 h 131"/>
                <a:gd name="T16" fmla="*/ 51 w 126"/>
                <a:gd name="T17" fmla="*/ 88 h 131"/>
                <a:gd name="T18" fmla="*/ 54 w 126"/>
                <a:gd name="T19" fmla="*/ 74 h 131"/>
                <a:gd name="T20" fmla="*/ 75 w 126"/>
                <a:gd name="T21" fmla="*/ 75 h 131"/>
                <a:gd name="T22" fmla="*/ 73 w 126"/>
                <a:gd name="T23" fmla="*/ 79 h 131"/>
                <a:gd name="T24" fmla="*/ 70 w 126"/>
                <a:gd name="T25" fmla="*/ 96 h 131"/>
                <a:gd name="T26" fmla="*/ 86 w 126"/>
                <a:gd name="T27" fmla="*/ 100 h 131"/>
                <a:gd name="T28" fmla="*/ 92 w 126"/>
                <a:gd name="T29" fmla="*/ 80 h 131"/>
                <a:gd name="T30" fmla="*/ 95 w 126"/>
                <a:gd name="T31" fmla="*/ 69 h 131"/>
                <a:gd name="T32" fmla="*/ 86 w 126"/>
                <a:gd name="T33" fmla="*/ 57 h 131"/>
                <a:gd name="T34" fmla="*/ 86 w 126"/>
                <a:gd name="T35" fmla="*/ 57 h 131"/>
                <a:gd name="T36" fmla="*/ 85 w 126"/>
                <a:gd name="T37" fmla="*/ 57 h 131"/>
                <a:gd name="T38" fmla="*/ 84 w 126"/>
                <a:gd name="T39" fmla="*/ 57 h 131"/>
                <a:gd name="T40" fmla="*/ 81 w 126"/>
                <a:gd name="T41" fmla="*/ 56 h 131"/>
                <a:gd name="T42" fmla="*/ 76 w 126"/>
                <a:gd name="T43" fmla="*/ 56 h 131"/>
                <a:gd name="T44" fmla="*/ 66 w 126"/>
                <a:gd name="T45" fmla="*/ 55 h 131"/>
                <a:gd name="T46" fmla="*/ 74 w 126"/>
                <a:gd name="T47" fmla="*/ 27 h 131"/>
                <a:gd name="T48" fmla="*/ 78 w 126"/>
                <a:gd name="T49" fmla="*/ 33 h 131"/>
                <a:gd name="T50" fmla="*/ 83 w 126"/>
                <a:gd name="T51" fmla="*/ 39 h 131"/>
                <a:gd name="T52" fmla="*/ 84 w 126"/>
                <a:gd name="T53" fmla="*/ 40 h 131"/>
                <a:gd name="T54" fmla="*/ 91 w 126"/>
                <a:gd name="T55" fmla="*/ 45 h 131"/>
                <a:gd name="T56" fmla="*/ 91 w 126"/>
                <a:gd name="T57" fmla="*/ 45 h 131"/>
                <a:gd name="T58" fmla="*/ 91 w 126"/>
                <a:gd name="T59" fmla="*/ 45 h 131"/>
                <a:gd name="T60" fmla="*/ 92 w 126"/>
                <a:gd name="T61" fmla="*/ 45 h 131"/>
                <a:gd name="T62" fmla="*/ 95 w 126"/>
                <a:gd name="T63" fmla="*/ 45 h 131"/>
                <a:gd name="T64" fmla="*/ 126 w 126"/>
                <a:gd name="T65" fmla="*/ 45 h 131"/>
                <a:gd name="T66" fmla="*/ 126 w 126"/>
                <a:gd name="T67" fmla="*/ 28 h 131"/>
                <a:gd name="T68" fmla="*/ 95 w 126"/>
                <a:gd name="T69" fmla="*/ 29 h 131"/>
                <a:gd name="T70" fmla="*/ 94 w 126"/>
                <a:gd name="T71" fmla="*/ 29 h 131"/>
                <a:gd name="T72" fmla="*/ 91 w 126"/>
                <a:gd name="T73" fmla="*/ 24 h 131"/>
                <a:gd name="T74" fmla="*/ 81 w 126"/>
                <a:gd name="T75" fmla="*/ 12 h 131"/>
                <a:gd name="T76" fmla="*/ 75 w 126"/>
                <a:gd name="T77" fmla="*/ 9 h 131"/>
                <a:gd name="T78" fmla="*/ 74 w 126"/>
                <a:gd name="T79" fmla="*/ 8 h 131"/>
                <a:gd name="T80" fmla="*/ 76 w 126"/>
                <a:gd name="T81" fmla="*/ 14 h 131"/>
                <a:gd name="T82" fmla="*/ 71 w 126"/>
                <a:gd name="T83" fmla="*/ 16 h 131"/>
                <a:gd name="T84" fmla="*/ 71 w 126"/>
                <a:gd name="T85" fmla="*/ 21 h 131"/>
                <a:gd name="T86" fmla="*/ 61 w 126"/>
                <a:gd name="T87" fmla="*/ 37 h 131"/>
                <a:gd name="T88" fmla="*/ 68 w 126"/>
                <a:gd name="T89" fmla="*/ 12 h 131"/>
                <a:gd name="T90" fmla="*/ 69 w 126"/>
                <a:gd name="T91" fmla="*/ 11 h 131"/>
                <a:gd name="T92" fmla="*/ 70 w 126"/>
                <a:gd name="T93" fmla="*/ 6 h 131"/>
                <a:gd name="T94" fmla="*/ 68 w 126"/>
                <a:gd name="T95" fmla="*/ 5 h 131"/>
                <a:gd name="T96" fmla="*/ 65 w 126"/>
                <a:gd name="T97" fmla="*/ 10 h 131"/>
                <a:gd name="T98" fmla="*/ 65 w 126"/>
                <a:gd name="T99" fmla="*/ 11 h 131"/>
                <a:gd name="T100" fmla="*/ 57 w 126"/>
                <a:gd name="T101" fmla="*/ 35 h 131"/>
                <a:gd name="T102" fmla="*/ 58 w 126"/>
                <a:gd name="T103" fmla="*/ 17 h 131"/>
                <a:gd name="T104" fmla="*/ 61 w 126"/>
                <a:gd name="T105" fmla="*/ 12 h 131"/>
                <a:gd name="T106" fmla="*/ 59 w 126"/>
                <a:gd name="T107" fmla="*/ 8 h 131"/>
                <a:gd name="T108" fmla="*/ 63 w 126"/>
                <a:gd name="T109" fmla="*/ 4 h 131"/>
                <a:gd name="T110" fmla="*/ 53 w 126"/>
                <a:gd name="T111" fmla="*/ 1 h 131"/>
                <a:gd name="T112" fmla="*/ 44 w 126"/>
                <a:gd name="T113" fmla="*/ 1 h 131"/>
                <a:gd name="T114" fmla="*/ 18 w 126"/>
                <a:gd name="T115" fmla="*/ 19 h 131"/>
                <a:gd name="T116" fmla="*/ 0 w 126"/>
                <a:gd name="T117" fmla="*/ 49 h 131"/>
                <a:gd name="T118" fmla="*/ 15 w 126"/>
                <a:gd name="T119" fmla="*/ 57 h 131"/>
                <a:gd name="T120" fmla="*/ 27 w 126"/>
                <a:gd name="T121" fmla="*/ 3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1">
                  <a:moveTo>
                    <a:pt x="27" y="32"/>
                  </a:moveTo>
                  <a:cubicBezTo>
                    <a:pt x="40" y="22"/>
                    <a:pt x="40" y="22"/>
                    <a:pt x="40" y="22"/>
                  </a:cubicBezTo>
                  <a:cubicBezTo>
                    <a:pt x="35" y="36"/>
                    <a:pt x="30" y="49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9" y="64"/>
                    <a:pt x="33" y="65"/>
                    <a:pt x="36" y="66"/>
                  </a:cubicBezTo>
                  <a:cubicBezTo>
                    <a:pt x="35" y="75"/>
                    <a:pt x="33" y="85"/>
                    <a:pt x="31" y="91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7" y="119"/>
                    <a:pt x="46" y="107"/>
                    <a:pt x="51" y="88"/>
                  </a:cubicBezTo>
                  <a:cubicBezTo>
                    <a:pt x="52" y="83"/>
                    <a:pt x="53" y="78"/>
                    <a:pt x="54" y="74"/>
                  </a:cubicBezTo>
                  <a:cubicBezTo>
                    <a:pt x="75" y="75"/>
                    <a:pt x="75" y="75"/>
                    <a:pt x="75" y="75"/>
                  </a:cubicBezTo>
                  <a:cubicBezTo>
                    <a:pt x="73" y="79"/>
                    <a:pt x="73" y="79"/>
                    <a:pt x="73" y="79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8" y="95"/>
                    <a:pt x="90" y="88"/>
                    <a:pt x="92" y="80"/>
                  </a:cubicBezTo>
                  <a:cubicBezTo>
                    <a:pt x="95" y="69"/>
                    <a:pt x="95" y="69"/>
                    <a:pt x="95" y="69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84" y="57"/>
                    <a:pt x="84" y="57"/>
                    <a:pt x="84" y="57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72" y="56"/>
                    <a:pt x="69" y="56"/>
                    <a:pt x="66" y="55"/>
                  </a:cubicBezTo>
                  <a:cubicBezTo>
                    <a:pt x="69" y="46"/>
                    <a:pt x="72" y="36"/>
                    <a:pt x="74" y="27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39"/>
                    <a:pt x="126" y="34"/>
                    <a:pt x="126" y="28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0" y="10"/>
                    <a:pt x="78" y="9"/>
                    <a:pt x="75" y="9"/>
                  </a:cubicBezTo>
                  <a:cubicBezTo>
                    <a:pt x="75" y="8"/>
                    <a:pt x="75" y="8"/>
                    <a:pt x="74" y="8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21"/>
                    <a:pt x="71" y="21"/>
                    <a:pt x="71" y="21"/>
                  </a:cubicBezTo>
                  <a:cubicBezTo>
                    <a:pt x="61" y="37"/>
                    <a:pt x="61" y="37"/>
                    <a:pt x="61" y="37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0" y="3"/>
                    <a:pt x="56" y="2"/>
                    <a:pt x="53" y="1"/>
                  </a:cubicBezTo>
                  <a:cubicBezTo>
                    <a:pt x="48" y="0"/>
                    <a:pt x="47" y="0"/>
                    <a:pt x="44" y="1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7" y="34"/>
                    <a:pt x="6" y="39"/>
                    <a:pt x="0" y="49"/>
                  </a:cubicBezTo>
                  <a:cubicBezTo>
                    <a:pt x="5" y="52"/>
                    <a:pt x="10" y="55"/>
                    <a:pt x="15" y="57"/>
                  </a:cubicBezTo>
                  <a:cubicBezTo>
                    <a:pt x="19" y="49"/>
                    <a:pt x="27" y="35"/>
                    <a:pt x="27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2"/>
            <p:cNvSpPr>
              <a:spLocks noEditPoints="1"/>
            </p:cNvSpPr>
            <p:nvPr/>
          </p:nvSpPr>
          <p:spPr bwMode="auto">
            <a:xfrm>
              <a:off x="-285750" y="-53975"/>
              <a:ext cx="168275" cy="153988"/>
            </a:xfrm>
            <a:custGeom>
              <a:avLst/>
              <a:gdLst>
                <a:gd name="T0" fmla="*/ 5 w 45"/>
                <a:gd name="T1" fmla="*/ 33 h 41"/>
                <a:gd name="T2" fmla="*/ 7 w 45"/>
                <a:gd name="T3" fmla="*/ 32 h 41"/>
                <a:gd name="T4" fmla="*/ 7 w 45"/>
                <a:gd name="T5" fmla="*/ 32 h 41"/>
                <a:gd name="T6" fmla="*/ 29 w 45"/>
                <a:gd name="T7" fmla="*/ 39 h 41"/>
                <a:gd name="T8" fmla="*/ 29 w 45"/>
                <a:gd name="T9" fmla="*/ 39 h 41"/>
                <a:gd name="T10" fmla="*/ 30 w 45"/>
                <a:gd name="T11" fmla="*/ 41 h 41"/>
                <a:gd name="T12" fmla="*/ 32 w 45"/>
                <a:gd name="T13" fmla="*/ 41 h 41"/>
                <a:gd name="T14" fmla="*/ 33 w 45"/>
                <a:gd name="T15" fmla="*/ 40 h 41"/>
                <a:gd name="T16" fmla="*/ 33 w 45"/>
                <a:gd name="T17" fmla="*/ 40 h 41"/>
                <a:gd name="T18" fmla="*/ 38 w 45"/>
                <a:gd name="T19" fmla="*/ 37 h 41"/>
                <a:gd name="T20" fmla="*/ 44 w 45"/>
                <a:gd name="T21" fmla="*/ 18 h 41"/>
                <a:gd name="T22" fmla="*/ 41 w 45"/>
                <a:gd name="T23" fmla="*/ 13 h 41"/>
                <a:gd name="T24" fmla="*/ 36 w 45"/>
                <a:gd name="T25" fmla="*/ 11 h 41"/>
                <a:gd name="T26" fmla="*/ 36 w 45"/>
                <a:gd name="T27" fmla="*/ 11 h 41"/>
                <a:gd name="T28" fmla="*/ 32 w 45"/>
                <a:gd name="T29" fmla="*/ 4 h 41"/>
                <a:gd name="T30" fmla="*/ 25 w 45"/>
                <a:gd name="T31" fmla="*/ 1 h 41"/>
                <a:gd name="T32" fmla="*/ 17 w 45"/>
                <a:gd name="T33" fmla="*/ 5 h 41"/>
                <a:gd name="T34" fmla="*/ 17 w 45"/>
                <a:gd name="T35" fmla="*/ 6 h 41"/>
                <a:gd name="T36" fmla="*/ 12 w 45"/>
                <a:gd name="T37" fmla="*/ 4 h 41"/>
                <a:gd name="T38" fmla="*/ 7 w 45"/>
                <a:gd name="T39" fmla="*/ 7 h 41"/>
                <a:gd name="T40" fmla="*/ 1 w 45"/>
                <a:gd name="T41" fmla="*/ 25 h 41"/>
                <a:gd name="T42" fmla="*/ 3 w 45"/>
                <a:gd name="T43" fmla="*/ 30 h 41"/>
                <a:gd name="T44" fmla="*/ 3 w 45"/>
                <a:gd name="T45" fmla="*/ 31 h 41"/>
                <a:gd name="T46" fmla="*/ 3 w 45"/>
                <a:gd name="T47" fmla="*/ 32 h 41"/>
                <a:gd name="T48" fmla="*/ 5 w 45"/>
                <a:gd name="T49" fmla="*/ 33 h 41"/>
                <a:gd name="T50" fmla="*/ 20 w 45"/>
                <a:gd name="T51" fmla="*/ 6 h 41"/>
                <a:gd name="T52" fmla="*/ 24 w 45"/>
                <a:gd name="T53" fmla="*/ 4 h 41"/>
                <a:gd name="T54" fmla="*/ 31 w 45"/>
                <a:gd name="T55" fmla="*/ 7 h 41"/>
                <a:gd name="T56" fmla="*/ 33 w 45"/>
                <a:gd name="T57" fmla="*/ 10 h 41"/>
                <a:gd name="T58" fmla="*/ 33 w 45"/>
                <a:gd name="T59" fmla="*/ 10 h 41"/>
                <a:gd name="T60" fmla="*/ 20 w 45"/>
                <a:gd name="T6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" h="41">
                  <a:moveTo>
                    <a:pt x="5" y="33"/>
                  </a:moveTo>
                  <a:cubicBezTo>
                    <a:pt x="6" y="33"/>
                    <a:pt x="7" y="33"/>
                    <a:pt x="7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40"/>
                    <a:pt x="29" y="40"/>
                    <a:pt x="30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3" y="41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5" y="40"/>
                    <a:pt x="37" y="39"/>
                    <a:pt x="38" y="37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5" y="16"/>
                    <a:pt x="43" y="14"/>
                    <a:pt x="41" y="13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8"/>
                    <a:pt x="35" y="4"/>
                    <a:pt x="32" y="4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2" y="0"/>
                    <a:pt x="18" y="2"/>
                    <a:pt x="17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3"/>
                    <a:pt x="7" y="4"/>
                    <a:pt x="7" y="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0" y="27"/>
                    <a:pt x="1" y="30"/>
                    <a:pt x="3" y="30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3" y="32"/>
                    <a:pt x="3" y="32"/>
                  </a:cubicBezTo>
                  <a:lnTo>
                    <a:pt x="5" y="33"/>
                  </a:lnTo>
                  <a:close/>
                  <a:moveTo>
                    <a:pt x="20" y="6"/>
                  </a:moveTo>
                  <a:cubicBezTo>
                    <a:pt x="21" y="4"/>
                    <a:pt x="22" y="4"/>
                    <a:pt x="24" y="4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3" y="7"/>
                    <a:pt x="33" y="8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20" y="6"/>
                    <a:pt x="20" y="6"/>
                    <a:pt x="2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-274637" y="-84137"/>
              <a:ext cx="749300" cy="457200"/>
            </a:xfrm>
            <a:custGeom>
              <a:avLst/>
              <a:gdLst>
                <a:gd name="T0" fmla="*/ 472 w 472"/>
                <a:gd name="T1" fmla="*/ 0 h 288"/>
                <a:gd name="T2" fmla="*/ 390 w 472"/>
                <a:gd name="T3" fmla="*/ 33 h 288"/>
                <a:gd name="T4" fmla="*/ 406 w 472"/>
                <a:gd name="T5" fmla="*/ 45 h 288"/>
                <a:gd name="T6" fmla="*/ 302 w 472"/>
                <a:gd name="T7" fmla="*/ 156 h 288"/>
                <a:gd name="T8" fmla="*/ 210 w 472"/>
                <a:gd name="T9" fmla="*/ 146 h 288"/>
                <a:gd name="T10" fmla="*/ 137 w 472"/>
                <a:gd name="T11" fmla="*/ 222 h 288"/>
                <a:gd name="T12" fmla="*/ 61 w 472"/>
                <a:gd name="T13" fmla="*/ 184 h 288"/>
                <a:gd name="T14" fmla="*/ 0 w 472"/>
                <a:gd name="T15" fmla="*/ 262 h 288"/>
                <a:gd name="T16" fmla="*/ 33 w 472"/>
                <a:gd name="T17" fmla="*/ 288 h 288"/>
                <a:gd name="T18" fmla="*/ 73 w 472"/>
                <a:gd name="T19" fmla="*/ 238 h 288"/>
                <a:gd name="T20" fmla="*/ 146 w 472"/>
                <a:gd name="T21" fmla="*/ 274 h 288"/>
                <a:gd name="T22" fmla="*/ 226 w 472"/>
                <a:gd name="T23" fmla="*/ 191 h 288"/>
                <a:gd name="T24" fmla="*/ 319 w 472"/>
                <a:gd name="T25" fmla="*/ 201 h 288"/>
                <a:gd name="T26" fmla="*/ 442 w 472"/>
                <a:gd name="T27" fmla="*/ 71 h 288"/>
                <a:gd name="T28" fmla="*/ 465 w 472"/>
                <a:gd name="T29" fmla="*/ 87 h 288"/>
                <a:gd name="T30" fmla="*/ 472 w 472"/>
                <a:gd name="T3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288">
                  <a:moveTo>
                    <a:pt x="472" y="0"/>
                  </a:moveTo>
                  <a:lnTo>
                    <a:pt x="390" y="33"/>
                  </a:lnTo>
                  <a:lnTo>
                    <a:pt x="406" y="45"/>
                  </a:lnTo>
                  <a:lnTo>
                    <a:pt x="302" y="156"/>
                  </a:lnTo>
                  <a:lnTo>
                    <a:pt x="210" y="146"/>
                  </a:lnTo>
                  <a:lnTo>
                    <a:pt x="137" y="222"/>
                  </a:lnTo>
                  <a:lnTo>
                    <a:pt x="61" y="184"/>
                  </a:lnTo>
                  <a:lnTo>
                    <a:pt x="0" y="262"/>
                  </a:lnTo>
                  <a:lnTo>
                    <a:pt x="33" y="288"/>
                  </a:lnTo>
                  <a:lnTo>
                    <a:pt x="73" y="238"/>
                  </a:lnTo>
                  <a:lnTo>
                    <a:pt x="146" y="274"/>
                  </a:lnTo>
                  <a:lnTo>
                    <a:pt x="226" y="191"/>
                  </a:lnTo>
                  <a:lnTo>
                    <a:pt x="319" y="201"/>
                  </a:lnTo>
                  <a:lnTo>
                    <a:pt x="442" y="71"/>
                  </a:lnTo>
                  <a:lnTo>
                    <a:pt x="465" y="87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2602121" y="1962647"/>
            <a:ext cx="521298" cy="360670"/>
            <a:chOff x="-5087938" y="1543050"/>
            <a:chExt cx="839788" cy="581025"/>
          </a:xfrm>
        </p:grpSpPr>
        <p:sp>
          <p:nvSpPr>
            <p:cNvPr id="40" name="Freeform 24"/>
            <p:cNvSpPr/>
            <p:nvPr/>
          </p:nvSpPr>
          <p:spPr bwMode="auto">
            <a:xfrm>
              <a:off x="-4859338" y="1831975"/>
              <a:ext cx="509588" cy="292100"/>
            </a:xfrm>
            <a:custGeom>
              <a:avLst/>
              <a:gdLst>
                <a:gd name="T0" fmla="*/ 101 w 136"/>
                <a:gd name="T1" fmla="*/ 0 h 78"/>
                <a:gd name="T2" fmla="*/ 0 w 136"/>
                <a:gd name="T3" fmla="*/ 75 h 78"/>
                <a:gd name="T4" fmla="*/ 10 w 136"/>
                <a:gd name="T5" fmla="*/ 76 h 78"/>
                <a:gd name="T6" fmla="*/ 136 w 136"/>
                <a:gd name="T7" fmla="*/ 0 h 78"/>
                <a:gd name="T8" fmla="*/ 101 w 136"/>
                <a:gd name="T9" fmla="*/ 0 h 78"/>
                <a:gd name="T10" fmla="*/ 101 w 136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6" h="78">
                  <a:moveTo>
                    <a:pt x="101" y="0"/>
                  </a:moveTo>
                  <a:cubicBezTo>
                    <a:pt x="81" y="38"/>
                    <a:pt x="49" y="64"/>
                    <a:pt x="0" y="75"/>
                  </a:cubicBezTo>
                  <a:cubicBezTo>
                    <a:pt x="3" y="76"/>
                    <a:pt x="7" y="76"/>
                    <a:pt x="10" y="76"/>
                  </a:cubicBezTo>
                  <a:cubicBezTo>
                    <a:pt x="65" y="78"/>
                    <a:pt x="114" y="47"/>
                    <a:pt x="136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-4937125" y="1543050"/>
              <a:ext cx="85725" cy="104775"/>
            </a:xfrm>
            <a:custGeom>
              <a:avLst/>
              <a:gdLst>
                <a:gd name="T0" fmla="*/ 10 w 23"/>
                <a:gd name="T1" fmla="*/ 28 h 28"/>
                <a:gd name="T2" fmla="*/ 23 w 23"/>
                <a:gd name="T3" fmla="*/ 15 h 28"/>
                <a:gd name="T4" fmla="*/ 13 w 23"/>
                <a:gd name="T5" fmla="*/ 1 h 28"/>
                <a:gd name="T6" fmla="*/ 1 w 23"/>
                <a:gd name="T7" fmla="*/ 13 h 28"/>
                <a:gd name="T8" fmla="*/ 10 w 23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8">
                  <a:moveTo>
                    <a:pt x="10" y="28"/>
                  </a:moveTo>
                  <a:cubicBezTo>
                    <a:pt x="16" y="28"/>
                    <a:pt x="22" y="23"/>
                    <a:pt x="23" y="15"/>
                  </a:cubicBezTo>
                  <a:cubicBezTo>
                    <a:pt x="23" y="8"/>
                    <a:pt x="19" y="1"/>
                    <a:pt x="13" y="1"/>
                  </a:cubicBezTo>
                  <a:cubicBezTo>
                    <a:pt x="7" y="0"/>
                    <a:pt x="2" y="6"/>
                    <a:pt x="1" y="13"/>
                  </a:cubicBezTo>
                  <a:cubicBezTo>
                    <a:pt x="0" y="20"/>
                    <a:pt x="4" y="27"/>
                    <a:pt x="1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6"/>
            <p:cNvSpPr/>
            <p:nvPr/>
          </p:nvSpPr>
          <p:spPr bwMode="auto">
            <a:xfrm>
              <a:off x="-4495800" y="1562100"/>
              <a:ext cx="247650" cy="201613"/>
            </a:xfrm>
            <a:custGeom>
              <a:avLst/>
              <a:gdLst>
                <a:gd name="T0" fmla="*/ 12 w 66"/>
                <a:gd name="T1" fmla="*/ 54 h 54"/>
                <a:gd name="T2" fmla="*/ 46 w 66"/>
                <a:gd name="T3" fmla="*/ 54 h 54"/>
                <a:gd name="T4" fmla="*/ 49 w 66"/>
                <a:gd name="T5" fmla="*/ 42 h 54"/>
                <a:gd name="T6" fmla="*/ 66 w 66"/>
                <a:gd name="T7" fmla="*/ 42 h 54"/>
                <a:gd name="T8" fmla="*/ 33 w 66"/>
                <a:gd name="T9" fmla="*/ 0 h 54"/>
                <a:gd name="T10" fmla="*/ 0 w 66"/>
                <a:gd name="T11" fmla="*/ 42 h 54"/>
                <a:gd name="T12" fmla="*/ 17 w 66"/>
                <a:gd name="T13" fmla="*/ 42 h 54"/>
                <a:gd name="T14" fmla="*/ 12 w 66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54">
                  <a:moveTo>
                    <a:pt x="12" y="54"/>
                  </a:moveTo>
                  <a:cubicBezTo>
                    <a:pt x="46" y="54"/>
                    <a:pt x="46" y="54"/>
                    <a:pt x="46" y="54"/>
                  </a:cubicBezTo>
                  <a:cubicBezTo>
                    <a:pt x="48" y="50"/>
                    <a:pt x="49" y="46"/>
                    <a:pt x="49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5" y="46"/>
                    <a:pt x="14" y="50"/>
                    <a:pt x="12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7"/>
            <p:cNvSpPr>
              <a:spLocks noEditPoints="1"/>
            </p:cNvSpPr>
            <p:nvPr/>
          </p:nvSpPr>
          <p:spPr bwMode="auto">
            <a:xfrm>
              <a:off x="-5087938" y="1651000"/>
              <a:ext cx="792163" cy="439738"/>
            </a:xfrm>
            <a:custGeom>
              <a:avLst/>
              <a:gdLst>
                <a:gd name="T0" fmla="*/ 164 w 211"/>
                <a:gd name="T1" fmla="*/ 32 h 117"/>
                <a:gd name="T2" fmla="*/ 160 w 211"/>
                <a:gd name="T3" fmla="*/ 37 h 117"/>
                <a:gd name="T4" fmla="*/ 90 w 211"/>
                <a:gd name="T5" fmla="*/ 33 h 117"/>
                <a:gd name="T6" fmla="*/ 57 w 211"/>
                <a:gd name="T7" fmla="*/ 6 h 117"/>
                <a:gd name="T8" fmla="*/ 56 w 211"/>
                <a:gd name="T9" fmla="*/ 13 h 117"/>
                <a:gd name="T10" fmla="*/ 51 w 211"/>
                <a:gd name="T11" fmla="*/ 6 h 117"/>
                <a:gd name="T12" fmla="*/ 51 w 211"/>
                <a:gd name="T13" fmla="*/ 0 h 117"/>
                <a:gd name="T14" fmla="*/ 47 w 211"/>
                <a:gd name="T15" fmla="*/ 5 h 117"/>
                <a:gd name="T16" fmla="*/ 47 w 211"/>
                <a:gd name="T17" fmla="*/ 28 h 117"/>
                <a:gd name="T18" fmla="*/ 45 w 211"/>
                <a:gd name="T19" fmla="*/ 8 h 117"/>
                <a:gd name="T20" fmla="*/ 44 w 211"/>
                <a:gd name="T21" fmla="*/ 1 h 117"/>
                <a:gd name="T22" fmla="*/ 34 w 211"/>
                <a:gd name="T23" fmla="*/ 1 h 117"/>
                <a:gd name="T24" fmla="*/ 17 w 211"/>
                <a:gd name="T25" fmla="*/ 14 h 117"/>
                <a:gd name="T26" fmla="*/ 9 w 211"/>
                <a:gd name="T27" fmla="*/ 21 h 117"/>
                <a:gd name="T28" fmla="*/ 8 w 211"/>
                <a:gd name="T29" fmla="*/ 22 h 117"/>
                <a:gd name="T30" fmla="*/ 8 w 211"/>
                <a:gd name="T31" fmla="*/ 22 h 117"/>
                <a:gd name="T32" fmla="*/ 11 w 211"/>
                <a:gd name="T33" fmla="*/ 34 h 117"/>
                <a:gd name="T34" fmla="*/ 11 w 211"/>
                <a:gd name="T35" fmla="*/ 34 h 117"/>
                <a:gd name="T36" fmla="*/ 19 w 211"/>
                <a:gd name="T37" fmla="*/ 37 h 117"/>
                <a:gd name="T38" fmla="*/ 8 w 211"/>
                <a:gd name="T39" fmla="*/ 72 h 117"/>
                <a:gd name="T40" fmla="*/ 10 w 211"/>
                <a:gd name="T41" fmla="*/ 101 h 117"/>
                <a:gd name="T42" fmla="*/ 2 w 211"/>
                <a:gd name="T43" fmla="*/ 110 h 117"/>
                <a:gd name="T44" fmla="*/ 8 w 211"/>
                <a:gd name="T45" fmla="*/ 115 h 117"/>
                <a:gd name="T46" fmla="*/ 16 w 211"/>
                <a:gd name="T47" fmla="*/ 109 h 117"/>
                <a:gd name="T48" fmla="*/ 39 w 211"/>
                <a:gd name="T49" fmla="*/ 111 h 117"/>
                <a:gd name="T50" fmla="*/ 20 w 211"/>
                <a:gd name="T51" fmla="*/ 100 h 117"/>
                <a:gd name="T52" fmla="*/ 16 w 211"/>
                <a:gd name="T53" fmla="*/ 67 h 117"/>
                <a:gd name="T54" fmla="*/ 25 w 211"/>
                <a:gd name="T55" fmla="*/ 45 h 117"/>
                <a:gd name="T56" fmla="*/ 24 w 211"/>
                <a:gd name="T57" fmla="*/ 59 h 117"/>
                <a:gd name="T58" fmla="*/ 53 w 211"/>
                <a:gd name="T59" fmla="*/ 117 h 117"/>
                <a:gd name="T60" fmla="*/ 51 w 211"/>
                <a:gd name="T61" fmla="*/ 65 h 117"/>
                <a:gd name="T62" fmla="*/ 82 w 211"/>
                <a:gd name="T63" fmla="*/ 107 h 117"/>
                <a:gd name="T64" fmla="*/ 73 w 211"/>
                <a:gd name="T65" fmla="*/ 61 h 117"/>
                <a:gd name="T66" fmla="*/ 58 w 211"/>
                <a:gd name="T67" fmla="*/ 45 h 117"/>
                <a:gd name="T68" fmla="*/ 83 w 211"/>
                <a:gd name="T69" fmla="*/ 47 h 117"/>
                <a:gd name="T70" fmla="*/ 204 w 211"/>
                <a:gd name="T71" fmla="*/ 45 h 117"/>
                <a:gd name="T72" fmla="*/ 208 w 211"/>
                <a:gd name="T73" fmla="*/ 40 h 117"/>
                <a:gd name="T74" fmla="*/ 207 w 211"/>
                <a:gd name="T75" fmla="*/ 32 h 117"/>
                <a:gd name="T76" fmla="*/ 57 w 211"/>
                <a:gd name="T77" fmla="*/ 29 h 117"/>
                <a:gd name="T78" fmla="*/ 64 w 211"/>
                <a:gd name="T79" fmla="*/ 3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1" h="117">
                  <a:moveTo>
                    <a:pt x="207" y="32"/>
                  </a:moveTo>
                  <a:cubicBezTo>
                    <a:pt x="164" y="32"/>
                    <a:pt x="164" y="32"/>
                    <a:pt x="164" y="32"/>
                  </a:cubicBezTo>
                  <a:cubicBezTo>
                    <a:pt x="162" y="32"/>
                    <a:pt x="160" y="34"/>
                    <a:pt x="160" y="36"/>
                  </a:cubicBezTo>
                  <a:cubicBezTo>
                    <a:pt x="160" y="36"/>
                    <a:pt x="160" y="36"/>
                    <a:pt x="160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9" y="35"/>
                    <a:pt x="89" y="34"/>
                    <a:pt x="90" y="33"/>
                  </a:cubicBezTo>
                  <a:cubicBezTo>
                    <a:pt x="84" y="31"/>
                    <a:pt x="71" y="25"/>
                    <a:pt x="71" y="25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1" y="1"/>
                    <a:pt x="39" y="1"/>
                    <a:pt x="34" y="1"/>
                  </a:cubicBezTo>
                  <a:cubicBezTo>
                    <a:pt x="33" y="1"/>
                    <a:pt x="29" y="3"/>
                    <a:pt x="27" y="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7"/>
                    <a:pt x="6" y="10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4" y="39"/>
                    <a:pt x="8" y="42"/>
                    <a:pt x="5" y="49"/>
                  </a:cubicBezTo>
                  <a:cubicBezTo>
                    <a:pt x="0" y="59"/>
                    <a:pt x="5" y="66"/>
                    <a:pt x="8" y="72"/>
                  </a:cubicBezTo>
                  <a:cubicBezTo>
                    <a:pt x="10" y="75"/>
                    <a:pt x="12" y="79"/>
                    <a:pt x="13" y="82"/>
                  </a:cubicBezTo>
                  <a:cubicBezTo>
                    <a:pt x="14" y="88"/>
                    <a:pt x="12" y="96"/>
                    <a:pt x="10" y="101"/>
                  </a:cubicBezTo>
                  <a:cubicBezTo>
                    <a:pt x="8" y="102"/>
                    <a:pt x="7" y="103"/>
                    <a:pt x="5" y="104"/>
                  </a:cubicBezTo>
                  <a:cubicBezTo>
                    <a:pt x="2" y="106"/>
                    <a:pt x="1" y="109"/>
                    <a:pt x="2" y="110"/>
                  </a:cubicBezTo>
                  <a:cubicBezTo>
                    <a:pt x="2" y="111"/>
                    <a:pt x="2" y="114"/>
                    <a:pt x="6" y="115"/>
                  </a:cubicBezTo>
                  <a:cubicBezTo>
                    <a:pt x="6" y="115"/>
                    <a:pt x="7" y="115"/>
                    <a:pt x="8" y="115"/>
                  </a:cubicBezTo>
                  <a:cubicBezTo>
                    <a:pt x="10" y="115"/>
                    <a:pt x="11" y="115"/>
                    <a:pt x="13" y="113"/>
                  </a:cubicBezTo>
                  <a:cubicBezTo>
                    <a:pt x="14" y="112"/>
                    <a:pt x="15" y="111"/>
                    <a:pt x="16" y="109"/>
                  </a:cubicBezTo>
                  <a:cubicBezTo>
                    <a:pt x="21" y="108"/>
                    <a:pt x="27" y="109"/>
                    <a:pt x="33" y="112"/>
                  </a:cubicBezTo>
                  <a:cubicBezTo>
                    <a:pt x="35" y="113"/>
                    <a:pt x="38" y="113"/>
                    <a:pt x="39" y="111"/>
                  </a:cubicBezTo>
                  <a:cubicBezTo>
                    <a:pt x="40" y="109"/>
                    <a:pt x="39" y="106"/>
                    <a:pt x="37" y="105"/>
                  </a:cubicBezTo>
                  <a:cubicBezTo>
                    <a:pt x="32" y="101"/>
                    <a:pt x="25" y="100"/>
                    <a:pt x="20" y="100"/>
                  </a:cubicBezTo>
                  <a:cubicBezTo>
                    <a:pt x="22" y="93"/>
                    <a:pt x="22" y="86"/>
                    <a:pt x="21" y="81"/>
                  </a:cubicBezTo>
                  <a:cubicBezTo>
                    <a:pt x="21" y="76"/>
                    <a:pt x="18" y="71"/>
                    <a:pt x="16" y="67"/>
                  </a:cubicBezTo>
                  <a:cubicBezTo>
                    <a:pt x="12" y="61"/>
                    <a:pt x="10" y="58"/>
                    <a:pt x="12" y="53"/>
                  </a:cubicBezTo>
                  <a:cubicBezTo>
                    <a:pt x="15" y="47"/>
                    <a:pt x="21" y="45"/>
                    <a:pt x="25" y="45"/>
                  </a:cubicBezTo>
                  <a:cubicBezTo>
                    <a:pt x="25" y="50"/>
                    <a:pt x="24" y="54"/>
                    <a:pt x="24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7" y="59"/>
                    <a:pt x="29" y="59"/>
                    <a:pt x="32" y="60"/>
                  </a:cubicBezTo>
                  <a:cubicBezTo>
                    <a:pt x="39" y="79"/>
                    <a:pt x="46" y="98"/>
                    <a:pt x="53" y="117"/>
                  </a:cubicBezTo>
                  <a:cubicBezTo>
                    <a:pt x="67" y="113"/>
                    <a:pt x="67" y="113"/>
                    <a:pt x="67" y="113"/>
                  </a:cubicBezTo>
                  <a:cubicBezTo>
                    <a:pt x="64" y="100"/>
                    <a:pt x="56" y="78"/>
                    <a:pt x="51" y="65"/>
                  </a:cubicBezTo>
                  <a:cubicBezTo>
                    <a:pt x="57" y="70"/>
                    <a:pt x="64" y="74"/>
                    <a:pt x="65" y="78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88" y="89"/>
                    <a:pt x="84" y="77"/>
                    <a:pt x="73" y="61"/>
                  </a:cubicBezTo>
                  <a:cubicBezTo>
                    <a:pt x="67" y="56"/>
                    <a:pt x="62" y="52"/>
                    <a:pt x="58" y="49"/>
                  </a:cubicBezTo>
                  <a:cubicBezTo>
                    <a:pt x="58" y="48"/>
                    <a:pt x="58" y="46"/>
                    <a:pt x="58" y="45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81" y="46"/>
                    <a:pt x="82" y="46"/>
                    <a:pt x="83" y="47"/>
                  </a:cubicBezTo>
                  <a:cubicBezTo>
                    <a:pt x="83" y="46"/>
                    <a:pt x="84" y="46"/>
                    <a:pt x="84" y="45"/>
                  </a:cubicBezTo>
                  <a:cubicBezTo>
                    <a:pt x="204" y="45"/>
                    <a:pt x="204" y="45"/>
                    <a:pt x="204" y="45"/>
                  </a:cubicBezTo>
                  <a:cubicBezTo>
                    <a:pt x="206" y="45"/>
                    <a:pt x="208" y="43"/>
                    <a:pt x="208" y="41"/>
                  </a:cubicBezTo>
                  <a:cubicBezTo>
                    <a:pt x="208" y="41"/>
                    <a:pt x="208" y="40"/>
                    <a:pt x="208" y="40"/>
                  </a:cubicBezTo>
                  <a:cubicBezTo>
                    <a:pt x="210" y="40"/>
                    <a:pt x="211" y="38"/>
                    <a:pt x="211" y="36"/>
                  </a:cubicBezTo>
                  <a:cubicBezTo>
                    <a:pt x="211" y="34"/>
                    <a:pt x="209" y="32"/>
                    <a:pt x="207" y="32"/>
                  </a:cubicBezTo>
                  <a:close/>
                  <a:moveTo>
                    <a:pt x="57" y="37"/>
                  </a:moveTo>
                  <a:cubicBezTo>
                    <a:pt x="57" y="34"/>
                    <a:pt x="57" y="31"/>
                    <a:pt x="57" y="29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6"/>
                    <a:pt x="64" y="37"/>
                  </a:cubicBezTo>
                  <a:lnTo>
                    <a:pt x="57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080222" y="3420918"/>
            <a:ext cx="5188823" cy="148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西安电子科技大学“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vivo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”杯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第十届职业生涯规划大赛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第六届模拟招聘大赛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7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8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8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3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9" dur="1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utoRev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50" fill="hold"/>
                                            <p:tgtEl>
                                              <p:spTgt spid="4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33" dur="150" fill="hold"/>
                                            <p:tgtEl>
                                              <p:spTgt spid="1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3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3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40" dur="150" fill="hold"/>
                                            <p:tgtEl>
                                              <p:spTgt spid="5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3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47" dur="150" fill="hold"/>
                                            <p:tgtEl>
                                              <p:spTgt spid="1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3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3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utoRev="1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150" fill="hold"/>
                                            <p:tgtEl>
                                              <p:spTgt spid="4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3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6" presetClass="emph" presetSubtype="0" autoRev="1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Scale>
                                          <p:cBhvr>
                                            <p:cTn id="61" dur="1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3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3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3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5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3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3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3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" presetClass="emph" presetSubtype="0" autoRev="1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75" dur="150" fill="hold"/>
                                            <p:tgtEl>
                                              <p:spTgt spid="4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8" dur="3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3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3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utoRev="1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150" fill="hold"/>
                                            <p:tgtEl>
                                              <p:spTgt spid="2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3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6" presetClass="emph" presetSubtype="0" autoRev="1" fill="hold" grpId="1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animScale>
                                          <p:cBhvr>
                                            <p:cTn id="89" dur="1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2" dur="3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3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3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96" dur="150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7" presetID="53" presetClass="entr" presetSubtype="16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1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6" presetClass="emph" presetSubtype="0" autoRev="1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03" dur="150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4" presetID="41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0" dur="500" tmFilter="0,0; .5, 1; 1, 1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49" grpId="0" animBg="1"/>
          <p:bldP spid="11" grpId="0" animBg="1"/>
          <p:bldP spid="11" grpId="1" animBg="1"/>
          <p:bldP spid="13" grpId="0" animBg="1"/>
          <p:bldP spid="13" grpId="1" animBg="1"/>
          <p:bldP spid="15" grpId="0" animBg="1"/>
          <p:bldP spid="15" grpId="1" animBg="1"/>
          <p:bldP spid="17" grpId="0" animBg="1"/>
          <p:bldP spid="17" grpId="1" animBg="1"/>
          <p:bldP spid="21" grpId="0" animBg="1"/>
          <p:bldP spid="21" grpId="1" animBg="1"/>
          <p:bldP spid="24" grpId="0" animBg="1"/>
          <p:bldP spid="24" grpId="1" animBg="1"/>
          <p:bldP spid="27" grpId="0" animBg="1"/>
          <p:bldP spid="27" grpId="1" animBg="1"/>
          <p:bldP spid="30" grpId="0" animBg="1"/>
          <p:bldP spid="30" grpId="1" animBg="1"/>
          <p:bldP spid="8" grpId="0" animBg="1"/>
          <p:bldP spid="8" grpId="1" animBg="1"/>
          <p:bldP spid="51" grpId="0"/>
          <p:bldP spid="51" grpId="1"/>
          <p:bldP spid="5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3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9" dur="1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utoRev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50" fill="hold"/>
                                            <p:tgtEl>
                                              <p:spTgt spid="4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3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33" dur="150" fill="hold"/>
                                            <p:tgtEl>
                                              <p:spTgt spid="1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3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3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40" dur="150" fill="hold"/>
                                            <p:tgtEl>
                                              <p:spTgt spid="5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3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3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47" dur="150" fill="hold"/>
                                            <p:tgtEl>
                                              <p:spTgt spid="1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3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3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utoRev="1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150" fill="hold"/>
                                            <p:tgtEl>
                                              <p:spTgt spid="4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3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6" presetClass="emph" presetSubtype="0" autoRev="1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Scale>
                                          <p:cBhvr>
                                            <p:cTn id="61" dur="150" fill="hold"/>
                                            <p:tgtEl>
                                              <p:spTgt spid="2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3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3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3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5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3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3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3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" presetClass="emph" presetSubtype="0" autoRev="1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75" dur="150" fill="hold"/>
                                            <p:tgtEl>
                                              <p:spTgt spid="4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8" dur="3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3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3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6" presetClass="emph" presetSubtype="0" autoRev="1" fill="hold" grpId="1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82" dur="150" fill="hold"/>
                                            <p:tgtEl>
                                              <p:spTgt spid="2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3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3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6" presetClass="emph" presetSubtype="0" autoRev="1" fill="hold" grpId="1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animScale>
                                          <p:cBhvr>
                                            <p:cTn id="89" dur="150" fill="hold"/>
                                            <p:tgtEl>
                                              <p:spTgt spid="3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2" dur="3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3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3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96" dur="150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7" presetID="53" presetClass="entr" presetSubtype="16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1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6" presetClass="emph" presetSubtype="0" autoRev="1" fill="hold" grpId="1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03" dur="150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4" presetID="41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9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0" dur="500" tmFilter="0,0; .5, 1; 1, 1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49" grpId="0" animBg="1"/>
          <p:bldP spid="11" grpId="0" animBg="1"/>
          <p:bldP spid="11" grpId="1" animBg="1"/>
          <p:bldP spid="13" grpId="0" animBg="1"/>
          <p:bldP spid="13" grpId="1" animBg="1"/>
          <p:bldP spid="15" grpId="0" animBg="1"/>
          <p:bldP spid="15" grpId="1" animBg="1"/>
          <p:bldP spid="17" grpId="0" animBg="1"/>
          <p:bldP spid="17" grpId="1" animBg="1"/>
          <p:bldP spid="21" grpId="0" animBg="1"/>
          <p:bldP spid="21" grpId="1" animBg="1"/>
          <p:bldP spid="24" grpId="0" animBg="1"/>
          <p:bldP spid="24" grpId="1" animBg="1"/>
          <p:bldP spid="27" grpId="0" animBg="1"/>
          <p:bldP spid="27" grpId="1" animBg="1"/>
          <p:bldP spid="30" grpId="0" animBg="1"/>
          <p:bldP spid="30" grpId="1" animBg="1"/>
          <p:bldP spid="8" grpId="0" animBg="1"/>
          <p:bldP spid="8" grpId="1" animBg="1"/>
          <p:bldP spid="51" grpId="0"/>
          <p:bldP spid="51" grpId="1"/>
          <p:bldP spid="5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组合 310"/>
          <p:cNvGrpSpPr/>
          <p:nvPr/>
        </p:nvGrpSpPr>
        <p:grpSpPr>
          <a:xfrm>
            <a:off x="-728429" y="197814"/>
            <a:ext cx="4385392" cy="645235"/>
            <a:chOff x="-260350" y="347637"/>
            <a:chExt cx="5848995" cy="860580"/>
          </a:xfrm>
          <a:gradFill>
            <a:gsLst>
              <a:gs pos="0">
                <a:schemeClr val="accent5"/>
              </a:gs>
              <a:gs pos="66000">
                <a:srgbClr val="8B6195">
                  <a:alpha val="0"/>
                </a:srgbClr>
              </a:gs>
              <a:gs pos="38000">
                <a:srgbClr val="B37190">
                  <a:alpha val="0"/>
                </a:srgbClr>
              </a:gs>
              <a:gs pos="100000">
                <a:schemeClr val="accent1"/>
              </a:gs>
            </a:gsLst>
            <a:lin ang="0" scaled="1"/>
          </a:gradFill>
        </p:grpSpPr>
        <p:sp>
          <p:nvSpPr>
            <p:cNvPr id="312" name="任意多边形: 形状 311"/>
            <p:cNvSpPr/>
            <p:nvPr/>
          </p:nvSpPr>
          <p:spPr>
            <a:xfrm>
              <a:off x="-260350" y="347637"/>
              <a:ext cx="3294210" cy="454282"/>
            </a:xfrm>
            <a:custGeom>
              <a:avLst/>
              <a:gdLst>
                <a:gd name="connsiteX0" fmla="*/ 3357 w 12190161"/>
                <a:gd name="connsiteY0" fmla="*/ 74428 h 6142467"/>
                <a:gd name="connsiteX1" fmla="*/ 55880 w 12190161"/>
                <a:gd name="connsiteY1" fmla="*/ 110831 h 6142467"/>
                <a:gd name="connsiteX2" fmla="*/ 229284 w 12190161"/>
                <a:gd name="connsiteY2" fmla="*/ 1366261 h 6142467"/>
                <a:gd name="connsiteX3" fmla="*/ 224893 w 12190161"/>
                <a:gd name="connsiteY3" fmla="*/ 1367589 h 6142467"/>
                <a:gd name="connsiteX4" fmla="*/ 191784 w 12190161"/>
                <a:gd name="connsiteY4" fmla="*/ 1438661 h 6142467"/>
                <a:gd name="connsiteX5" fmla="*/ 233965 w 12190161"/>
                <a:gd name="connsiteY5" fmla="*/ 1474197 h 6142467"/>
                <a:gd name="connsiteX6" fmla="*/ 165955 w 12190161"/>
                <a:gd name="connsiteY6" fmla="*/ 2833981 h 6142467"/>
                <a:gd name="connsiteX7" fmla="*/ 151394 w 12190161"/>
                <a:gd name="connsiteY7" fmla="*/ 2837101 h 6142467"/>
                <a:gd name="connsiteX8" fmla="*/ 118285 w 12190161"/>
                <a:gd name="connsiteY8" fmla="*/ 2908173 h 6142467"/>
                <a:gd name="connsiteX9" fmla="*/ 189357 w 12190161"/>
                <a:gd name="connsiteY9" fmla="*/ 2941282 h 6142467"/>
                <a:gd name="connsiteX10" fmla="*/ 209465 w 12190161"/>
                <a:gd name="connsiteY10" fmla="*/ 2928455 h 6142467"/>
                <a:gd name="connsiteX11" fmla="*/ 975307 w 12190161"/>
                <a:gd name="connsiteY11" fmla="*/ 3521587 h 6142467"/>
                <a:gd name="connsiteX12" fmla="*/ 971032 w 12190161"/>
                <a:gd name="connsiteY12" fmla="*/ 3568564 h 6142467"/>
                <a:gd name="connsiteX13" fmla="*/ 1042103 w 12190161"/>
                <a:gd name="connsiteY13" fmla="*/ 3601673 h 6142467"/>
                <a:gd name="connsiteX14" fmla="*/ 1058109 w 12190161"/>
                <a:gd name="connsiteY14" fmla="*/ 3592543 h 6142467"/>
                <a:gd name="connsiteX15" fmla="*/ 1540704 w 12190161"/>
                <a:gd name="connsiteY15" fmla="*/ 4049367 h 6142467"/>
                <a:gd name="connsiteX16" fmla="*/ 1533424 w 12190161"/>
                <a:gd name="connsiteY16" fmla="*/ 4100967 h 6142467"/>
                <a:gd name="connsiteX17" fmla="*/ 1559079 w 12190161"/>
                <a:gd name="connsiteY17" fmla="*/ 4130667 h 6142467"/>
                <a:gd name="connsiteX18" fmla="*/ 1223134 w 12190161"/>
                <a:gd name="connsiteY18" fmla="*/ 5001095 h 6142467"/>
                <a:gd name="connsiteX19" fmla="*/ 1191065 w 12190161"/>
                <a:gd name="connsiteY19" fmla="*/ 5002886 h 6142467"/>
                <a:gd name="connsiteX20" fmla="*/ 1157956 w 12190161"/>
                <a:gd name="connsiteY20" fmla="*/ 5073958 h 6142467"/>
                <a:gd name="connsiteX21" fmla="*/ 1214641 w 12190161"/>
                <a:gd name="connsiteY21" fmla="*/ 5110187 h 6142467"/>
                <a:gd name="connsiteX22" fmla="*/ 1362158 w 12190161"/>
                <a:gd name="connsiteY22" fmla="*/ 5793286 h 6142467"/>
                <a:gd name="connsiteX23" fmla="*/ 1361753 w 12190161"/>
                <a:gd name="connsiteY23" fmla="*/ 5793402 h 6142467"/>
                <a:gd name="connsiteX24" fmla="*/ 1328644 w 12190161"/>
                <a:gd name="connsiteY24" fmla="*/ 5864473 h 6142467"/>
                <a:gd name="connsiteX25" fmla="*/ 1399716 w 12190161"/>
                <a:gd name="connsiteY25" fmla="*/ 5897582 h 6142467"/>
                <a:gd name="connsiteX26" fmla="*/ 1432190 w 12190161"/>
                <a:gd name="connsiteY26" fmla="*/ 5865976 h 6142467"/>
                <a:gd name="connsiteX27" fmla="*/ 2273785 w 12190161"/>
                <a:gd name="connsiteY27" fmla="*/ 6080405 h 6142467"/>
                <a:gd name="connsiteX28" fmla="*/ 2276674 w 12190161"/>
                <a:gd name="connsiteY28" fmla="*/ 6106002 h 6142467"/>
                <a:gd name="connsiteX29" fmla="*/ 2347745 w 12190161"/>
                <a:gd name="connsiteY29" fmla="*/ 6139111 h 6142467"/>
                <a:gd name="connsiteX30" fmla="*/ 2380855 w 12190161"/>
                <a:gd name="connsiteY30" fmla="*/ 6068040 h 6142467"/>
                <a:gd name="connsiteX31" fmla="*/ 2379525 w 12190161"/>
                <a:gd name="connsiteY31" fmla="*/ 6064861 h 6142467"/>
                <a:gd name="connsiteX32" fmla="*/ 3889716 w 12190161"/>
                <a:gd name="connsiteY32" fmla="*/ 5157337 h 6142467"/>
                <a:gd name="connsiteX33" fmla="*/ 3893529 w 12190161"/>
                <a:gd name="connsiteY33" fmla="*/ 5161266 h 6142467"/>
                <a:gd name="connsiteX34" fmla="*/ 3896707 w 12190161"/>
                <a:gd name="connsiteY34" fmla="*/ 5153119 h 6142467"/>
                <a:gd name="connsiteX35" fmla="*/ 3921322 w 12190161"/>
                <a:gd name="connsiteY35" fmla="*/ 5138327 h 6142467"/>
                <a:gd name="connsiteX36" fmla="*/ 3901792 w 12190161"/>
                <a:gd name="connsiteY36" fmla="*/ 5140118 h 6142467"/>
                <a:gd name="connsiteX37" fmla="*/ 4279282 w 12190161"/>
                <a:gd name="connsiteY37" fmla="*/ 4174119 h 6142467"/>
                <a:gd name="connsiteX38" fmla="*/ 4311640 w 12190161"/>
                <a:gd name="connsiteY38" fmla="*/ 4172386 h 6142467"/>
                <a:gd name="connsiteX39" fmla="*/ 4348042 w 12190161"/>
                <a:gd name="connsiteY39" fmla="*/ 4121480 h 6142467"/>
                <a:gd name="connsiteX40" fmla="*/ 5166062 w 12190161"/>
                <a:gd name="connsiteY40" fmla="*/ 4032784 h 6142467"/>
                <a:gd name="connsiteX41" fmla="*/ 5167853 w 12190161"/>
                <a:gd name="connsiteY41" fmla="*/ 4038736 h 6142467"/>
                <a:gd name="connsiteX42" fmla="*/ 5238925 w 12190161"/>
                <a:gd name="connsiteY42" fmla="*/ 4071845 h 6142467"/>
                <a:gd name="connsiteX43" fmla="*/ 5274172 w 12190161"/>
                <a:gd name="connsiteY43" fmla="*/ 4008516 h 6142467"/>
                <a:gd name="connsiteX44" fmla="*/ 7462665 w 12190161"/>
                <a:gd name="connsiteY44" fmla="*/ 4467421 h 6142467"/>
                <a:gd name="connsiteX45" fmla="*/ 7465786 w 12190161"/>
                <a:gd name="connsiteY45" fmla="*/ 4490706 h 6142467"/>
                <a:gd name="connsiteX46" fmla="*/ 7536857 w 12190161"/>
                <a:gd name="connsiteY46" fmla="*/ 4523815 h 6142467"/>
                <a:gd name="connsiteX47" fmla="*/ 7569966 w 12190161"/>
                <a:gd name="connsiteY47" fmla="*/ 4452744 h 6142467"/>
                <a:gd name="connsiteX48" fmla="*/ 7549974 w 12190161"/>
                <a:gd name="connsiteY48" fmla="*/ 4426511 h 6142467"/>
                <a:gd name="connsiteX49" fmla="*/ 8418552 w 12190161"/>
                <a:gd name="connsiteY49" fmla="*/ 2792436 h 6142467"/>
                <a:gd name="connsiteX50" fmla="*/ 8456977 w 12190161"/>
                <a:gd name="connsiteY50" fmla="*/ 2792667 h 6142467"/>
                <a:gd name="connsiteX51" fmla="*/ 8484655 w 12190161"/>
                <a:gd name="connsiteY51" fmla="*/ 2770421 h 6142467"/>
                <a:gd name="connsiteX52" fmla="*/ 9193467 w 12190161"/>
                <a:gd name="connsiteY52" fmla="*/ 3104112 h 6142467"/>
                <a:gd name="connsiteX53" fmla="*/ 9194102 w 12190161"/>
                <a:gd name="connsiteY53" fmla="*/ 3139994 h 6142467"/>
                <a:gd name="connsiteX54" fmla="*/ 9265174 w 12190161"/>
                <a:gd name="connsiteY54" fmla="*/ 3173104 h 6142467"/>
                <a:gd name="connsiteX55" fmla="*/ 9301114 w 12190161"/>
                <a:gd name="connsiteY55" fmla="*/ 3128265 h 6142467"/>
                <a:gd name="connsiteX56" fmla="*/ 10014260 w 12190161"/>
                <a:gd name="connsiteY56" fmla="*/ 3129421 h 6142467"/>
                <a:gd name="connsiteX57" fmla="*/ 10017149 w 12190161"/>
                <a:gd name="connsiteY57" fmla="*/ 3141324 h 6142467"/>
                <a:gd name="connsiteX58" fmla="*/ 10088221 w 12190161"/>
                <a:gd name="connsiteY58" fmla="*/ 3174433 h 6142467"/>
                <a:gd name="connsiteX59" fmla="*/ 10121330 w 12190161"/>
                <a:gd name="connsiteY59" fmla="*/ 3103361 h 6142467"/>
                <a:gd name="connsiteX60" fmla="*/ 10118556 w 12190161"/>
                <a:gd name="connsiteY60" fmla="*/ 3097062 h 6142467"/>
                <a:gd name="connsiteX61" fmla="*/ 11175851 w 12190161"/>
                <a:gd name="connsiteY61" fmla="*/ 2369472 h 6142467"/>
                <a:gd name="connsiteX62" fmla="*/ 11236060 w 12190161"/>
                <a:gd name="connsiteY62" fmla="*/ 2384553 h 6142467"/>
                <a:gd name="connsiteX63" fmla="*/ 11269169 w 12190161"/>
                <a:gd name="connsiteY63" fmla="*/ 2313481 h 6142467"/>
                <a:gd name="connsiteX64" fmla="*/ 11228259 w 12190161"/>
                <a:gd name="connsiteY64" fmla="*/ 2278234 h 6142467"/>
                <a:gd name="connsiteX65" fmla="*/ 11282748 w 12190161"/>
                <a:gd name="connsiteY65" fmla="*/ 1544229 h 6142467"/>
                <a:gd name="connsiteX66" fmla="*/ 11301354 w 12190161"/>
                <a:gd name="connsiteY66" fmla="*/ 1540935 h 6142467"/>
                <a:gd name="connsiteX67" fmla="*/ 11336428 w 12190161"/>
                <a:gd name="connsiteY67" fmla="*/ 1476740 h 6142467"/>
                <a:gd name="connsiteX68" fmla="*/ 12081583 w 12190161"/>
                <a:gd name="connsiteY68" fmla="*/ 1276756 h 6142467"/>
                <a:gd name="connsiteX69" fmla="*/ 12082624 w 12190161"/>
                <a:gd name="connsiteY69" fmla="*/ 1280108 h 6142467"/>
                <a:gd name="connsiteX70" fmla="*/ 12153696 w 12190161"/>
                <a:gd name="connsiteY70" fmla="*/ 1313217 h 6142467"/>
                <a:gd name="connsiteX71" fmla="*/ 12186805 w 12190161"/>
                <a:gd name="connsiteY71" fmla="*/ 1242145 h 6142467"/>
                <a:gd name="connsiteX72" fmla="*/ 12115733 w 12190161"/>
                <a:gd name="connsiteY72" fmla="*/ 1209036 h 6142467"/>
                <a:gd name="connsiteX73" fmla="*/ 12110821 w 12190161"/>
                <a:gd name="connsiteY73" fmla="*/ 1211116 h 6142467"/>
                <a:gd name="connsiteX74" fmla="*/ 11920835 w 12190161"/>
                <a:gd name="connsiteY74" fmla="*/ 844200 h 6142467"/>
                <a:gd name="connsiteX75" fmla="*/ 11941348 w 12190161"/>
                <a:gd name="connsiteY75" fmla="*/ 779773 h 6142467"/>
                <a:gd name="connsiteX76" fmla="*/ 11870275 w 12190161"/>
                <a:gd name="connsiteY76" fmla="*/ 746664 h 6142467"/>
                <a:gd name="connsiteX77" fmla="*/ 11835201 w 12190161"/>
                <a:gd name="connsiteY77" fmla="*/ 786649 h 6142467"/>
                <a:gd name="connsiteX78" fmla="*/ 10900231 w 12190161"/>
                <a:gd name="connsiteY78" fmla="*/ 700843 h 6142467"/>
                <a:gd name="connsiteX79" fmla="*/ 10896937 w 12190161"/>
                <a:gd name="connsiteY79" fmla="*/ 683971 h 6142467"/>
                <a:gd name="connsiteX80" fmla="*/ 10825865 w 12190161"/>
                <a:gd name="connsiteY80" fmla="*/ 650862 h 6142467"/>
                <a:gd name="connsiteX81" fmla="*/ 10789579 w 12190161"/>
                <a:gd name="connsiteY81" fmla="*/ 698994 h 6142467"/>
                <a:gd name="connsiteX82" fmla="*/ 10632758 w 12190161"/>
                <a:gd name="connsiteY82" fmla="*/ 722511 h 6142467"/>
                <a:gd name="connsiteX83" fmla="*/ 9762735 w 12190161"/>
                <a:gd name="connsiteY83" fmla="*/ 853099 h 6142467"/>
                <a:gd name="connsiteX84" fmla="*/ 9692241 w 12190161"/>
                <a:gd name="connsiteY84" fmla="*/ 821261 h 6142467"/>
                <a:gd name="connsiteX85" fmla="*/ 9659132 w 12190161"/>
                <a:gd name="connsiteY85" fmla="*/ 892333 h 6142467"/>
                <a:gd name="connsiteX86" fmla="*/ 9673115 w 12190161"/>
                <a:gd name="connsiteY86" fmla="*/ 913539 h 6142467"/>
                <a:gd name="connsiteX87" fmla="*/ 9139729 w 12190161"/>
                <a:gd name="connsiteY87" fmla="*/ 1617150 h 6142467"/>
                <a:gd name="connsiteX88" fmla="*/ 9094139 w 12190161"/>
                <a:gd name="connsiteY88" fmla="*/ 1613625 h 6142467"/>
                <a:gd name="connsiteX89" fmla="*/ 9093966 w 12190161"/>
                <a:gd name="connsiteY89" fmla="*/ 1613683 h 6142467"/>
                <a:gd name="connsiteX90" fmla="*/ 8857637 w 12190161"/>
                <a:gd name="connsiteY90" fmla="*/ 1161192 h 6142467"/>
                <a:gd name="connsiteX91" fmla="*/ 7765789 w 12190161"/>
                <a:gd name="connsiteY91" fmla="*/ 1725954 h 6142467"/>
                <a:gd name="connsiteX92" fmla="*/ 7701304 w 12190161"/>
                <a:gd name="connsiteY92" fmla="*/ 1705441 h 6142467"/>
                <a:gd name="connsiteX93" fmla="*/ 7672413 w 12190161"/>
                <a:gd name="connsiteY93" fmla="*/ 1729536 h 6142467"/>
                <a:gd name="connsiteX94" fmla="*/ 7026064 w 12190161"/>
                <a:gd name="connsiteY94" fmla="*/ 1456458 h 6142467"/>
                <a:gd name="connsiteX95" fmla="*/ 7024793 w 12190161"/>
                <a:gd name="connsiteY95" fmla="*/ 1422714 h 6142467"/>
                <a:gd name="connsiteX96" fmla="*/ 6953721 w 12190161"/>
                <a:gd name="connsiteY96" fmla="*/ 1389605 h 6142467"/>
                <a:gd name="connsiteX97" fmla="*/ 6923790 w 12190161"/>
                <a:gd name="connsiteY97" fmla="*/ 1415722 h 6142467"/>
                <a:gd name="connsiteX98" fmla="*/ 5851183 w 12190161"/>
                <a:gd name="connsiteY98" fmla="*/ 1012692 h 6142467"/>
                <a:gd name="connsiteX99" fmla="*/ 5849334 w 12190161"/>
                <a:gd name="connsiteY99" fmla="*/ 981086 h 6142467"/>
                <a:gd name="connsiteX100" fmla="*/ 5778262 w 12190161"/>
                <a:gd name="connsiteY100" fmla="*/ 947977 h 6142467"/>
                <a:gd name="connsiteX101" fmla="*/ 5745153 w 12190161"/>
                <a:gd name="connsiteY101" fmla="*/ 1019049 h 6142467"/>
                <a:gd name="connsiteX102" fmla="*/ 5765955 w 12190161"/>
                <a:gd name="connsiteY102" fmla="*/ 1045744 h 6142467"/>
                <a:gd name="connsiteX103" fmla="*/ 5421285 w 12190161"/>
                <a:gd name="connsiteY103" fmla="*/ 1721678 h 6142467"/>
                <a:gd name="connsiteX104" fmla="*/ 5383727 w 12190161"/>
                <a:gd name="connsiteY104" fmla="*/ 1721793 h 6142467"/>
                <a:gd name="connsiteX105" fmla="*/ 5347844 w 12190161"/>
                <a:gd name="connsiteY105" fmla="*/ 1782002 h 6142467"/>
                <a:gd name="connsiteX106" fmla="*/ 3603001 w 12190161"/>
                <a:gd name="connsiteY106" fmla="*/ 2277483 h 6142467"/>
                <a:gd name="connsiteX107" fmla="*/ 3604966 w 12190161"/>
                <a:gd name="connsiteY107" fmla="*/ 2284359 h 6142467"/>
                <a:gd name="connsiteX108" fmla="*/ 3566079 w 12190161"/>
                <a:gd name="connsiteY108" fmla="*/ 2249516 h 6142467"/>
                <a:gd name="connsiteX109" fmla="*/ 3645067 w 12190161"/>
                <a:gd name="connsiteY109" fmla="*/ 1540242 h 6142467"/>
                <a:gd name="connsiteX110" fmla="*/ 3663037 w 12190161"/>
                <a:gd name="connsiteY110" fmla="*/ 1536948 h 6142467"/>
                <a:gd name="connsiteX111" fmla="*/ 3696146 w 12190161"/>
                <a:gd name="connsiteY111" fmla="*/ 1465877 h 6142467"/>
                <a:gd name="connsiteX112" fmla="*/ 3625074 w 12190161"/>
                <a:gd name="connsiteY112" fmla="*/ 1432768 h 6142467"/>
                <a:gd name="connsiteX113" fmla="*/ 3591156 w 12190161"/>
                <a:gd name="connsiteY113" fmla="*/ 1468477 h 6142467"/>
                <a:gd name="connsiteX114" fmla="*/ 2070854 w 12190161"/>
                <a:gd name="connsiteY114" fmla="*/ 1206147 h 6142467"/>
                <a:gd name="connsiteX115" fmla="*/ 2067561 w 12190161"/>
                <a:gd name="connsiteY115" fmla="*/ 1186616 h 6142467"/>
                <a:gd name="connsiteX116" fmla="*/ 2019081 w 12190161"/>
                <a:gd name="connsiteY116" fmla="*/ 1150271 h 6142467"/>
                <a:gd name="connsiteX117" fmla="*/ 1993079 w 12190161"/>
                <a:gd name="connsiteY117" fmla="*/ 498144 h 6142467"/>
                <a:gd name="connsiteX118" fmla="*/ 1999724 w 12190161"/>
                <a:gd name="connsiteY118" fmla="*/ 496237 h 6142467"/>
                <a:gd name="connsiteX119" fmla="*/ 2032833 w 12190161"/>
                <a:gd name="connsiteY119" fmla="*/ 425165 h 6142467"/>
                <a:gd name="connsiteX120" fmla="*/ 1961762 w 12190161"/>
                <a:gd name="connsiteY120" fmla="*/ 392056 h 6142467"/>
                <a:gd name="connsiteX121" fmla="*/ 1929404 w 12190161"/>
                <a:gd name="connsiteY121" fmla="*/ 423432 h 6142467"/>
                <a:gd name="connsiteX122" fmla="*/ 110716 w 12190161"/>
                <a:gd name="connsiteY122" fmla="*/ 59232 h 6142467"/>
                <a:gd name="connsiteX123" fmla="*/ 107538 w 12190161"/>
                <a:gd name="connsiteY123" fmla="*/ 36466 h 6142467"/>
                <a:gd name="connsiteX124" fmla="*/ 36466 w 12190161"/>
                <a:gd name="connsiteY124" fmla="*/ 3357 h 6142467"/>
                <a:gd name="connsiteX125" fmla="*/ 3357 w 12190161"/>
                <a:gd name="connsiteY125" fmla="*/ 74428 h 6142467"/>
                <a:gd name="connsiteX126" fmla="*/ 70037 w 12190161"/>
                <a:gd name="connsiteY126" fmla="*/ 108867 h 6142467"/>
                <a:gd name="connsiteX127" fmla="*/ 74428 w 12190161"/>
                <a:gd name="connsiteY127" fmla="*/ 107538 h 6142467"/>
                <a:gd name="connsiteX128" fmla="*/ 99217 w 12190161"/>
                <a:gd name="connsiteY128" fmla="*/ 89394 h 6142467"/>
                <a:gd name="connsiteX129" fmla="*/ 1321306 w 12190161"/>
                <a:gd name="connsiteY129" fmla="*/ 805891 h 6142467"/>
                <a:gd name="connsiteX130" fmla="*/ 288280 w 12190161"/>
                <a:gd name="connsiteY130" fmla="*/ 1386542 h 6142467"/>
                <a:gd name="connsiteX131" fmla="*/ 243441 w 12190161"/>
                <a:gd name="connsiteY131" fmla="*/ 1364296 h 6142467"/>
                <a:gd name="connsiteX132" fmla="*/ 70037 w 12190161"/>
                <a:gd name="connsiteY132" fmla="*/ 108867 h 6142467"/>
                <a:gd name="connsiteX133" fmla="*/ 1964824 w 12190161"/>
                <a:gd name="connsiteY133" fmla="*/ 1183207 h 6142467"/>
                <a:gd name="connsiteX134" fmla="*/ 1960028 w 12190161"/>
                <a:gd name="connsiteY134" fmla="*/ 1203200 h 6142467"/>
                <a:gd name="connsiteX135" fmla="*/ 297582 w 12190161"/>
                <a:gd name="connsiteY135" fmla="*/ 1405957 h 6142467"/>
                <a:gd name="connsiteX136" fmla="*/ 295965 w 12190161"/>
                <a:gd name="connsiteY136" fmla="*/ 1400756 h 6142467"/>
                <a:gd name="connsiteX137" fmla="*/ 295213 w 12190161"/>
                <a:gd name="connsiteY137" fmla="*/ 1399023 h 6142467"/>
                <a:gd name="connsiteX138" fmla="*/ 1335520 w 12190161"/>
                <a:gd name="connsiteY138" fmla="*/ 814269 h 6142467"/>
                <a:gd name="connsiteX139" fmla="*/ 1964824 w 12190161"/>
                <a:gd name="connsiteY139" fmla="*/ 1183207 h 6142467"/>
                <a:gd name="connsiteX140" fmla="*/ 3617389 w 12190161"/>
                <a:gd name="connsiteY140" fmla="*/ 1533597 h 6142467"/>
                <a:gd name="connsiteX141" fmla="*/ 3125376 w 12190161"/>
                <a:gd name="connsiteY141" fmla="*/ 2794054 h 6142467"/>
                <a:gd name="connsiteX142" fmla="*/ 3093075 w 12190161"/>
                <a:gd name="connsiteY142" fmla="*/ 2795787 h 6142467"/>
                <a:gd name="connsiteX143" fmla="*/ 3087471 w 12190161"/>
                <a:gd name="connsiteY143" fmla="*/ 2798214 h 6142467"/>
                <a:gd name="connsiteX144" fmla="*/ 2746094 w 12190161"/>
                <a:gd name="connsiteY144" fmla="*/ 2287017 h 6142467"/>
                <a:gd name="connsiteX145" fmla="*/ 3607566 w 12190161"/>
                <a:gd name="connsiteY145" fmla="*/ 1526779 h 6142467"/>
                <a:gd name="connsiteX146" fmla="*/ 3617389 w 12190161"/>
                <a:gd name="connsiteY146" fmla="*/ 1533597 h 6142467"/>
                <a:gd name="connsiteX147" fmla="*/ 11650530 w 12190161"/>
                <a:gd name="connsiteY147" fmla="*/ 1059323 h 6142467"/>
                <a:gd name="connsiteX148" fmla="*/ 11313141 w 12190161"/>
                <a:gd name="connsiteY148" fmla="*/ 1442995 h 6142467"/>
                <a:gd name="connsiteX149" fmla="*/ 11263275 w 12190161"/>
                <a:gd name="connsiteY149" fmla="*/ 1436870 h 6142467"/>
                <a:gd name="connsiteX150" fmla="*/ 11262986 w 12190161"/>
                <a:gd name="connsiteY150" fmla="*/ 1436986 h 6142467"/>
                <a:gd name="connsiteX151" fmla="*/ 10882261 w 12190161"/>
                <a:gd name="connsiteY151" fmla="*/ 743775 h 6142467"/>
                <a:gd name="connsiteX152" fmla="*/ 10892315 w 12190161"/>
                <a:gd name="connsiteY152" fmla="*/ 731352 h 6142467"/>
                <a:gd name="connsiteX153" fmla="*/ 11650530 w 12190161"/>
                <a:gd name="connsiteY153" fmla="*/ 1059323 h 6142467"/>
                <a:gd name="connsiteX154" fmla="*/ 9507512 w 12190161"/>
                <a:gd name="connsiteY154" fmla="*/ 2924005 h 6142467"/>
                <a:gd name="connsiteX155" fmla="*/ 10543716 w 12190161"/>
                <a:gd name="connsiteY155" fmla="*/ 2106448 h 6142467"/>
                <a:gd name="connsiteX156" fmla="*/ 10551979 w 12190161"/>
                <a:gd name="connsiteY156" fmla="*/ 2113093 h 6142467"/>
                <a:gd name="connsiteX157" fmla="*/ 10086776 w 12190161"/>
                <a:gd name="connsiteY157" fmla="*/ 3069963 h 6142467"/>
                <a:gd name="connsiteX158" fmla="*/ 10050200 w 12190161"/>
                <a:gd name="connsiteY158" fmla="*/ 3070425 h 6142467"/>
                <a:gd name="connsiteX159" fmla="*/ 10019460 w 12190161"/>
                <a:gd name="connsiteY159" fmla="*/ 3098045 h 6142467"/>
                <a:gd name="connsiteX160" fmla="*/ 9507512 w 12190161"/>
                <a:gd name="connsiteY160" fmla="*/ 2924005 h 6142467"/>
                <a:gd name="connsiteX161" fmla="*/ 2309725 w 12190161"/>
                <a:gd name="connsiteY161" fmla="*/ 6034873 h 6142467"/>
                <a:gd name="connsiteX162" fmla="*/ 2293199 w 12190161"/>
                <a:gd name="connsiteY162" fmla="*/ 6044464 h 6142467"/>
                <a:gd name="connsiteX163" fmla="*/ 1851167 w 12190161"/>
                <a:gd name="connsiteY163" fmla="*/ 5636697 h 6142467"/>
                <a:gd name="connsiteX164" fmla="*/ 2594532 w 12190161"/>
                <a:gd name="connsiteY164" fmla="*/ 5294454 h 6142467"/>
                <a:gd name="connsiteX165" fmla="*/ 2339887 w 12190161"/>
                <a:gd name="connsiteY165" fmla="*/ 6032677 h 6142467"/>
                <a:gd name="connsiteX166" fmla="*/ 2309725 w 12190161"/>
                <a:gd name="connsiteY166" fmla="*/ 6034873 h 6142467"/>
                <a:gd name="connsiteX167" fmla="*/ 2019544 w 12190161"/>
                <a:gd name="connsiteY167" fmla="*/ 1260982 h 6142467"/>
                <a:gd name="connsiteX168" fmla="*/ 2316948 w 12190161"/>
                <a:gd name="connsiteY168" fmla="*/ 2587367 h 6142467"/>
                <a:gd name="connsiteX169" fmla="*/ 2303369 w 12190161"/>
                <a:gd name="connsiteY169" fmla="*/ 2594590 h 6142467"/>
                <a:gd name="connsiteX170" fmla="*/ 1517129 w 12190161"/>
                <a:gd name="connsiteY170" fmla="*/ 1762356 h 6142467"/>
                <a:gd name="connsiteX171" fmla="*/ 1981928 w 12190161"/>
                <a:gd name="connsiteY171" fmla="*/ 1249830 h 6142467"/>
                <a:gd name="connsiteX172" fmla="*/ 2019544 w 12190161"/>
                <a:gd name="connsiteY172" fmla="*/ 1260982 h 6142467"/>
                <a:gd name="connsiteX173" fmla="*/ 5421574 w 12190161"/>
                <a:gd name="connsiteY173" fmla="*/ 1826090 h 6142467"/>
                <a:gd name="connsiteX174" fmla="*/ 5429433 w 12190161"/>
                <a:gd name="connsiteY174" fmla="*/ 1822449 h 6142467"/>
                <a:gd name="connsiteX175" fmla="*/ 5491432 w 12190161"/>
                <a:gd name="connsiteY175" fmla="*/ 1906638 h 6142467"/>
                <a:gd name="connsiteX176" fmla="*/ 5255335 w 12190161"/>
                <a:gd name="connsiteY176" fmla="*/ 2624117 h 6142467"/>
                <a:gd name="connsiteX177" fmla="*/ 5399790 w 12190161"/>
                <a:gd name="connsiteY177" fmla="*/ 1829383 h 6142467"/>
                <a:gd name="connsiteX178" fmla="*/ 5421574 w 12190161"/>
                <a:gd name="connsiteY178" fmla="*/ 1826090 h 6142467"/>
                <a:gd name="connsiteX179" fmla="*/ 5794961 w 12190161"/>
                <a:gd name="connsiteY179" fmla="*/ 1055567 h 6142467"/>
                <a:gd name="connsiteX180" fmla="*/ 5917922 w 12190161"/>
                <a:gd name="connsiteY180" fmla="*/ 2435805 h 6142467"/>
                <a:gd name="connsiteX181" fmla="*/ 5910930 w 12190161"/>
                <a:gd name="connsiteY181" fmla="*/ 2437770 h 6142467"/>
                <a:gd name="connsiteX182" fmla="*/ 5903071 w 12190161"/>
                <a:gd name="connsiteY182" fmla="*/ 2441410 h 6142467"/>
                <a:gd name="connsiteX183" fmla="*/ 5507265 w 12190161"/>
                <a:gd name="connsiteY183" fmla="*/ 1904038 h 6142467"/>
                <a:gd name="connsiteX184" fmla="*/ 5786756 w 12190161"/>
                <a:gd name="connsiteY184" fmla="*/ 1054527 h 6142467"/>
                <a:gd name="connsiteX185" fmla="*/ 5794961 w 12190161"/>
                <a:gd name="connsiteY185" fmla="*/ 1055567 h 6142467"/>
                <a:gd name="connsiteX186" fmla="*/ 6972038 w 12190161"/>
                <a:gd name="connsiteY186" fmla="*/ 1497194 h 6142467"/>
                <a:gd name="connsiteX187" fmla="*/ 7080033 w 12190161"/>
                <a:gd name="connsiteY187" fmla="*/ 2398478 h 6142467"/>
                <a:gd name="connsiteX188" fmla="*/ 7074659 w 12190161"/>
                <a:gd name="connsiteY188" fmla="*/ 2400154 h 6142467"/>
                <a:gd name="connsiteX189" fmla="*/ 7062351 w 12190161"/>
                <a:gd name="connsiteY189" fmla="*/ 2406510 h 6142467"/>
                <a:gd name="connsiteX190" fmla="*/ 6570685 w 12190161"/>
                <a:gd name="connsiteY190" fmla="*/ 1855847 h 6142467"/>
                <a:gd name="connsiteX191" fmla="*/ 6938871 w 12190161"/>
                <a:gd name="connsiteY191" fmla="*/ 1485812 h 6142467"/>
                <a:gd name="connsiteX192" fmla="*/ 6972038 w 12190161"/>
                <a:gd name="connsiteY192" fmla="*/ 1497194 h 6142467"/>
                <a:gd name="connsiteX193" fmla="*/ 8636159 w 12190161"/>
                <a:gd name="connsiteY193" fmla="*/ 2411132 h 6142467"/>
                <a:gd name="connsiteX194" fmla="*/ 8461080 w 12190161"/>
                <a:gd name="connsiteY194" fmla="*/ 2690393 h 6142467"/>
                <a:gd name="connsiteX195" fmla="*/ 8418957 w 12190161"/>
                <a:gd name="connsiteY195" fmla="*/ 2688659 h 6142467"/>
                <a:gd name="connsiteX196" fmla="*/ 8411445 w 12190161"/>
                <a:gd name="connsiteY196" fmla="*/ 2692126 h 6142467"/>
                <a:gd name="connsiteX197" fmla="*/ 7760820 w 12190161"/>
                <a:gd name="connsiteY197" fmla="*/ 1795407 h 6142467"/>
                <a:gd name="connsiteX198" fmla="*/ 7762958 w 12190161"/>
                <a:gd name="connsiteY198" fmla="*/ 1792981 h 6142467"/>
                <a:gd name="connsiteX199" fmla="*/ 8636159 w 12190161"/>
                <a:gd name="connsiteY199" fmla="*/ 2411132 h 6142467"/>
                <a:gd name="connsiteX200" fmla="*/ 9112803 w 12190161"/>
                <a:gd name="connsiteY200" fmla="*/ 1721273 h 6142467"/>
                <a:gd name="connsiteX201" fmla="*/ 9206121 w 12190161"/>
                <a:gd name="connsiteY201" fmla="*/ 2428814 h 6142467"/>
                <a:gd name="connsiteX202" fmla="*/ 9254658 w 12190161"/>
                <a:gd name="connsiteY202" fmla="*/ 2796943 h 6142467"/>
                <a:gd name="connsiteX203" fmla="*/ 9249977 w 12190161"/>
                <a:gd name="connsiteY203" fmla="*/ 2798387 h 6142467"/>
                <a:gd name="connsiteX204" fmla="*/ 9228251 w 12190161"/>
                <a:gd name="connsiteY204" fmla="*/ 2812891 h 6142467"/>
                <a:gd name="connsiteX205" fmla="*/ 8655400 w 12190161"/>
                <a:gd name="connsiteY205" fmla="*/ 2407319 h 6142467"/>
                <a:gd name="connsiteX206" fmla="*/ 9088939 w 12190161"/>
                <a:gd name="connsiteY206" fmla="*/ 1715842 h 6142467"/>
                <a:gd name="connsiteX207" fmla="*/ 9112803 w 12190161"/>
                <a:gd name="connsiteY207" fmla="*/ 1721273 h 6142467"/>
                <a:gd name="connsiteX208" fmla="*/ 9762966 w 12190161"/>
                <a:gd name="connsiteY208" fmla="*/ 893026 h 6142467"/>
                <a:gd name="connsiteX209" fmla="*/ 10729370 w 12190161"/>
                <a:gd name="connsiteY209" fmla="*/ 1273636 h 6142467"/>
                <a:gd name="connsiteX210" fmla="*/ 10585897 w 12190161"/>
                <a:gd name="connsiteY210" fmla="*/ 2011512 h 6142467"/>
                <a:gd name="connsiteX211" fmla="*/ 10563478 w 12190161"/>
                <a:gd name="connsiteY211" fmla="*/ 2014748 h 6142467"/>
                <a:gd name="connsiteX212" fmla="*/ 10556082 w 12190161"/>
                <a:gd name="connsiteY212" fmla="*/ 2018099 h 6142467"/>
                <a:gd name="connsiteX213" fmla="*/ 9754934 w 12190161"/>
                <a:gd name="connsiteY213" fmla="*/ 907414 h 6142467"/>
                <a:gd name="connsiteX214" fmla="*/ 9762966 w 12190161"/>
                <a:gd name="connsiteY214" fmla="*/ 893026 h 6142467"/>
                <a:gd name="connsiteX215" fmla="*/ 10863655 w 12190161"/>
                <a:gd name="connsiteY215" fmla="*/ 755158 h 6142467"/>
                <a:gd name="connsiteX216" fmla="*/ 10870474 w 12190161"/>
                <a:gd name="connsiteY216" fmla="*/ 752096 h 6142467"/>
                <a:gd name="connsiteX217" fmla="*/ 11250332 w 12190161"/>
                <a:gd name="connsiteY217" fmla="*/ 1443746 h 6142467"/>
                <a:gd name="connsiteX218" fmla="*/ 11236349 w 12190161"/>
                <a:gd name="connsiteY218" fmla="*/ 1458018 h 6142467"/>
                <a:gd name="connsiteX219" fmla="*/ 10745607 w 12190161"/>
                <a:gd name="connsiteY219" fmla="*/ 1264738 h 6142467"/>
                <a:gd name="connsiteX220" fmla="*/ 10844067 w 12190161"/>
                <a:gd name="connsiteY220" fmla="*/ 758452 h 6142467"/>
                <a:gd name="connsiteX221" fmla="*/ 10863655 w 12190161"/>
                <a:gd name="connsiteY221" fmla="*/ 755158 h 6142467"/>
                <a:gd name="connsiteX222" fmla="*/ 10599880 w 12190161"/>
                <a:gd name="connsiteY222" fmla="*/ 2014228 h 6142467"/>
                <a:gd name="connsiteX223" fmla="*/ 10742833 w 12190161"/>
                <a:gd name="connsiteY223" fmla="*/ 1278894 h 6142467"/>
                <a:gd name="connsiteX224" fmla="*/ 11229877 w 12190161"/>
                <a:gd name="connsiteY224" fmla="*/ 1470730 h 6142467"/>
                <a:gd name="connsiteX225" fmla="*/ 11230109 w 12190161"/>
                <a:gd name="connsiteY225" fmla="*/ 1507884 h 6142467"/>
                <a:gd name="connsiteX226" fmla="*/ 11232420 w 12190161"/>
                <a:gd name="connsiteY226" fmla="*/ 1513258 h 6142467"/>
                <a:gd name="connsiteX227" fmla="*/ 10619873 w 12190161"/>
                <a:gd name="connsiteY227" fmla="*/ 2026015 h 6142467"/>
                <a:gd name="connsiteX228" fmla="*/ 10599880 w 12190161"/>
                <a:gd name="connsiteY228" fmla="*/ 2014228 h 6142467"/>
                <a:gd name="connsiteX229" fmla="*/ 10530311 w 12190161"/>
                <a:gd name="connsiteY229" fmla="*/ 2085762 h 6142467"/>
                <a:gd name="connsiteX230" fmla="*/ 10531582 w 12190161"/>
                <a:gd name="connsiteY230" fmla="*/ 2088767 h 6142467"/>
                <a:gd name="connsiteX231" fmla="*/ 10107809 w 12190161"/>
                <a:gd name="connsiteY231" fmla="*/ 2341621 h 6142467"/>
                <a:gd name="connsiteX232" fmla="*/ 9312498 w 12190161"/>
                <a:gd name="connsiteY232" fmla="*/ 2816126 h 6142467"/>
                <a:gd name="connsiteX233" fmla="*/ 9288056 w 12190161"/>
                <a:gd name="connsiteY233" fmla="*/ 2798387 h 6142467"/>
                <a:gd name="connsiteX234" fmla="*/ 9517508 w 12190161"/>
                <a:gd name="connsiteY234" fmla="*/ 1782926 h 6142467"/>
                <a:gd name="connsiteX235" fmla="*/ 10527480 w 12190161"/>
                <a:gd name="connsiteY235" fmla="*/ 2059182 h 6142467"/>
                <a:gd name="connsiteX236" fmla="*/ 10530311 w 12190161"/>
                <a:gd name="connsiteY236" fmla="*/ 2085762 h 6142467"/>
                <a:gd name="connsiteX237" fmla="*/ 9220047 w 12190161"/>
                <a:gd name="connsiteY237" fmla="*/ 2824505 h 6142467"/>
                <a:gd name="connsiteX238" fmla="*/ 9215424 w 12190161"/>
                <a:gd name="connsiteY238" fmla="*/ 2836119 h 6142467"/>
                <a:gd name="connsiteX239" fmla="*/ 8493207 w 12190161"/>
                <a:gd name="connsiteY239" fmla="*/ 2740779 h 6142467"/>
                <a:gd name="connsiteX240" fmla="*/ 8489913 w 12190161"/>
                <a:gd name="connsiteY240" fmla="*/ 2721653 h 6142467"/>
                <a:gd name="connsiteX241" fmla="*/ 8473041 w 12190161"/>
                <a:gd name="connsiteY241" fmla="*/ 2697904 h 6142467"/>
                <a:gd name="connsiteX242" fmla="*/ 8647716 w 12190161"/>
                <a:gd name="connsiteY242" fmla="*/ 2419280 h 6142467"/>
                <a:gd name="connsiteX243" fmla="*/ 9220047 w 12190161"/>
                <a:gd name="connsiteY243" fmla="*/ 2824505 h 6142467"/>
                <a:gd name="connsiteX244" fmla="*/ 5249846 w 12190161"/>
                <a:gd name="connsiteY244" fmla="*/ 3973326 h 6142467"/>
                <a:gd name="connsiteX245" fmla="*/ 5717302 w 12190161"/>
                <a:gd name="connsiteY245" fmla="*/ 2990859 h 6142467"/>
                <a:gd name="connsiteX246" fmla="*/ 6087454 w 12190161"/>
                <a:gd name="connsiteY246" fmla="*/ 3184487 h 6142467"/>
                <a:gd name="connsiteX247" fmla="*/ 6087049 w 12190161"/>
                <a:gd name="connsiteY247" fmla="*/ 3223316 h 6142467"/>
                <a:gd name="connsiteX248" fmla="*/ 6092712 w 12190161"/>
                <a:gd name="connsiteY248" fmla="*/ 3234583 h 6142467"/>
                <a:gd name="connsiteX249" fmla="*/ 5256144 w 12190161"/>
                <a:gd name="connsiteY249" fmla="*/ 3978007 h 6142467"/>
                <a:gd name="connsiteX250" fmla="*/ 5249846 w 12190161"/>
                <a:gd name="connsiteY250" fmla="*/ 3973326 h 6142467"/>
                <a:gd name="connsiteX251" fmla="*/ 5236152 w 12190161"/>
                <a:gd name="connsiteY251" fmla="*/ 3006056 h 6142467"/>
                <a:gd name="connsiteX252" fmla="*/ 5238232 w 12190161"/>
                <a:gd name="connsiteY252" fmla="*/ 2779088 h 6142467"/>
                <a:gd name="connsiteX253" fmla="*/ 5248922 w 12190161"/>
                <a:gd name="connsiteY253" fmla="*/ 2776372 h 6142467"/>
                <a:gd name="connsiteX254" fmla="*/ 5273421 w 12190161"/>
                <a:gd name="connsiteY254" fmla="*/ 2758633 h 6142467"/>
                <a:gd name="connsiteX255" fmla="*/ 5704648 w 12190161"/>
                <a:gd name="connsiteY255" fmla="*/ 2984214 h 6142467"/>
                <a:gd name="connsiteX256" fmla="*/ 5236961 w 12190161"/>
                <a:gd name="connsiteY256" fmla="*/ 3967144 h 6142467"/>
                <a:gd name="connsiteX257" fmla="*/ 5227427 w 12190161"/>
                <a:gd name="connsiteY257" fmla="*/ 3964890 h 6142467"/>
                <a:gd name="connsiteX258" fmla="*/ 5236152 w 12190161"/>
                <a:gd name="connsiteY258" fmla="*/ 3006056 h 6142467"/>
                <a:gd name="connsiteX259" fmla="*/ 1262080 w 12190161"/>
                <a:gd name="connsiteY259" fmla="*/ 5035937 h 6142467"/>
                <a:gd name="connsiteX260" fmla="*/ 1241451 w 12190161"/>
                <a:gd name="connsiteY260" fmla="*/ 5009300 h 6142467"/>
                <a:gd name="connsiteX261" fmla="*/ 1666438 w 12190161"/>
                <a:gd name="connsiteY261" fmla="*/ 4182208 h 6142467"/>
                <a:gd name="connsiteX262" fmla="*/ 2608458 w 12190161"/>
                <a:gd name="connsiteY262" fmla="*/ 5224769 h 6142467"/>
                <a:gd name="connsiteX263" fmla="*/ 2597248 w 12190161"/>
                <a:gd name="connsiteY263" fmla="*/ 5245917 h 6142467"/>
                <a:gd name="connsiteX264" fmla="*/ 1265373 w 12190161"/>
                <a:gd name="connsiteY264" fmla="*/ 5055583 h 6142467"/>
                <a:gd name="connsiteX265" fmla="*/ 1262080 w 12190161"/>
                <a:gd name="connsiteY265" fmla="*/ 5035937 h 6142467"/>
                <a:gd name="connsiteX266" fmla="*/ 1075155 w 12190161"/>
                <a:gd name="connsiteY266" fmla="*/ 3530659 h 6142467"/>
                <a:gd name="connsiteX267" fmla="*/ 1063656 w 12190161"/>
                <a:gd name="connsiteY267" fmla="*/ 3511880 h 6142467"/>
                <a:gd name="connsiteX268" fmla="*/ 1534290 w 12190161"/>
                <a:gd name="connsiteY268" fmla="*/ 2945096 h 6142467"/>
                <a:gd name="connsiteX269" fmla="*/ 1559368 w 12190161"/>
                <a:gd name="connsiteY269" fmla="*/ 2953474 h 6142467"/>
                <a:gd name="connsiteX270" fmla="*/ 1569018 w 12190161"/>
                <a:gd name="connsiteY270" fmla="*/ 3528405 h 6142467"/>
                <a:gd name="connsiteX271" fmla="*/ 1077755 w 12190161"/>
                <a:gd name="connsiteY271" fmla="*/ 3541059 h 6142467"/>
                <a:gd name="connsiteX272" fmla="*/ 1075155 w 12190161"/>
                <a:gd name="connsiteY272" fmla="*/ 3530659 h 6142467"/>
                <a:gd name="connsiteX273" fmla="*/ 1231628 w 12190161"/>
                <a:gd name="connsiteY273" fmla="*/ 1502510 h 6142467"/>
                <a:gd name="connsiteX274" fmla="*/ 1245207 w 12190161"/>
                <a:gd name="connsiteY274" fmla="*/ 1495230 h 6142467"/>
                <a:gd name="connsiteX275" fmla="*/ 1497715 w 12190161"/>
                <a:gd name="connsiteY275" fmla="*/ 1762529 h 6142467"/>
                <a:gd name="connsiteX276" fmla="*/ 1210596 w 12190161"/>
                <a:gd name="connsiteY276" fmla="*/ 2079175 h 6142467"/>
                <a:gd name="connsiteX277" fmla="*/ 1187656 w 12190161"/>
                <a:gd name="connsiteY277" fmla="*/ 2070045 h 6142467"/>
                <a:gd name="connsiteX278" fmla="*/ 1216952 w 12190161"/>
                <a:gd name="connsiteY278" fmla="*/ 1505688 h 6142467"/>
                <a:gd name="connsiteX279" fmla="*/ 1231628 w 12190161"/>
                <a:gd name="connsiteY279" fmla="*/ 1502510 h 6142467"/>
                <a:gd name="connsiteX280" fmla="*/ 3110814 w 12190161"/>
                <a:gd name="connsiteY280" fmla="*/ 2903204 h 6142467"/>
                <a:gd name="connsiteX281" fmla="*/ 3143692 w 12190161"/>
                <a:gd name="connsiteY281" fmla="*/ 3571048 h 6142467"/>
                <a:gd name="connsiteX282" fmla="*/ 3141554 w 12190161"/>
                <a:gd name="connsiteY282" fmla="*/ 3571684 h 6142467"/>
                <a:gd name="connsiteX283" fmla="*/ 3130691 w 12190161"/>
                <a:gd name="connsiteY283" fmla="*/ 3577057 h 6142467"/>
                <a:gd name="connsiteX284" fmla="*/ 2723964 w 12190161"/>
                <a:gd name="connsiteY284" fmla="*/ 3091516 h 6142467"/>
                <a:gd name="connsiteX285" fmla="*/ 3068749 w 12190161"/>
                <a:gd name="connsiteY285" fmla="*/ 2882402 h 6142467"/>
                <a:gd name="connsiteX286" fmla="*/ 3110814 w 12190161"/>
                <a:gd name="connsiteY286" fmla="*/ 2903204 h 6142467"/>
                <a:gd name="connsiteX287" fmla="*/ 7739094 w 12190161"/>
                <a:gd name="connsiteY287" fmla="*/ 1809795 h 6142467"/>
                <a:gd name="connsiteX288" fmla="*/ 7749784 w 12190161"/>
                <a:gd name="connsiteY288" fmla="*/ 1804537 h 6142467"/>
                <a:gd name="connsiteX289" fmla="*/ 8399831 w 12190161"/>
                <a:gd name="connsiteY289" fmla="*/ 2700447 h 6142467"/>
                <a:gd name="connsiteX290" fmla="*/ 8385617 w 12190161"/>
                <a:gd name="connsiteY290" fmla="*/ 2722231 h 6142467"/>
                <a:gd name="connsiteX291" fmla="*/ 7505193 w 12190161"/>
                <a:gd name="connsiteY291" fmla="*/ 2533284 h 6142467"/>
                <a:gd name="connsiteX292" fmla="*/ 7714710 w 12190161"/>
                <a:gd name="connsiteY292" fmla="*/ 1812800 h 6142467"/>
                <a:gd name="connsiteX293" fmla="*/ 7739094 w 12190161"/>
                <a:gd name="connsiteY293" fmla="*/ 1809795 h 6142467"/>
                <a:gd name="connsiteX294" fmla="*/ 7227897 w 12190161"/>
                <a:gd name="connsiteY294" fmla="*/ 3435838 h 6142467"/>
                <a:gd name="connsiteX295" fmla="*/ 7219865 w 12190161"/>
                <a:gd name="connsiteY295" fmla="*/ 3435203 h 6142467"/>
                <a:gd name="connsiteX296" fmla="*/ 7153300 w 12190161"/>
                <a:gd name="connsiteY296" fmla="*/ 2885407 h 6142467"/>
                <a:gd name="connsiteX297" fmla="*/ 7107364 w 12190161"/>
                <a:gd name="connsiteY297" fmla="*/ 2505895 h 6142467"/>
                <a:gd name="connsiteX298" fmla="*/ 7112621 w 12190161"/>
                <a:gd name="connsiteY298" fmla="*/ 2504277 h 6142467"/>
                <a:gd name="connsiteX299" fmla="*/ 7145904 w 12190161"/>
                <a:gd name="connsiteY299" fmla="*/ 2470706 h 6142467"/>
                <a:gd name="connsiteX300" fmla="*/ 7487280 w 12190161"/>
                <a:gd name="connsiteY300" fmla="*/ 2543973 h 6142467"/>
                <a:gd name="connsiteX301" fmla="*/ 7227897 w 12190161"/>
                <a:gd name="connsiteY301" fmla="*/ 3435838 h 6142467"/>
                <a:gd name="connsiteX302" fmla="*/ 5723427 w 12190161"/>
                <a:gd name="connsiteY302" fmla="*/ 2977974 h 6142467"/>
                <a:gd name="connsiteX303" fmla="*/ 5929305 w 12190161"/>
                <a:gd name="connsiteY303" fmla="*/ 2545244 h 6142467"/>
                <a:gd name="connsiteX304" fmla="*/ 5948951 w 12190161"/>
                <a:gd name="connsiteY304" fmla="*/ 2541951 h 6142467"/>
                <a:gd name="connsiteX305" fmla="*/ 5959293 w 12190161"/>
                <a:gd name="connsiteY305" fmla="*/ 2536924 h 6142467"/>
                <a:gd name="connsiteX306" fmla="*/ 6118425 w 12190161"/>
                <a:gd name="connsiteY306" fmla="*/ 3152995 h 6142467"/>
                <a:gd name="connsiteX307" fmla="*/ 6094214 w 12190161"/>
                <a:gd name="connsiteY307" fmla="*/ 3171890 h 6142467"/>
                <a:gd name="connsiteX308" fmla="*/ 5723427 w 12190161"/>
                <a:gd name="connsiteY308" fmla="*/ 2977974 h 6142467"/>
                <a:gd name="connsiteX309" fmla="*/ 6132177 w 12190161"/>
                <a:gd name="connsiteY309" fmla="*/ 3149355 h 6142467"/>
                <a:gd name="connsiteX310" fmla="*/ 5971312 w 12190161"/>
                <a:gd name="connsiteY310" fmla="*/ 2526696 h 6142467"/>
                <a:gd name="connsiteX311" fmla="*/ 5980499 w 12190161"/>
                <a:gd name="connsiteY311" fmla="*/ 2512482 h 6142467"/>
                <a:gd name="connsiteX312" fmla="*/ 6489616 w 12190161"/>
                <a:gd name="connsiteY312" fmla="*/ 2918169 h 6142467"/>
                <a:gd name="connsiteX313" fmla="*/ 6177074 w 12190161"/>
                <a:gd name="connsiteY313" fmla="*/ 3163974 h 6142467"/>
                <a:gd name="connsiteX314" fmla="*/ 6132177 w 12190161"/>
                <a:gd name="connsiteY314" fmla="*/ 3149355 h 6142467"/>
                <a:gd name="connsiteX315" fmla="*/ 5984775 w 12190161"/>
                <a:gd name="connsiteY315" fmla="*/ 2497690 h 6142467"/>
                <a:gd name="connsiteX316" fmla="*/ 5985237 w 12190161"/>
                <a:gd name="connsiteY316" fmla="*/ 2487058 h 6142467"/>
                <a:gd name="connsiteX317" fmla="*/ 7038834 w 12190161"/>
                <a:gd name="connsiteY317" fmla="*/ 2460767 h 6142467"/>
                <a:gd name="connsiteX318" fmla="*/ 7041492 w 12190161"/>
                <a:gd name="connsiteY318" fmla="*/ 2471226 h 6142467"/>
                <a:gd name="connsiteX319" fmla="*/ 7045999 w 12190161"/>
                <a:gd name="connsiteY319" fmla="*/ 2480586 h 6142467"/>
                <a:gd name="connsiteX320" fmla="*/ 6501057 w 12190161"/>
                <a:gd name="connsiteY320" fmla="*/ 2909155 h 6142467"/>
                <a:gd name="connsiteX321" fmla="*/ 5984775 w 12190161"/>
                <a:gd name="connsiteY321" fmla="*/ 2497690 h 6142467"/>
                <a:gd name="connsiteX322" fmla="*/ 7054897 w 12190161"/>
                <a:gd name="connsiteY322" fmla="*/ 2491796 h 6142467"/>
                <a:gd name="connsiteX323" fmla="*/ 7093149 w 12190161"/>
                <a:gd name="connsiteY323" fmla="*/ 2507628 h 6142467"/>
                <a:gd name="connsiteX324" fmla="*/ 7140011 w 12190161"/>
                <a:gd name="connsiteY324" fmla="*/ 2894421 h 6142467"/>
                <a:gd name="connsiteX325" fmla="*/ 7205709 w 12190161"/>
                <a:gd name="connsiteY325" fmla="*/ 3436878 h 6142467"/>
                <a:gd name="connsiteX326" fmla="*/ 7200451 w 12190161"/>
                <a:gd name="connsiteY326" fmla="*/ 3438496 h 6142467"/>
                <a:gd name="connsiteX327" fmla="*/ 7180920 w 12190161"/>
                <a:gd name="connsiteY327" fmla="*/ 3450746 h 6142467"/>
                <a:gd name="connsiteX328" fmla="*/ 6512671 w 12190161"/>
                <a:gd name="connsiteY328" fmla="*/ 2918227 h 6142467"/>
                <a:gd name="connsiteX329" fmla="*/ 7054897 w 12190161"/>
                <a:gd name="connsiteY329" fmla="*/ 2491796 h 6142467"/>
                <a:gd name="connsiteX330" fmla="*/ 5879670 w 12190161"/>
                <a:gd name="connsiteY330" fmla="*/ 2513175 h 6142467"/>
                <a:gd name="connsiteX331" fmla="*/ 5914512 w 12190161"/>
                <a:gd name="connsiteY331" fmla="*/ 2543049 h 6142467"/>
                <a:gd name="connsiteX332" fmla="*/ 5710773 w 12190161"/>
                <a:gd name="connsiteY332" fmla="*/ 2971329 h 6142467"/>
                <a:gd name="connsiteX333" fmla="*/ 5280702 w 12190161"/>
                <a:gd name="connsiteY333" fmla="*/ 2746383 h 6142467"/>
                <a:gd name="connsiteX334" fmla="*/ 5284920 w 12190161"/>
                <a:gd name="connsiteY334" fmla="*/ 2717897 h 6142467"/>
                <a:gd name="connsiteX335" fmla="*/ 5879670 w 12190161"/>
                <a:gd name="connsiteY335" fmla="*/ 2513175 h 6142467"/>
                <a:gd name="connsiteX336" fmla="*/ 1591726 w 12190161"/>
                <a:gd name="connsiteY336" fmla="*/ 4027006 h 6142467"/>
                <a:gd name="connsiteX337" fmla="*/ 1583579 w 12190161"/>
                <a:gd name="connsiteY337" fmla="*/ 3542330 h 6142467"/>
                <a:gd name="connsiteX338" fmla="*/ 1941596 w 12190161"/>
                <a:gd name="connsiteY338" fmla="*/ 3533085 h 6142467"/>
                <a:gd name="connsiteX339" fmla="*/ 1944254 w 12190161"/>
                <a:gd name="connsiteY339" fmla="*/ 3543486 h 6142467"/>
                <a:gd name="connsiteX340" fmla="*/ 1958006 w 12190161"/>
                <a:gd name="connsiteY340" fmla="*/ 3564519 h 6142467"/>
                <a:gd name="connsiteX341" fmla="*/ 1612296 w 12190161"/>
                <a:gd name="connsiteY341" fmla="*/ 4033593 h 6142467"/>
                <a:gd name="connsiteX342" fmla="*/ 1591726 w 12190161"/>
                <a:gd name="connsiteY342" fmla="*/ 4027006 h 6142467"/>
                <a:gd name="connsiteX343" fmla="*/ 1582885 w 12190161"/>
                <a:gd name="connsiteY343" fmla="*/ 2950412 h 6142467"/>
                <a:gd name="connsiteX344" fmla="*/ 1591264 w 12190161"/>
                <a:gd name="connsiteY344" fmla="*/ 2946483 h 6142467"/>
                <a:gd name="connsiteX345" fmla="*/ 1959393 w 12190161"/>
                <a:gd name="connsiteY345" fmla="*/ 3483277 h 6142467"/>
                <a:gd name="connsiteX346" fmla="*/ 1941249 w 12190161"/>
                <a:gd name="connsiteY346" fmla="*/ 3518813 h 6142467"/>
                <a:gd name="connsiteX347" fmla="*/ 1583290 w 12190161"/>
                <a:gd name="connsiteY347" fmla="*/ 3528058 h 6142467"/>
                <a:gd name="connsiteX348" fmla="*/ 1573640 w 12190161"/>
                <a:gd name="connsiteY348" fmla="*/ 2952839 h 6142467"/>
                <a:gd name="connsiteX349" fmla="*/ 1582885 w 12190161"/>
                <a:gd name="connsiteY349" fmla="*/ 2950412 h 6142467"/>
                <a:gd name="connsiteX350" fmla="*/ 1602704 w 12190161"/>
                <a:gd name="connsiteY350" fmla="*/ 2937873 h 6142467"/>
                <a:gd name="connsiteX351" fmla="*/ 1619172 w 12190161"/>
                <a:gd name="connsiteY351" fmla="*/ 2894537 h 6142467"/>
                <a:gd name="connsiteX352" fmla="*/ 1889188 w 12190161"/>
                <a:gd name="connsiteY352" fmla="*/ 3355695 h 6142467"/>
                <a:gd name="connsiteX353" fmla="*/ 1602704 w 12190161"/>
                <a:gd name="connsiteY353" fmla="*/ 2937873 h 6142467"/>
                <a:gd name="connsiteX354" fmla="*/ 3156116 w 12190161"/>
                <a:gd name="connsiteY354" fmla="*/ 3679043 h 6142467"/>
                <a:gd name="connsiteX355" fmla="*/ 3200839 w 12190161"/>
                <a:gd name="connsiteY355" fmla="*/ 4459793 h 6142467"/>
                <a:gd name="connsiteX356" fmla="*/ 3192114 w 12190161"/>
                <a:gd name="connsiteY356" fmla="*/ 4462104 h 6142467"/>
                <a:gd name="connsiteX357" fmla="*/ 3172988 w 12190161"/>
                <a:gd name="connsiteY357" fmla="*/ 4473950 h 6142467"/>
                <a:gd name="connsiteX358" fmla="*/ 2958039 w 12190161"/>
                <a:gd name="connsiteY358" fmla="*/ 4298870 h 6142467"/>
                <a:gd name="connsiteX359" fmla="*/ 3150915 w 12190161"/>
                <a:gd name="connsiteY359" fmla="*/ 3678407 h 6142467"/>
                <a:gd name="connsiteX360" fmla="*/ 3156116 w 12190161"/>
                <a:gd name="connsiteY360" fmla="*/ 3679043 h 6142467"/>
                <a:gd name="connsiteX361" fmla="*/ 3108388 w 12190161"/>
                <a:gd name="connsiteY361" fmla="*/ 3642756 h 6142467"/>
                <a:gd name="connsiteX362" fmla="*/ 3137336 w 12190161"/>
                <a:gd name="connsiteY362" fmla="*/ 3674131 h 6142467"/>
                <a:gd name="connsiteX363" fmla="*/ 2946136 w 12190161"/>
                <a:gd name="connsiteY363" fmla="*/ 4289105 h 6142467"/>
                <a:gd name="connsiteX364" fmla="*/ 2043465 w 12190161"/>
                <a:gd name="connsiteY364" fmla="*/ 3553714 h 6142467"/>
                <a:gd name="connsiteX365" fmla="*/ 2050515 w 12190161"/>
                <a:gd name="connsiteY365" fmla="*/ 3536321 h 6142467"/>
                <a:gd name="connsiteX366" fmla="*/ 3105152 w 12190161"/>
                <a:gd name="connsiteY366" fmla="*/ 3626288 h 6142467"/>
                <a:gd name="connsiteX367" fmla="*/ 3108388 w 12190161"/>
                <a:gd name="connsiteY367" fmla="*/ 3642756 h 6142467"/>
                <a:gd name="connsiteX368" fmla="*/ 2034451 w 12190161"/>
                <a:gd name="connsiteY368" fmla="*/ 3564750 h 6142467"/>
                <a:gd name="connsiteX369" fmla="*/ 2941571 w 12190161"/>
                <a:gd name="connsiteY369" fmla="*/ 4303782 h 6142467"/>
                <a:gd name="connsiteX370" fmla="*/ 2660924 w 12190161"/>
                <a:gd name="connsiteY370" fmla="*/ 5206394 h 6142467"/>
                <a:gd name="connsiteX371" fmla="*/ 2638967 w 12190161"/>
                <a:gd name="connsiteY371" fmla="*/ 5206626 h 6142467"/>
                <a:gd name="connsiteX372" fmla="*/ 2022433 w 12190161"/>
                <a:gd name="connsiteY372" fmla="*/ 3573359 h 6142467"/>
                <a:gd name="connsiteX373" fmla="*/ 2034451 w 12190161"/>
                <a:gd name="connsiteY373" fmla="*/ 3564750 h 6142467"/>
                <a:gd name="connsiteX374" fmla="*/ 2678374 w 12190161"/>
                <a:gd name="connsiteY374" fmla="*/ 5212866 h 6142467"/>
                <a:gd name="connsiteX375" fmla="*/ 2674502 w 12190161"/>
                <a:gd name="connsiteY375" fmla="*/ 5210843 h 6142467"/>
                <a:gd name="connsiteX376" fmla="*/ 2953474 w 12190161"/>
                <a:gd name="connsiteY376" fmla="*/ 4313489 h 6142467"/>
                <a:gd name="connsiteX377" fmla="*/ 3163974 w 12190161"/>
                <a:gd name="connsiteY377" fmla="*/ 4484986 h 6142467"/>
                <a:gd name="connsiteX378" fmla="*/ 3159005 w 12190161"/>
                <a:gd name="connsiteY378" fmla="*/ 4533119 h 6142467"/>
                <a:gd name="connsiteX379" fmla="*/ 3172410 w 12190161"/>
                <a:gd name="connsiteY379" fmla="*/ 4553804 h 6142467"/>
                <a:gd name="connsiteX380" fmla="*/ 3034253 w 12190161"/>
                <a:gd name="connsiteY380" fmla="*/ 4738071 h 6142467"/>
                <a:gd name="connsiteX381" fmla="*/ 2678374 w 12190161"/>
                <a:gd name="connsiteY381" fmla="*/ 5212866 h 6142467"/>
                <a:gd name="connsiteX382" fmla="*/ 3215111 w 12190161"/>
                <a:gd name="connsiteY382" fmla="*/ 4458926 h 6142467"/>
                <a:gd name="connsiteX383" fmla="*/ 3170734 w 12190161"/>
                <a:gd name="connsiteY383" fmla="*/ 3678234 h 6142467"/>
                <a:gd name="connsiteX384" fmla="*/ 3179459 w 12190161"/>
                <a:gd name="connsiteY384" fmla="*/ 3675922 h 6142467"/>
                <a:gd name="connsiteX385" fmla="*/ 3209448 w 12190161"/>
                <a:gd name="connsiteY385" fmla="*/ 3649747 h 6142467"/>
                <a:gd name="connsiteX386" fmla="*/ 3497260 w 12190161"/>
                <a:gd name="connsiteY386" fmla="*/ 3776868 h 6142467"/>
                <a:gd name="connsiteX387" fmla="*/ 3224818 w 12190161"/>
                <a:gd name="connsiteY387" fmla="*/ 4460487 h 6142467"/>
                <a:gd name="connsiteX388" fmla="*/ 3215111 w 12190161"/>
                <a:gd name="connsiteY388" fmla="*/ 4458926 h 6142467"/>
                <a:gd name="connsiteX389" fmla="*/ 3214475 w 12190161"/>
                <a:gd name="connsiteY389" fmla="*/ 3636342 h 6142467"/>
                <a:gd name="connsiteX390" fmla="*/ 3212568 w 12190161"/>
                <a:gd name="connsiteY390" fmla="*/ 3604851 h 6142467"/>
                <a:gd name="connsiteX391" fmla="*/ 3203786 w 12190161"/>
                <a:gd name="connsiteY391" fmla="*/ 3589249 h 6142467"/>
                <a:gd name="connsiteX392" fmla="*/ 3818066 w 12190161"/>
                <a:gd name="connsiteY392" fmla="*/ 2952550 h 6142467"/>
                <a:gd name="connsiteX393" fmla="*/ 3824133 w 12190161"/>
                <a:gd name="connsiteY393" fmla="*/ 2956421 h 6142467"/>
                <a:gd name="connsiteX394" fmla="*/ 3502576 w 12190161"/>
                <a:gd name="connsiteY394" fmla="*/ 3763520 h 6142467"/>
                <a:gd name="connsiteX395" fmla="*/ 3214475 w 12190161"/>
                <a:gd name="connsiteY395" fmla="*/ 3636342 h 6142467"/>
                <a:gd name="connsiteX396" fmla="*/ 3798940 w 12190161"/>
                <a:gd name="connsiteY396" fmla="*/ 2927010 h 6142467"/>
                <a:gd name="connsiteX397" fmla="*/ 3807608 w 12190161"/>
                <a:gd name="connsiteY397" fmla="*/ 2942496 h 6142467"/>
                <a:gd name="connsiteX398" fmla="*/ 3191074 w 12190161"/>
                <a:gd name="connsiteY398" fmla="*/ 3577635 h 6142467"/>
                <a:gd name="connsiteX399" fmla="*/ 3182811 w 12190161"/>
                <a:gd name="connsiteY399" fmla="*/ 3573128 h 6142467"/>
                <a:gd name="connsiteX400" fmla="*/ 3388572 w 12190161"/>
                <a:gd name="connsiteY400" fmla="*/ 2873735 h 6142467"/>
                <a:gd name="connsiteX401" fmla="*/ 3795647 w 12190161"/>
                <a:gd name="connsiteY401" fmla="*/ 2910253 h 6142467"/>
                <a:gd name="connsiteX402" fmla="*/ 3798940 w 12190161"/>
                <a:gd name="connsiteY402" fmla="*/ 2927010 h 6142467"/>
                <a:gd name="connsiteX403" fmla="*/ 3119770 w 12190161"/>
                <a:gd name="connsiteY403" fmla="*/ 3586302 h 6142467"/>
                <a:gd name="connsiteX404" fmla="*/ 3106423 w 12190161"/>
                <a:gd name="connsiteY404" fmla="*/ 3612073 h 6142467"/>
                <a:gd name="connsiteX405" fmla="*/ 2051786 w 12190161"/>
                <a:gd name="connsiteY405" fmla="*/ 3522165 h 6142467"/>
                <a:gd name="connsiteX406" fmla="*/ 2048492 w 12190161"/>
                <a:gd name="connsiteY406" fmla="*/ 3505639 h 6142467"/>
                <a:gd name="connsiteX407" fmla="*/ 2047048 w 12190161"/>
                <a:gd name="connsiteY407" fmla="*/ 3502230 h 6142467"/>
                <a:gd name="connsiteX408" fmla="*/ 2711656 w 12190161"/>
                <a:gd name="connsiteY408" fmla="*/ 3099142 h 6142467"/>
                <a:gd name="connsiteX409" fmla="*/ 3119770 w 12190161"/>
                <a:gd name="connsiteY409" fmla="*/ 3586302 h 6142467"/>
                <a:gd name="connsiteX410" fmla="*/ 2039652 w 12190161"/>
                <a:gd name="connsiteY410" fmla="*/ 3489922 h 6142467"/>
                <a:gd name="connsiteX411" fmla="*/ 2022722 w 12190161"/>
                <a:gd name="connsiteY411" fmla="*/ 3475823 h 6142467"/>
                <a:gd name="connsiteX412" fmla="*/ 2322957 w 12190161"/>
                <a:gd name="connsiteY412" fmla="*/ 2693282 h 6142467"/>
                <a:gd name="connsiteX413" fmla="*/ 2354968 w 12190161"/>
                <a:gd name="connsiteY413" fmla="*/ 2691491 h 6142467"/>
                <a:gd name="connsiteX414" fmla="*/ 2365831 w 12190161"/>
                <a:gd name="connsiteY414" fmla="*/ 2686117 h 6142467"/>
                <a:gd name="connsiteX415" fmla="*/ 2702469 w 12190161"/>
                <a:gd name="connsiteY415" fmla="*/ 3087991 h 6142467"/>
                <a:gd name="connsiteX416" fmla="*/ 2039652 w 12190161"/>
                <a:gd name="connsiteY416" fmla="*/ 3489922 h 6142467"/>
                <a:gd name="connsiteX417" fmla="*/ 2288577 w 12190161"/>
                <a:gd name="connsiteY417" fmla="*/ 2610654 h 6142467"/>
                <a:gd name="connsiteX418" fmla="*/ 1231686 w 12190161"/>
                <a:gd name="connsiteY418" fmla="*/ 2142388 h 6142467"/>
                <a:gd name="connsiteX419" fmla="*/ 1231224 w 12190161"/>
                <a:gd name="connsiteY419" fmla="*/ 2105870 h 6142467"/>
                <a:gd name="connsiteX420" fmla="*/ 1221170 w 12190161"/>
                <a:gd name="connsiteY420" fmla="*/ 2088767 h 6142467"/>
                <a:gd name="connsiteX421" fmla="*/ 1507537 w 12190161"/>
                <a:gd name="connsiteY421" fmla="*/ 1772988 h 6142467"/>
                <a:gd name="connsiteX422" fmla="*/ 2293026 w 12190161"/>
                <a:gd name="connsiteY422" fmla="*/ 2604413 h 6142467"/>
                <a:gd name="connsiteX423" fmla="*/ 2288577 w 12190161"/>
                <a:gd name="connsiteY423" fmla="*/ 2610654 h 6142467"/>
                <a:gd name="connsiteX424" fmla="*/ 1225446 w 12190161"/>
                <a:gd name="connsiteY424" fmla="*/ 2155216 h 6142467"/>
                <a:gd name="connsiteX425" fmla="*/ 2282856 w 12190161"/>
                <a:gd name="connsiteY425" fmla="*/ 2623712 h 6142467"/>
                <a:gd name="connsiteX426" fmla="*/ 2283839 w 12190161"/>
                <a:gd name="connsiteY426" fmla="*/ 2658382 h 6142467"/>
                <a:gd name="connsiteX427" fmla="*/ 2309609 w 12190161"/>
                <a:gd name="connsiteY427" fmla="*/ 2688139 h 6142467"/>
                <a:gd name="connsiteX428" fmla="*/ 2009374 w 12190161"/>
                <a:gd name="connsiteY428" fmla="*/ 3470681 h 6142467"/>
                <a:gd name="connsiteX429" fmla="*/ 1977363 w 12190161"/>
                <a:gd name="connsiteY429" fmla="*/ 3472472 h 6142467"/>
                <a:gd name="connsiteX430" fmla="*/ 1974763 w 12190161"/>
                <a:gd name="connsiteY430" fmla="*/ 3473570 h 6142467"/>
                <a:gd name="connsiteX431" fmla="*/ 1211405 w 12190161"/>
                <a:gd name="connsiteY431" fmla="*/ 2169835 h 6142467"/>
                <a:gd name="connsiteX432" fmla="*/ 1225446 w 12190161"/>
                <a:gd name="connsiteY432" fmla="*/ 2155216 h 6142467"/>
                <a:gd name="connsiteX433" fmla="*/ 1594326 w 12190161"/>
                <a:gd name="connsiteY433" fmla="*/ 2852009 h 6142467"/>
                <a:gd name="connsiteX434" fmla="*/ 1547869 w 12190161"/>
                <a:gd name="connsiteY434" fmla="*/ 2845306 h 6142467"/>
                <a:gd name="connsiteX435" fmla="*/ 1285770 w 12190161"/>
                <a:gd name="connsiteY435" fmla="*/ 2325095 h 6142467"/>
                <a:gd name="connsiteX436" fmla="*/ 1594326 w 12190161"/>
                <a:gd name="connsiteY436" fmla="*/ 2852009 h 6142467"/>
                <a:gd name="connsiteX437" fmla="*/ 1078159 w 12190161"/>
                <a:gd name="connsiteY437" fmla="*/ 3555331 h 6142467"/>
                <a:gd name="connsiteX438" fmla="*/ 1569306 w 12190161"/>
                <a:gd name="connsiteY438" fmla="*/ 3542677 h 6142467"/>
                <a:gd name="connsiteX439" fmla="*/ 1577454 w 12190161"/>
                <a:gd name="connsiteY439" fmla="*/ 4027179 h 6142467"/>
                <a:gd name="connsiteX440" fmla="*/ 1566533 w 12190161"/>
                <a:gd name="connsiteY440" fmla="*/ 4029953 h 6142467"/>
                <a:gd name="connsiteX441" fmla="*/ 1550527 w 12190161"/>
                <a:gd name="connsiteY441" fmla="*/ 4039082 h 6142467"/>
                <a:gd name="connsiteX442" fmla="*/ 1067874 w 12190161"/>
                <a:gd name="connsiteY442" fmla="*/ 3582258 h 6142467"/>
                <a:gd name="connsiteX443" fmla="*/ 1078159 w 12190161"/>
                <a:gd name="connsiteY443" fmla="*/ 3555331 h 6142467"/>
                <a:gd name="connsiteX444" fmla="*/ 1637605 w 12190161"/>
                <a:gd name="connsiteY444" fmla="*/ 4063062 h 6142467"/>
                <a:gd name="connsiteX445" fmla="*/ 1623853 w 12190161"/>
                <a:gd name="connsiteY445" fmla="*/ 4042029 h 6142467"/>
                <a:gd name="connsiteX446" fmla="*/ 1949454 w 12190161"/>
                <a:gd name="connsiteY446" fmla="*/ 3600170 h 6142467"/>
                <a:gd name="connsiteX447" fmla="*/ 1663202 w 12190161"/>
                <a:gd name="connsiteY447" fmla="*/ 4157304 h 6142467"/>
                <a:gd name="connsiteX448" fmla="*/ 1627666 w 12190161"/>
                <a:gd name="connsiteY448" fmla="*/ 4117955 h 6142467"/>
                <a:gd name="connsiteX449" fmla="*/ 1637605 w 12190161"/>
                <a:gd name="connsiteY449" fmla="*/ 4063062 h 6142467"/>
                <a:gd name="connsiteX450" fmla="*/ 1977594 w 12190161"/>
                <a:gd name="connsiteY450" fmla="*/ 3576653 h 6142467"/>
                <a:gd name="connsiteX451" fmla="*/ 2009085 w 12190161"/>
                <a:gd name="connsiteY451" fmla="*/ 3578444 h 6142467"/>
                <a:gd name="connsiteX452" fmla="*/ 2624290 w 12190161"/>
                <a:gd name="connsiteY452" fmla="*/ 5208070 h 6142467"/>
                <a:gd name="connsiteX453" fmla="*/ 2622614 w 12190161"/>
                <a:gd name="connsiteY453" fmla="*/ 5212981 h 6142467"/>
                <a:gd name="connsiteX454" fmla="*/ 2619090 w 12190161"/>
                <a:gd name="connsiteY454" fmla="*/ 5215235 h 6142467"/>
                <a:gd name="connsiteX455" fmla="*/ 1673429 w 12190161"/>
                <a:gd name="connsiteY455" fmla="*/ 4168687 h 6142467"/>
                <a:gd name="connsiteX456" fmla="*/ 1977594 w 12190161"/>
                <a:gd name="connsiteY456" fmla="*/ 3576653 h 6142467"/>
                <a:gd name="connsiteX457" fmla="*/ 3260296 w 12190161"/>
                <a:gd name="connsiteY457" fmla="*/ 4488684 h 6142467"/>
                <a:gd name="connsiteX458" fmla="*/ 3238108 w 12190161"/>
                <a:gd name="connsiteY458" fmla="*/ 4465802 h 6142467"/>
                <a:gd name="connsiteX459" fmla="*/ 3510319 w 12190161"/>
                <a:gd name="connsiteY459" fmla="*/ 3782588 h 6142467"/>
                <a:gd name="connsiteX460" fmla="*/ 4239470 w 12190161"/>
                <a:gd name="connsiteY460" fmla="*/ 4104665 h 6142467"/>
                <a:gd name="connsiteX461" fmla="*/ 4238545 w 12190161"/>
                <a:gd name="connsiteY461" fmla="*/ 4132400 h 6142467"/>
                <a:gd name="connsiteX462" fmla="*/ 3260296 w 12190161"/>
                <a:gd name="connsiteY462" fmla="*/ 4488684 h 6142467"/>
                <a:gd name="connsiteX463" fmla="*/ 4245191 w 12190161"/>
                <a:gd name="connsiteY463" fmla="*/ 4091606 h 6142467"/>
                <a:gd name="connsiteX464" fmla="*/ 3515577 w 12190161"/>
                <a:gd name="connsiteY464" fmla="*/ 3769298 h 6142467"/>
                <a:gd name="connsiteX465" fmla="*/ 3837307 w 12190161"/>
                <a:gd name="connsiteY465" fmla="*/ 2961737 h 6142467"/>
                <a:gd name="connsiteX466" fmla="*/ 3863136 w 12190161"/>
                <a:gd name="connsiteY466" fmla="*/ 2962084 h 6142467"/>
                <a:gd name="connsiteX467" fmla="*/ 4267032 w 12190161"/>
                <a:gd name="connsiteY467" fmla="*/ 4071151 h 6142467"/>
                <a:gd name="connsiteX468" fmla="*/ 4245191 w 12190161"/>
                <a:gd name="connsiteY468" fmla="*/ 4091606 h 6142467"/>
                <a:gd name="connsiteX469" fmla="*/ 6191172 w 12190161"/>
                <a:gd name="connsiteY469" fmla="*/ 3185353 h 6142467"/>
                <a:gd name="connsiteX470" fmla="*/ 6186145 w 12190161"/>
                <a:gd name="connsiteY470" fmla="*/ 3175010 h 6142467"/>
                <a:gd name="connsiteX471" fmla="*/ 6501057 w 12190161"/>
                <a:gd name="connsiteY471" fmla="*/ 2927357 h 6142467"/>
                <a:gd name="connsiteX472" fmla="*/ 7171964 w 12190161"/>
                <a:gd name="connsiteY472" fmla="*/ 3461956 h 6142467"/>
                <a:gd name="connsiteX473" fmla="*/ 7168151 w 12190161"/>
                <a:gd name="connsiteY473" fmla="*/ 3469641 h 6142467"/>
                <a:gd name="connsiteX474" fmla="*/ 6194119 w 12190161"/>
                <a:gd name="connsiteY474" fmla="*/ 3210604 h 6142467"/>
                <a:gd name="connsiteX475" fmla="*/ 6191172 w 12190161"/>
                <a:gd name="connsiteY475" fmla="*/ 3185353 h 6142467"/>
                <a:gd name="connsiteX476" fmla="*/ 7241591 w 12190161"/>
                <a:gd name="connsiteY476" fmla="*/ 3439883 h 6142467"/>
                <a:gd name="connsiteX477" fmla="*/ 7501263 w 12190161"/>
                <a:gd name="connsiteY477" fmla="*/ 2547036 h 6142467"/>
                <a:gd name="connsiteX478" fmla="*/ 8382728 w 12190161"/>
                <a:gd name="connsiteY478" fmla="*/ 2736156 h 6142467"/>
                <a:gd name="connsiteX479" fmla="*/ 8385848 w 12190161"/>
                <a:gd name="connsiteY479" fmla="*/ 2759673 h 6142467"/>
                <a:gd name="connsiteX480" fmla="*/ 8387408 w 12190161"/>
                <a:gd name="connsiteY480" fmla="*/ 2763429 h 6142467"/>
                <a:gd name="connsiteX481" fmla="*/ 7262450 w 12190161"/>
                <a:gd name="connsiteY481" fmla="*/ 3455773 h 6142467"/>
                <a:gd name="connsiteX482" fmla="*/ 7241591 w 12190161"/>
                <a:gd name="connsiteY482" fmla="*/ 3439883 h 6142467"/>
                <a:gd name="connsiteX483" fmla="*/ 7700785 w 12190161"/>
                <a:gd name="connsiteY483" fmla="*/ 1809622 h 6142467"/>
                <a:gd name="connsiteX484" fmla="*/ 7491209 w 12190161"/>
                <a:gd name="connsiteY484" fmla="*/ 2530279 h 6142467"/>
                <a:gd name="connsiteX485" fmla="*/ 7148793 w 12190161"/>
                <a:gd name="connsiteY485" fmla="*/ 2456780 h 6142467"/>
                <a:gd name="connsiteX486" fmla="*/ 7145673 w 12190161"/>
                <a:gd name="connsiteY486" fmla="*/ 2433263 h 6142467"/>
                <a:gd name="connsiteX487" fmla="*/ 7135734 w 12190161"/>
                <a:gd name="connsiteY487" fmla="*/ 2416333 h 6142467"/>
                <a:gd name="connsiteX488" fmla="*/ 7690037 w 12190161"/>
                <a:gd name="connsiteY488" fmla="*/ 1804190 h 6142467"/>
                <a:gd name="connsiteX489" fmla="*/ 7700785 w 12190161"/>
                <a:gd name="connsiteY489" fmla="*/ 1809622 h 6142467"/>
                <a:gd name="connsiteX490" fmla="*/ 7051720 w 12190161"/>
                <a:gd name="connsiteY490" fmla="*/ 2415986 h 6142467"/>
                <a:gd name="connsiteX491" fmla="*/ 7038545 w 12190161"/>
                <a:gd name="connsiteY491" fmla="*/ 2446437 h 6142467"/>
                <a:gd name="connsiteX492" fmla="*/ 6337707 w 12190161"/>
                <a:gd name="connsiteY492" fmla="*/ 2463945 h 6142467"/>
                <a:gd name="connsiteX493" fmla="*/ 5982579 w 12190161"/>
                <a:gd name="connsiteY493" fmla="*/ 2472786 h 6142467"/>
                <a:gd name="connsiteX494" fmla="*/ 5982002 w 12190161"/>
                <a:gd name="connsiteY494" fmla="*/ 2470879 h 6142467"/>
                <a:gd name="connsiteX495" fmla="*/ 5973739 w 12190161"/>
                <a:gd name="connsiteY495" fmla="*/ 2455913 h 6142467"/>
                <a:gd name="connsiteX496" fmla="*/ 6560631 w 12190161"/>
                <a:gd name="connsiteY496" fmla="*/ 1866017 h 6142467"/>
                <a:gd name="connsiteX497" fmla="*/ 7051720 w 12190161"/>
                <a:gd name="connsiteY497" fmla="*/ 2415986 h 6142467"/>
                <a:gd name="connsiteX498" fmla="*/ 5891573 w 12190161"/>
                <a:gd name="connsiteY498" fmla="*/ 2449846 h 6142467"/>
                <a:gd name="connsiteX499" fmla="*/ 5875394 w 12190161"/>
                <a:gd name="connsiteY499" fmla="*/ 2499539 h 6142467"/>
                <a:gd name="connsiteX500" fmla="*/ 5281395 w 12190161"/>
                <a:gd name="connsiteY500" fmla="*/ 2703972 h 6142467"/>
                <a:gd name="connsiteX501" fmla="*/ 5253833 w 12190161"/>
                <a:gd name="connsiteY501" fmla="*/ 2674329 h 6142467"/>
                <a:gd name="connsiteX502" fmla="*/ 5501775 w 12190161"/>
                <a:gd name="connsiteY502" fmla="*/ 1920679 h 6142467"/>
                <a:gd name="connsiteX503" fmla="*/ 5891573 w 12190161"/>
                <a:gd name="connsiteY503" fmla="*/ 2449846 h 6142467"/>
                <a:gd name="connsiteX504" fmla="*/ 5174729 w 12190161"/>
                <a:gd name="connsiteY504" fmla="*/ 2728876 h 6142467"/>
                <a:gd name="connsiteX505" fmla="*/ 4242475 w 12190161"/>
                <a:gd name="connsiteY505" fmla="*/ 2849987 h 6142467"/>
                <a:gd name="connsiteX506" fmla="*/ 3904623 w 12190161"/>
                <a:gd name="connsiteY506" fmla="*/ 2893901 h 6142467"/>
                <a:gd name="connsiteX507" fmla="*/ 3903121 w 12190161"/>
                <a:gd name="connsiteY507" fmla="*/ 2889105 h 6142467"/>
                <a:gd name="connsiteX508" fmla="*/ 3832800 w 12190161"/>
                <a:gd name="connsiteY508" fmla="*/ 2855765 h 6142467"/>
                <a:gd name="connsiteX509" fmla="*/ 3579889 w 12190161"/>
                <a:gd name="connsiteY509" fmla="*/ 2351848 h 6142467"/>
                <a:gd name="connsiteX510" fmla="*/ 3603348 w 12190161"/>
                <a:gd name="connsiteY510" fmla="*/ 2326308 h 6142467"/>
                <a:gd name="connsiteX511" fmla="*/ 5174556 w 12190161"/>
                <a:gd name="connsiteY511" fmla="*/ 2721768 h 6142467"/>
                <a:gd name="connsiteX512" fmla="*/ 5174729 w 12190161"/>
                <a:gd name="connsiteY512" fmla="*/ 2728876 h 6142467"/>
                <a:gd name="connsiteX513" fmla="*/ 3566599 w 12190161"/>
                <a:gd name="connsiteY513" fmla="*/ 2357222 h 6142467"/>
                <a:gd name="connsiteX514" fmla="*/ 3820030 w 12190161"/>
                <a:gd name="connsiteY514" fmla="*/ 2862179 h 6142467"/>
                <a:gd name="connsiteX515" fmla="*/ 3796975 w 12190161"/>
                <a:gd name="connsiteY515" fmla="*/ 2896039 h 6142467"/>
                <a:gd name="connsiteX516" fmla="*/ 3392675 w 12190161"/>
                <a:gd name="connsiteY516" fmla="*/ 2859752 h 6142467"/>
                <a:gd name="connsiteX517" fmla="*/ 3540481 w 12190161"/>
                <a:gd name="connsiteY517" fmla="*/ 2357511 h 6142467"/>
                <a:gd name="connsiteX518" fmla="*/ 3566599 w 12190161"/>
                <a:gd name="connsiteY518" fmla="*/ 2357222 h 6142467"/>
                <a:gd name="connsiteX519" fmla="*/ 3169174 w 12190161"/>
                <a:gd name="connsiteY519" fmla="*/ 3569084 h 6142467"/>
                <a:gd name="connsiteX520" fmla="*/ 3157849 w 12190161"/>
                <a:gd name="connsiteY520" fmla="*/ 3568448 h 6142467"/>
                <a:gd name="connsiteX521" fmla="*/ 3125029 w 12190161"/>
                <a:gd name="connsiteY521" fmla="*/ 2901701 h 6142467"/>
                <a:gd name="connsiteX522" fmla="*/ 3131038 w 12190161"/>
                <a:gd name="connsiteY522" fmla="*/ 2899910 h 6142467"/>
                <a:gd name="connsiteX523" fmla="*/ 3167094 w 12190161"/>
                <a:gd name="connsiteY523" fmla="*/ 2853858 h 6142467"/>
                <a:gd name="connsiteX524" fmla="*/ 3374127 w 12190161"/>
                <a:gd name="connsiteY524" fmla="*/ 2872406 h 6142467"/>
                <a:gd name="connsiteX525" fmla="*/ 3169174 w 12190161"/>
                <a:gd name="connsiteY525" fmla="*/ 3569084 h 6142467"/>
                <a:gd name="connsiteX526" fmla="*/ 3059966 w 12190161"/>
                <a:gd name="connsiteY526" fmla="*/ 2866801 h 6142467"/>
                <a:gd name="connsiteX527" fmla="*/ 3061411 w 12190161"/>
                <a:gd name="connsiteY527" fmla="*/ 2870210 h 6142467"/>
                <a:gd name="connsiteX528" fmla="*/ 2714719 w 12190161"/>
                <a:gd name="connsiteY528" fmla="*/ 3080479 h 6142467"/>
                <a:gd name="connsiteX529" fmla="*/ 2376694 w 12190161"/>
                <a:gd name="connsiteY529" fmla="*/ 2676930 h 6142467"/>
                <a:gd name="connsiteX530" fmla="*/ 2387153 w 12190161"/>
                <a:gd name="connsiteY530" fmla="*/ 2660520 h 6142467"/>
                <a:gd name="connsiteX531" fmla="*/ 3057193 w 12190161"/>
                <a:gd name="connsiteY531" fmla="*/ 2840453 h 6142467"/>
                <a:gd name="connsiteX532" fmla="*/ 3059966 w 12190161"/>
                <a:gd name="connsiteY532" fmla="*/ 2866801 h 6142467"/>
                <a:gd name="connsiteX533" fmla="*/ 1507306 w 12190161"/>
                <a:gd name="connsiteY533" fmla="*/ 1751955 h 6142467"/>
                <a:gd name="connsiteX534" fmla="*/ 1255550 w 12190161"/>
                <a:gd name="connsiteY534" fmla="*/ 1485465 h 6142467"/>
                <a:gd name="connsiteX535" fmla="*/ 1267222 w 12190161"/>
                <a:gd name="connsiteY535" fmla="*/ 1441088 h 6142467"/>
                <a:gd name="connsiteX536" fmla="*/ 1964131 w 12190161"/>
                <a:gd name="connsiteY536" fmla="*/ 1226544 h 6142467"/>
                <a:gd name="connsiteX537" fmla="*/ 1971700 w 12190161"/>
                <a:gd name="connsiteY537" fmla="*/ 1239776 h 6142467"/>
                <a:gd name="connsiteX538" fmla="*/ 1507306 w 12190161"/>
                <a:gd name="connsiteY538" fmla="*/ 1751955 h 6142467"/>
                <a:gd name="connsiteX539" fmla="*/ 1263062 w 12190161"/>
                <a:gd name="connsiteY539" fmla="*/ 1427509 h 6142467"/>
                <a:gd name="connsiteX540" fmla="*/ 1193723 w 12190161"/>
                <a:gd name="connsiteY540" fmla="*/ 1398387 h 6142467"/>
                <a:gd name="connsiteX541" fmla="*/ 1158014 w 12190161"/>
                <a:gd name="connsiteY541" fmla="*/ 1441608 h 6142467"/>
                <a:gd name="connsiteX542" fmla="*/ 337105 w 12190161"/>
                <a:gd name="connsiteY542" fmla="*/ 1415549 h 6142467"/>
                <a:gd name="connsiteX543" fmla="*/ 1935182 w 12190161"/>
                <a:gd name="connsiteY543" fmla="*/ 1220592 h 6142467"/>
                <a:gd name="connsiteX544" fmla="*/ 1263062 w 12190161"/>
                <a:gd name="connsiteY544" fmla="*/ 1427509 h 6142467"/>
                <a:gd name="connsiteX545" fmla="*/ 298565 w 12190161"/>
                <a:gd name="connsiteY545" fmla="*/ 1428550 h 6142467"/>
                <a:gd name="connsiteX546" fmla="*/ 1157552 w 12190161"/>
                <a:gd name="connsiteY546" fmla="*/ 1455823 h 6142467"/>
                <a:gd name="connsiteX547" fmla="*/ 1160557 w 12190161"/>
                <a:gd name="connsiteY547" fmla="*/ 1469401 h 6142467"/>
                <a:gd name="connsiteX548" fmla="*/ 1174655 w 12190161"/>
                <a:gd name="connsiteY548" fmla="*/ 1490723 h 6142467"/>
                <a:gd name="connsiteX549" fmla="*/ 883319 w 12190161"/>
                <a:gd name="connsiteY549" fmla="*/ 1892828 h 6142467"/>
                <a:gd name="connsiteX550" fmla="*/ 292035 w 12190161"/>
                <a:gd name="connsiteY550" fmla="*/ 1447098 h 6142467"/>
                <a:gd name="connsiteX551" fmla="*/ 298565 w 12190161"/>
                <a:gd name="connsiteY551" fmla="*/ 1428550 h 6142467"/>
                <a:gd name="connsiteX552" fmla="*/ 1186212 w 12190161"/>
                <a:gd name="connsiteY552" fmla="*/ 1499101 h 6142467"/>
                <a:gd name="connsiteX553" fmla="*/ 1202680 w 12190161"/>
                <a:gd name="connsiteY553" fmla="*/ 1504937 h 6142467"/>
                <a:gd name="connsiteX554" fmla="*/ 1173384 w 12190161"/>
                <a:gd name="connsiteY554" fmla="*/ 2069756 h 6142467"/>
                <a:gd name="connsiteX555" fmla="*/ 1160210 w 12190161"/>
                <a:gd name="connsiteY555" fmla="*/ 2072761 h 6142467"/>
                <a:gd name="connsiteX556" fmla="*/ 1139639 w 12190161"/>
                <a:gd name="connsiteY556" fmla="*/ 2086109 h 6142467"/>
                <a:gd name="connsiteX557" fmla="*/ 894759 w 12190161"/>
                <a:gd name="connsiteY557" fmla="*/ 1901495 h 6142467"/>
                <a:gd name="connsiteX558" fmla="*/ 1186212 w 12190161"/>
                <a:gd name="connsiteY558" fmla="*/ 1499101 h 6142467"/>
                <a:gd name="connsiteX559" fmla="*/ 1131030 w 12190161"/>
                <a:gd name="connsiteY559" fmla="*/ 2097434 h 6142467"/>
                <a:gd name="connsiteX560" fmla="*/ 1127101 w 12190161"/>
                <a:gd name="connsiteY560" fmla="*/ 2143775 h 6142467"/>
                <a:gd name="connsiteX561" fmla="*/ 1131088 w 12190161"/>
                <a:gd name="connsiteY561" fmla="*/ 2152269 h 6142467"/>
                <a:gd name="connsiteX562" fmla="*/ 209812 w 12190161"/>
                <a:gd name="connsiteY562" fmla="*/ 2850333 h 6142467"/>
                <a:gd name="connsiteX563" fmla="*/ 208367 w 12190161"/>
                <a:gd name="connsiteY563" fmla="*/ 2848889 h 6142467"/>
                <a:gd name="connsiteX564" fmla="*/ 886381 w 12190161"/>
                <a:gd name="connsiteY564" fmla="*/ 1912994 h 6142467"/>
                <a:gd name="connsiteX565" fmla="*/ 1131030 w 12190161"/>
                <a:gd name="connsiteY565" fmla="*/ 2097434 h 6142467"/>
                <a:gd name="connsiteX566" fmla="*/ 222408 w 12190161"/>
                <a:gd name="connsiteY566" fmla="*/ 2870268 h 6142467"/>
                <a:gd name="connsiteX567" fmla="*/ 218421 w 12190161"/>
                <a:gd name="connsiteY567" fmla="*/ 2861774 h 6142467"/>
                <a:gd name="connsiteX568" fmla="*/ 1139697 w 12190161"/>
                <a:gd name="connsiteY568" fmla="*/ 2163710 h 6142467"/>
                <a:gd name="connsiteX569" fmla="*/ 1166104 w 12190161"/>
                <a:gd name="connsiteY569" fmla="*/ 2178733 h 6142467"/>
                <a:gd name="connsiteX570" fmla="*/ 1088387 w 12190161"/>
                <a:gd name="connsiteY570" fmla="*/ 2888123 h 6142467"/>
                <a:gd name="connsiteX571" fmla="*/ 225355 w 12190161"/>
                <a:gd name="connsiteY571" fmla="*/ 2882460 h 6142467"/>
                <a:gd name="connsiteX572" fmla="*/ 222408 w 12190161"/>
                <a:gd name="connsiteY572" fmla="*/ 2870268 h 6142467"/>
                <a:gd name="connsiteX573" fmla="*/ 1180260 w 12190161"/>
                <a:gd name="connsiteY573" fmla="*/ 2180178 h 6142467"/>
                <a:gd name="connsiteX574" fmla="*/ 1195515 w 12190161"/>
                <a:gd name="connsiteY574" fmla="*/ 2177693 h 6142467"/>
                <a:gd name="connsiteX575" fmla="*/ 1534810 w 12190161"/>
                <a:gd name="connsiteY575" fmla="*/ 2851142 h 6142467"/>
                <a:gd name="connsiteX576" fmla="*/ 1509040 w 12190161"/>
                <a:gd name="connsiteY576" fmla="*/ 2890838 h 6142467"/>
                <a:gd name="connsiteX577" fmla="*/ 1102717 w 12190161"/>
                <a:gd name="connsiteY577" fmla="*/ 2888181 h 6142467"/>
                <a:gd name="connsiteX578" fmla="*/ 1180260 w 12190161"/>
                <a:gd name="connsiteY578" fmla="*/ 2180178 h 6142467"/>
                <a:gd name="connsiteX579" fmla="*/ 1508982 w 12190161"/>
                <a:gd name="connsiteY579" fmla="*/ 2905053 h 6142467"/>
                <a:gd name="connsiteX580" fmla="*/ 1511871 w 12190161"/>
                <a:gd name="connsiteY580" fmla="*/ 2917245 h 6142467"/>
                <a:gd name="connsiteX581" fmla="*/ 1523312 w 12190161"/>
                <a:gd name="connsiteY581" fmla="*/ 2936024 h 6142467"/>
                <a:gd name="connsiteX582" fmla="*/ 1052678 w 12190161"/>
                <a:gd name="connsiteY582" fmla="*/ 3502808 h 6142467"/>
                <a:gd name="connsiteX583" fmla="*/ 1036152 w 12190161"/>
                <a:gd name="connsiteY583" fmla="*/ 3495758 h 6142467"/>
                <a:gd name="connsiteX584" fmla="*/ 1101157 w 12190161"/>
                <a:gd name="connsiteY584" fmla="*/ 2902395 h 6142467"/>
                <a:gd name="connsiteX585" fmla="*/ 1508982 w 12190161"/>
                <a:gd name="connsiteY585" fmla="*/ 2905053 h 6142467"/>
                <a:gd name="connsiteX586" fmla="*/ 1604496 w 12190161"/>
                <a:gd name="connsiteY586" fmla="*/ 4134134 h 6142467"/>
                <a:gd name="connsiteX587" fmla="*/ 1617034 w 12190161"/>
                <a:gd name="connsiteY587" fmla="*/ 4127604 h 6142467"/>
                <a:gd name="connsiteX588" fmla="*/ 1656211 w 12190161"/>
                <a:gd name="connsiteY588" fmla="*/ 4170941 h 6142467"/>
                <a:gd name="connsiteX589" fmla="*/ 1264969 w 12190161"/>
                <a:gd name="connsiteY589" fmla="*/ 4932392 h 6142467"/>
                <a:gd name="connsiteX590" fmla="*/ 1572369 w 12190161"/>
                <a:gd name="connsiteY590" fmla="*/ 4135925 h 6142467"/>
                <a:gd name="connsiteX591" fmla="*/ 1604496 w 12190161"/>
                <a:gd name="connsiteY591" fmla="*/ 4134134 h 6142467"/>
                <a:gd name="connsiteX592" fmla="*/ 1263351 w 12190161"/>
                <a:gd name="connsiteY592" fmla="*/ 5069740 h 6142467"/>
                <a:gd name="connsiteX593" fmla="*/ 2595226 w 12190161"/>
                <a:gd name="connsiteY593" fmla="*/ 5260074 h 6142467"/>
                <a:gd name="connsiteX594" fmla="*/ 2597768 w 12190161"/>
                <a:gd name="connsiteY594" fmla="*/ 5277235 h 6142467"/>
                <a:gd name="connsiteX595" fmla="*/ 1839784 w 12190161"/>
                <a:gd name="connsiteY595" fmla="*/ 5626238 h 6142467"/>
                <a:gd name="connsiteX596" fmla="*/ 1255203 w 12190161"/>
                <a:gd name="connsiteY596" fmla="*/ 5086959 h 6142467"/>
                <a:gd name="connsiteX597" fmla="*/ 1263351 w 12190161"/>
                <a:gd name="connsiteY597" fmla="*/ 5069740 h 6142467"/>
                <a:gd name="connsiteX598" fmla="*/ 2689699 w 12190161"/>
                <a:gd name="connsiteY598" fmla="*/ 5221591 h 6142467"/>
                <a:gd name="connsiteX599" fmla="*/ 3183909 w 12190161"/>
                <a:gd name="connsiteY599" fmla="*/ 4562414 h 6142467"/>
                <a:gd name="connsiteX600" fmla="*/ 3230134 w 12190161"/>
                <a:gd name="connsiteY600" fmla="*/ 4566285 h 6142467"/>
                <a:gd name="connsiteX601" fmla="*/ 3266248 w 12190161"/>
                <a:gd name="connsiteY601" fmla="*/ 4508677 h 6142467"/>
                <a:gd name="connsiteX602" fmla="*/ 3448319 w 12190161"/>
                <a:gd name="connsiteY602" fmla="*/ 4698086 h 6142467"/>
                <a:gd name="connsiteX603" fmla="*/ 2691722 w 12190161"/>
                <a:gd name="connsiteY603" fmla="*/ 5223613 h 6142467"/>
                <a:gd name="connsiteX604" fmla="*/ 2689699 w 12190161"/>
                <a:gd name="connsiteY604" fmla="*/ 5221591 h 6142467"/>
                <a:gd name="connsiteX605" fmla="*/ 3275955 w 12190161"/>
                <a:gd name="connsiteY605" fmla="*/ 4498160 h 6142467"/>
                <a:gd name="connsiteX606" fmla="*/ 4243284 w 12190161"/>
                <a:gd name="connsiteY606" fmla="*/ 4145863 h 6142467"/>
                <a:gd name="connsiteX607" fmla="*/ 3460164 w 12190161"/>
                <a:gd name="connsiteY607" fmla="*/ 4689823 h 6142467"/>
                <a:gd name="connsiteX608" fmla="*/ 3275955 w 12190161"/>
                <a:gd name="connsiteY608" fmla="*/ 4498160 h 6142467"/>
                <a:gd name="connsiteX609" fmla="*/ 4280437 w 12190161"/>
                <a:gd name="connsiteY609" fmla="*/ 4066298 h 6142467"/>
                <a:gd name="connsiteX610" fmla="*/ 3876541 w 12190161"/>
                <a:gd name="connsiteY610" fmla="*/ 2957230 h 6142467"/>
                <a:gd name="connsiteX611" fmla="*/ 3889196 w 12190161"/>
                <a:gd name="connsiteY611" fmla="*/ 2948274 h 6142467"/>
                <a:gd name="connsiteX612" fmla="*/ 4655038 w 12190161"/>
                <a:gd name="connsiteY612" fmla="*/ 3570355 h 6142467"/>
                <a:gd name="connsiteX613" fmla="*/ 4317302 w 12190161"/>
                <a:gd name="connsiteY613" fmla="*/ 4070863 h 6142467"/>
                <a:gd name="connsiteX614" fmla="*/ 4280437 w 12190161"/>
                <a:gd name="connsiteY614" fmla="*/ 4066298 h 6142467"/>
                <a:gd name="connsiteX615" fmla="*/ 3898152 w 12190161"/>
                <a:gd name="connsiteY615" fmla="*/ 2937122 h 6142467"/>
                <a:gd name="connsiteX616" fmla="*/ 3906415 w 12190161"/>
                <a:gd name="connsiteY616" fmla="*/ 2908058 h 6142467"/>
                <a:gd name="connsiteX617" fmla="*/ 4604190 w 12190161"/>
                <a:gd name="connsiteY617" fmla="*/ 2817398 h 6142467"/>
                <a:gd name="connsiteX618" fmla="*/ 4809143 w 12190161"/>
                <a:gd name="connsiteY618" fmla="*/ 2790760 h 6142467"/>
                <a:gd name="connsiteX619" fmla="*/ 5177734 w 12190161"/>
                <a:gd name="connsiteY619" fmla="*/ 2742859 h 6142467"/>
                <a:gd name="connsiteX620" fmla="*/ 5177850 w 12190161"/>
                <a:gd name="connsiteY620" fmla="*/ 2743263 h 6142467"/>
                <a:gd name="connsiteX621" fmla="*/ 5196224 w 12190161"/>
                <a:gd name="connsiteY621" fmla="*/ 2768225 h 6142467"/>
                <a:gd name="connsiteX622" fmla="*/ 4663070 w 12190161"/>
                <a:gd name="connsiteY622" fmla="*/ 3558394 h 6142467"/>
                <a:gd name="connsiteX623" fmla="*/ 3898152 w 12190161"/>
                <a:gd name="connsiteY623" fmla="*/ 2937122 h 6142467"/>
                <a:gd name="connsiteX624" fmla="*/ 5208590 w 12190161"/>
                <a:gd name="connsiteY624" fmla="*/ 2775390 h 6142467"/>
                <a:gd name="connsiteX625" fmla="*/ 5223902 w 12190161"/>
                <a:gd name="connsiteY625" fmla="*/ 2779319 h 6142467"/>
                <a:gd name="connsiteX626" fmla="*/ 5221937 w 12190161"/>
                <a:gd name="connsiteY626" fmla="*/ 2996002 h 6142467"/>
                <a:gd name="connsiteX627" fmla="*/ 5213155 w 12190161"/>
                <a:gd name="connsiteY627" fmla="*/ 3964775 h 6142467"/>
                <a:gd name="connsiteX628" fmla="*/ 5200847 w 12190161"/>
                <a:gd name="connsiteY628" fmla="*/ 3967664 h 6142467"/>
                <a:gd name="connsiteX629" fmla="*/ 5181663 w 12190161"/>
                <a:gd name="connsiteY629" fmla="*/ 3979567 h 6142467"/>
                <a:gd name="connsiteX630" fmla="*/ 4674222 w 12190161"/>
                <a:gd name="connsiteY630" fmla="*/ 3567408 h 6142467"/>
                <a:gd name="connsiteX631" fmla="*/ 5208590 w 12190161"/>
                <a:gd name="connsiteY631" fmla="*/ 2775390 h 6142467"/>
                <a:gd name="connsiteX632" fmla="*/ 5265563 w 12190161"/>
                <a:gd name="connsiteY632" fmla="*/ 3988696 h 6142467"/>
                <a:gd name="connsiteX633" fmla="*/ 6101899 w 12190161"/>
                <a:gd name="connsiteY633" fmla="*/ 3245447 h 6142467"/>
                <a:gd name="connsiteX634" fmla="*/ 6158005 w 12190161"/>
                <a:gd name="connsiteY634" fmla="*/ 3256425 h 6142467"/>
                <a:gd name="connsiteX635" fmla="*/ 6174647 w 12190161"/>
                <a:gd name="connsiteY635" fmla="*/ 3246776 h 6142467"/>
                <a:gd name="connsiteX636" fmla="*/ 6606509 w 12190161"/>
                <a:gd name="connsiteY636" fmla="*/ 3643796 h 6142467"/>
                <a:gd name="connsiteX637" fmla="*/ 5268856 w 12190161"/>
                <a:gd name="connsiteY637" fmla="*/ 3994244 h 6142467"/>
                <a:gd name="connsiteX638" fmla="*/ 5265563 w 12190161"/>
                <a:gd name="connsiteY638" fmla="*/ 3988696 h 6142467"/>
                <a:gd name="connsiteX639" fmla="*/ 6184354 w 12190161"/>
                <a:gd name="connsiteY639" fmla="*/ 3236259 h 6142467"/>
                <a:gd name="connsiteX640" fmla="*/ 6190652 w 12190161"/>
                <a:gd name="connsiteY640" fmla="*/ 3224414 h 6142467"/>
                <a:gd name="connsiteX641" fmla="*/ 7164395 w 12190161"/>
                <a:gd name="connsiteY641" fmla="*/ 3483335 h 6142467"/>
                <a:gd name="connsiteX642" fmla="*/ 7164395 w 12190161"/>
                <a:gd name="connsiteY642" fmla="*/ 3497607 h 6142467"/>
                <a:gd name="connsiteX643" fmla="*/ 6622919 w 12190161"/>
                <a:gd name="connsiteY643" fmla="*/ 3639462 h 6142467"/>
                <a:gd name="connsiteX644" fmla="*/ 6184354 w 12190161"/>
                <a:gd name="connsiteY644" fmla="*/ 3236259 h 6142467"/>
                <a:gd name="connsiteX645" fmla="*/ 7168093 w 12190161"/>
                <a:gd name="connsiteY645" fmla="*/ 3511417 h 6142467"/>
                <a:gd name="connsiteX646" fmla="*/ 7228532 w 12190161"/>
                <a:gd name="connsiteY646" fmla="*/ 3545220 h 6142467"/>
                <a:gd name="connsiteX647" fmla="*/ 7494907 w 12190161"/>
                <a:gd name="connsiteY647" fmla="*/ 4421310 h 6142467"/>
                <a:gd name="connsiteX648" fmla="*/ 7482138 w 12190161"/>
                <a:gd name="connsiteY648" fmla="*/ 4429342 h 6142467"/>
                <a:gd name="connsiteX649" fmla="*/ 6635458 w 12190161"/>
                <a:gd name="connsiteY649" fmla="*/ 3650903 h 6142467"/>
                <a:gd name="connsiteX650" fmla="*/ 7168093 w 12190161"/>
                <a:gd name="connsiteY650" fmla="*/ 3511417 h 6142467"/>
                <a:gd name="connsiteX651" fmla="*/ 7508544 w 12190161"/>
                <a:gd name="connsiteY651" fmla="*/ 4417208 h 6142467"/>
                <a:gd name="connsiteX652" fmla="*/ 7242169 w 12190161"/>
                <a:gd name="connsiteY652" fmla="*/ 3541117 h 6142467"/>
                <a:gd name="connsiteX653" fmla="*/ 7271465 w 12190161"/>
                <a:gd name="connsiteY653" fmla="*/ 3471663 h 6142467"/>
                <a:gd name="connsiteX654" fmla="*/ 7269905 w 12190161"/>
                <a:gd name="connsiteY654" fmla="*/ 3467907 h 6142467"/>
                <a:gd name="connsiteX655" fmla="*/ 8394862 w 12190161"/>
                <a:gd name="connsiteY655" fmla="*/ 2775563 h 6142467"/>
                <a:gd name="connsiteX656" fmla="*/ 8405782 w 12190161"/>
                <a:gd name="connsiteY656" fmla="*/ 2785849 h 6142467"/>
                <a:gd name="connsiteX657" fmla="*/ 7537204 w 12190161"/>
                <a:gd name="connsiteY657" fmla="*/ 4419924 h 6142467"/>
                <a:gd name="connsiteX658" fmla="*/ 7508544 w 12190161"/>
                <a:gd name="connsiteY658" fmla="*/ 4417208 h 6142467"/>
                <a:gd name="connsiteX659" fmla="*/ 8491416 w 12190161"/>
                <a:gd name="connsiteY659" fmla="*/ 2754993 h 6142467"/>
                <a:gd name="connsiteX660" fmla="*/ 9213575 w 12190161"/>
                <a:gd name="connsiteY660" fmla="*/ 2850333 h 6142467"/>
                <a:gd name="connsiteX661" fmla="*/ 9216868 w 12190161"/>
                <a:gd name="connsiteY661" fmla="*/ 2869401 h 6142467"/>
                <a:gd name="connsiteX662" fmla="*/ 9257200 w 12190161"/>
                <a:gd name="connsiteY662" fmla="*/ 2904533 h 6142467"/>
                <a:gd name="connsiteX663" fmla="*/ 9243563 w 12190161"/>
                <a:gd name="connsiteY663" fmla="*/ 3065745 h 6142467"/>
                <a:gd name="connsiteX664" fmla="*/ 9227096 w 12190161"/>
                <a:gd name="connsiteY664" fmla="*/ 3069038 h 6142467"/>
                <a:gd name="connsiteX665" fmla="*/ 9199418 w 12190161"/>
                <a:gd name="connsiteY665" fmla="*/ 3091284 h 6142467"/>
                <a:gd name="connsiteX666" fmla="*/ 8490607 w 12190161"/>
                <a:gd name="connsiteY666" fmla="*/ 2757593 h 6142467"/>
                <a:gd name="connsiteX667" fmla="*/ 8491416 w 12190161"/>
                <a:gd name="connsiteY667" fmla="*/ 2754993 h 6142467"/>
                <a:gd name="connsiteX668" fmla="*/ 9257778 w 12190161"/>
                <a:gd name="connsiteY668" fmla="*/ 3067016 h 6142467"/>
                <a:gd name="connsiteX669" fmla="*/ 9271415 w 12190161"/>
                <a:gd name="connsiteY669" fmla="*/ 2905804 h 6142467"/>
                <a:gd name="connsiteX670" fmla="*/ 9287883 w 12190161"/>
                <a:gd name="connsiteY670" fmla="*/ 2902511 h 6142467"/>
                <a:gd name="connsiteX671" fmla="*/ 9318622 w 12190161"/>
                <a:gd name="connsiteY671" fmla="*/ 2874891 h 6142467"/>
                <a:gd name="connsiteX672" fmla="*/ 9477985 w 12190161"/>
                <a:gd name="connsiteY672" fmla="*/ 2929090 h 6142467"/>
                <a:gd name="connsiteX673" fmla="*/ 9284704 w 12190161"/>
                <a:gd name="connsiteY673" fmla="*/ 3081577 h 6142467"/>
                <a:gd name="connsiteX674" fmla="*/ 9257778 w 12190161"/>
                <a:gd name="connsiteY674" fmla="*/ 3067016 h 6142467"/>
                <a:gd name="connsiteX675" fmla="*/ 9323245 w 12190161"/>
                <a:gd name="connsiteY675" fmla="*/ 2861370 h 6142467"/>
                <a:gd name="connsiteX676" fmla="*/ 9321049 w 12190161"/>
                <a:gd name="connsiteY676" fmla="*/ 2831496 h 6142467"/>
                <a:gd name="connsiteX677" fmla="*/ 9319778 w 12190161"/>
                <a:gd name="connsiteY677" fmla="*/ 2828492 h 6142467"/>
                <a:gd name="connsiteX678" fmla="*/ 10491944 w 12190161"/>
                <a:gd name="connsiteY678" fmla="*/ 2129156 h 6142467"/>
                <a:gd name="connsiteX679" fmla="*/ 9491391 w 12190161"/>
                <a:gd name="connsiteY679" fmla="*/ 2918574 h 6142467"/>
                <a:gd name="connsiteX680" fmla="*/ 9323245 w 12190161"/>
                <a:gd name="connsiteY680" fmla="*/ 2861370 h 6142467"/>
                <a:gd name="connsiteX681" fmla="*/ 10564749 w 12190161"/>
                <a:gd name="connsiteY681" fmla="*/ 2119333 h 6142467"/>
                <a:gd name="connsiteX682" fmla="*/ 10601325 w 12190161"/>
                <a:gd name="connsiteY682" fmla="*/ 2118871 h 6142467"/>
                <a:gd name="connsiteX683" fmla="*/ 10630273 w 12190161"/>
                <a:gd name="connsiteY683" fmla="*/ 2094603 h 6142467"/>
                <a:gd name="connsiteX684" fmla="*/ 10774671 w 12190161"/>
                <a:gd name="connsiteY684" fmla="*/ 2155100 h 6142467"/>
                <a:gd name="connsiteX685" fmla="*/ 10109426 w 12190161"/>
                <a:gd name="connsiteY685" fmla="*/ 3055922 h 6142467"/>
                <a:gd name="connsiteX686" fmla="*/ 10564749 w 12190161"/>
                <a:gd name="connsiteY686" fmla="*/ 2119333 h 6142467"/>
                <a:gd name="connsiteX687" fmla="*/ 10635763 w 12190161"/>
                <a:gd name="connsiteY687" fmla="*/ 2081428 h 6142467"/>
                <a:gd name="connsiteX688" fmla="*/ 10634434 w 12190161"/>
                <a:gd name="connsiteY688" fmla="*/ 2047799 h 6142467"/>
                <a:gd name="connsiteX689" fmla="*/ 10629060 w 12190161"/>
                <a:gd name="connsiteY689" fmla="*/ 2036994 h 6142467"/>
                <a:gd name="connsiteX690" fmla="*/ 11238776 w 12190161"/>
                <a:gd name="connsiteY690" fmla="*/ 1526663 h 6142467"/>
                <a:gd name="connsiteX691" fmla="*/ 10783396 w 12190161"/>
                <a:gd name="connsiteY691" fmla="*/ 2143255 h 6142467"/>
                <a:gd name="connsiteX692" fmla="*/ 10635763 w 12190161"/>
                <a:gd name="connsiteY692" fmla="*/ 2081428 h 6142467"/>
                <a:gd name="connsiteX693" fmla="*/ 10790330 w 12190161"/>
                <a:gd name="connsiteY693" fmla="*/ 713382 h 6142467"/>
                <a:gd name="connsiteX694" fmla="*/ 10792641 w 12190161"/>
                <a:gd name="connsiteY694" fmla="*/ 721991 h 6142467"/>
                <a:gd name="connsiteX695" fmla="*/ 10829910 w 12190161"/>
                <a:gd name="connsiteY695" fmla="*/ 756372 h 6142467"/>
                <a:gd name="connsiteX696" fmla="*/ 10732143 w 12190161"/>
                <a:gd name="connsiteY696" fmla="*/ 1259306 h 6142467"/>
                <a:gd name="connsiteX697" fmla="*/ 9766259 w 12190161"/>
                <a:gd name="connsiteY697" fmla="*/ 878869 h 6142467"/>
                <a:gd name="connsiteX698" fmla="*/ 9766144 w 12190161"/>
                <a:gd name="connsiteY698" fmla="*/ 867082 h 6142467"/>
                <a:gd name="connsiteX699" fmla="*/ 10006806 w 12190161"/>
                <a:gd name="connsiteY699" fmla="*/ 830968 h 6142467"/>
                <a:gd name="connsiteX700" fmla="*/ 10790330 w 12190161"/>
                <a:gd name="connsiteY700" fmla="*/ 713382 h 6142467"/>
                <a:gd name="connsiteX701" fmla="*/ 9730088 w 12190161"/>
                <a:gd name="connsiteY701" fmla="*/ 925557 h 6142467"/>
                <a:gd name="connsiteX702" fmla="*/ 9744649 w 12190161"/>
                <a:gd name="connsiteY702" fmla="*/ 917641 h 6142467"/>
                <a:gd name="connsiteX703" fmla="*/ 10544409 w 12190161"/>
                <a:gd name="connsiteY703" fmla="*/ 2026420 h 6142467"/>
                <a:gd name="connsiteX704" fmla="*/ 10531293 w 12190161"/>
                <a:gd name="connsiteY704" fmla="*/ 2045430 h 6142467"/>
                <a:gd name="connsiteX705" fmla="*/ 9520686 w 12190161"/>
                <a:gd name="connsiteY705" fmla="*/ 1769001 h 6142467"/>
                <a:gd name="connsiteX706" fmla="*/ 9710558 w 12190161"/>
                <a:gd name="connsiteY706" fmla="*/ 928851 h 6142467"/>
                <a:gd name="connsiteX707" fmla="*/ 9730088 w 12190161"/>
                <a:gd name="connsiteY707" fmla="*/ 925557 h 6142467"/>
                <a:gd name="connsiteX708" fmla="*/ 9274130 w 12190161"/>
                <a:gd name="connsiteY708" fmla="*/ 2795267 h 6142467"/>
                <a:gd name="connsiteX709" fmla="*/ 9268872 w 12190161"/>
                <a:gd name="connsiteY709" fmla="*/ 2795036 h 6142467"/>
                <a:gd name="connsiteX710" fmla="*/ 9219757 w 12190161"/>
                <a:gd name="connsiteY710" fmla="*/ 2422689 h 6142467"/>
                <a:gd name="connsiteX711" fmla="*/ 9126960 w 12190161"/>
                <a:gd name="connsiteY711" fmla="*/ 1719424 h 6142467"/>
                <a:gd name="connsiteX712" fmla="*/ 9131929 w 12190161"/>
                <a:gd name="connsiteY712" fmla="*/ 1717922 h 6142467"/>
                <a:gd name="connsiteX713" fmla="*/ 9164402 w 12190161"/>
                <a:gd name="connsiteY713" fmla="*/ 1686315 h 6142467"/>
                <a:gd name="connsiteX714" fmla="*/ 9503756 w 12190161"/>
                <a:gd name="connsiteY714" fmla="*/ 1779113 h 6142467"/>
                <a:gd name="connsiteX715" fmla="*/ 9274130 w 12190161"/>
                <a:gd name="connsiteY715" fmla="*/ 2795267 h 6142467"/>
                <a:gd name="connsiteX716" fmla="*/ 9060857 w 12190161"/>
                <a:gd name="connsiteY716" fmla="*/ 1684813 h 6142467"/>
                <a:gd name="connsiteX717" fmla="*/ 9076978 w 12190161"/>
                <a:gd name="connsiteY717" fmla="*/ 1707983 h 6142467"/>
                <a:gd name="connsiteX718" fmla="*/ 8643729 w 12190161"/>
                <a:gd name="connsiteY718" fmla="*/ 2398998 h 6142467"/>
                <a:gd name="connsiteX719" fmla="*/ 7770528 w 12190161"/>
                <a:gd name="connsiteY719" fmla="*/ 1780789 h 6142467"/>
                <a:gd name="connsiteX720" fmla="*/ 7775555 w 12190161"/>
                <a:gd name="connsiteY720" fmla="*/ 1760103 h 6142467"/>
                <a:gd name="connsiteX721" fmla="*/ 9058430 w 12190161"/>
                <a:gd name="connsiteY721" fmla="*/ 1675452 h 6142467"/>
                <a:gd name="connsiteX722" fmla="*/ 9060857 w 12190161"/>
                <a:gd name="connsiteY722" fmla="*/ 1684813 h 6142467"/>
                <a:gd name="connsiteX723" fmla="*/ 7668080 w 12190161"/>
                <a:gd name="connsiteY723" fmla="*/ 1776686 h 6142467"/>
                <a:gd name="connsiteX724" fmla="*/ 7679174 w 12190161"/>
                <a:gd name="connsiteY724" fmla="*/ 1795003 h 6142467"/>
                <a:gd name="connsiteX725" fmla="*/ 7125218 w 12190161"/>
                <a:gd name="connsiteY725" fmla="*/ 2406799 h 6142467"/>
                <a:gd name="connsiteX726" fmla="*/ 7094189 w 12190161"/>
                <a:gd name="connsiteY726" fmla="*/ 2396918 h 6142467"/>
                <a:gd name="connsiteX727" fmla="*/ 6986195 w 12190161"/>
                <a:gd name="connsiteY727" fmla="*/ 1495634 h 6142467"/>
                <a:gd name="connsiteX728" fmla="*/ 6991511 w 12190161"/>
                <a:gd name="connsiteY728" fmla="*/ 1494017 h 6142467"/>
                <a:gd name="connsiteX729" fmla="*/ 7020402 w 12190161"/>
                <a:gd name="connsiteY729" fmla="*/ 1469921 h 6142467"/>
                <a:gd name="connsiteX730" fmla="*/ 7666751 w 12190161"/>
                <a:gd name="connsiteY730" fmla="*/ 1742999 h 6142467"/>
                <a:gd name="connsiteX731" fmla="*/ 7668080 w 12190161"/>
                <a:gd name="connsiteY731" fmla="*/ 1776686 h 6142467"/>
                <a:gd name="connsiteX732" fmla="*/ 6920496 w 12190161"/>
                <a:gd name="connsiteY732" fmla="*/ 1460792 h 6142467"/>
                <a:gd name="connsiteX733" fmla="*/ 6928759 w 12190161"/>
                <a:gd name="connsiteY733" fmla="*/ 1475757 h 6142467"/>
                <a:gd name="connsiteX734" fmla="*/ 6561208 w 12190161"/>
                <a:gd name="connsiteY734" fmla="*/ 1845215 h 6142467"/>
                <a:gd name="connsiteX735" fmla="*/ 5839107 w 12190161"/>
                <a:gd name="connsiteY735" fmla="*/ 1036441 h 6142467"/>
                <a:gd name="connsiteX736" fmla="*/ 5846098 w 12190161"/>
                <a:gd name="connsiteY736" fmla="*/ 1026214 h 6142467"/>
                <a:gd name="connsiteX737" fmla="*/ 6918705 w 12190161"/>
                <a:gd name="connsiteY737" fmla="*/ 1429243 h 6142467"/>
                <a:gd name="connsiteX738" fmla="*/ 6920496 w 12190161"/>
                <a:gd name="connsiteY738" fmla="*/ 1460792 h 6142467"/>
                <a:gd name="connsiteX739" fmla="*/ 6551154 w 12190161"/>
                <a:gd name="connsiteY739" fmla="*/ 1855327 h 6142467"/>
                <a:gd name="connsiteX740" fmla="*/ 5963627 w 12190161"/>
                <a:gd name="connsiteY740" fmla="*/ 2445859 h 6142467"/>
                <a:gd name="connsiteX741" fmla="*/ 5932194 w 12190161"/>
                <a:gd name="connsiteY741" fmla="*/ 2434476 h 6142467"/>
                <a:gd name="connsiteX742" fmla="*/ 5809176 w 12190161"/>
                <a:gd name="connsiteY742" fmla="*/ 1054238 h 6142467"/>
                <a:gd name="connsiteX743" fmla="*/ 5816167 w 12190161"/>
                <a:gd name="connsiteY743" fmla="*/ 1052273 h 6142467"/>
                <a:gd name="connsiteX744" fmla="*/ 5828475 w 12190161"/>
                <a:gd name="connsiteY744" fmla="*/ 1045917 h 6142467"/>
                <a:gd name="connsiteX745" fmla="*/ 6551154 w 12190161"/>
                <a:gd name="connsiteY745" fmla="*/ 1855327 h 6142467"/>
                <a:gd name="connsiteX746" fmla="*/ 5496922 w 12190161"/>
                <a:gd name="connsiteY746" fmla="*/ 1889997 h 6142467"/>
                <a:gd name="connsiteX747" fmla="*/ 5440989 w 12190161"/>
                <a:gd name="connsiteY747" fmla="*/ 1814013 h 6142467"/>
                <a:gd name="connsiteX748" fmla="*/ 5454741 w 12190161"/>
                <a:gd name="connsiteY748" fmla="*/ 1755018 h 6142467"/>
                <a:gd name="connsiteX749" fmla="*/ 5433939 w 12190161"/>
                <a:gd name="connsiteY749" fmla="*/ 1728322 h 6142467"/>
                <a:gd name="connsiteX750" fmla="*/ 5761448 w 12190161"/>
                <a:gd name="connsiteY750" fmla="*/ 1086018 h 6142467"/>
                <a:gd name="connsiteX751" fmla="*/ 5496922 w 12190161"/>
                <a:gd name="connsiteY751" fmla="*/ 1889997 h 6142467"/>
                <a:gd name="connsiteX752" fmla="*/ 5385807 w 12190161"/>
                <a:gd name="connsiteY752" fmla="*/ 1826783 h 6142467"/>
                <a:gd name="connsiteX753" fmla="*/ 5232742 w 12190161"/>
                <a:gd name="connsiteY753" fmla="*/ 2668956 h 6142467"/>
                <a:gd name="connsiteX754" fmla="*/ 5210959 w 12190161"/>
                <a:gd name="connsiteY754" fmla="*/ 2672249 h 6142467"/>
                <a:gd name="connsiteX755" fmla="*/ 5177098 w 12190161"/>
                <a:gd name="connsiteY755" fmla="*/ 2707670 h 6142467"/>
                <a:gd name="connsiteX756" fmla="*/ 3607451 w 12190161"/>
                <a:gd name="connsiteY756" fmla="*/ 2312614 h 6142467"/>
                <a:gd name="connsiteX757" fmla="*/ 3606815 w 12190161"/>
                <a:gd name="connsiteY757" fmla="*/ 2291408 h 6142467"/>
                <a:gd name="connsiteX758" fmla="*/ 5351774 w 12190161"/>
                <a:gd name="connsiteY758" fmla="*/ 1795870 h 6142467"/>
                <a:gd name="connsiteX759" fmla="*/ 5385807 w 12190161"/>
                <a:gd name="connsiteY759" fmla="*/ 1826783 h 6142467"/>
                <a:gd name="connsiteX760" fmla="*/ 3527076 w 12190161"/>
                <a:gd name="connsiteY760" fmla="*/ 2352484 h 6142467"/>
                <a:gd name="connsiteX761" fmla="*/ 3378230 w 12190161"/>
                <a:gd name="connsiteY761" fmla="*/ 2858423 h 6142467"/>
                <a:gd name="connsiteX762" fmla="*/ 3166863 w 12190161"/>
                <a:gd name="connsiteY762" fmla="*/ 2839470 h 6142467"/>
                <a:gd name="connsiteX763" fmla="*/ 3164147 w 12190161"/>
                <a:gd name="connsiteY763" fmla="*/ 2828838 h 6142467"/>
                <a:gd name="connsiteX764" fmla="*/ 3151146 w 12190161"/>
                <a:gd name="connsiteY764" fmla="*/ 2808557 h 6142467"/>
                <a:gd name="connsiteX765" fmla="*/ 3521876 w 12190161"/>
                <a:gd name="connsiteY765" fmla="*/ 2349363 h 6142467"/>
                <a:gd name="connsiteX766" fmla="*/ 3527076 w 12190161"/>
                <a:gd name="connsiteY766" fmla="*/ 2352484 h 6142467"/>
                <a:gd name="connsiteX767" fmla="*/ 3075625 w 12190161"/>
                <a:gd name="connsiteY767" fmla="*/ 2806130 h 6142467"/>
                <a:gd name="connsiteX768" fmla="*/ 3060891 w 12190161"/>
                <a:gd name="connsiteY768" fmla="*/ 2826701 h 6142467"/>
                <a:gd name="connsiteX769" fmla="*/ 2390851 w 12190161"/>
                <a:gd name="connsiteY769" fmla="*/ 2646767 h 6142467"/>
                <a:gd name="connsiteX770" fmla="*/ 2388019 w 12190161"/>
                <a:gd name="connsiteY770" fmla="*/ 2620419 h 6142467"/>
                <a:gd name="connsiteX771" fmla="*/ 2381837 w 12190161"/>
                <a:gd name="connsiteY771" fmla="*/ 2608400 h 6142467"/>
                <a:gd name="connsiteX772" fmla="*/ 2735289 w 12190161"/>
                <a:gd name="connsiteY772" fmla="*/ 2296493 h 6142467"/>
                <a:gd name="connsiteX773" fmla="*/ 3075625 w 12190161"/>
                <a:gd name="connsiteY773" fmla="*/ 2806130 h 6142467"/>
                <a:gd name="connsiteX774" fmla="*/ 2372418 w 12190161"/>
                <a:gd name="connsiteY774" fmla="*/ 2597711 h 6142467"/>
                <a:gd name="connsiteX775" fmla="*/ 2330873 w 12190161"/>
                <a:gd name="connsiteY775" fmla="*/ 2584305 h 6142467"/>
                <a:gd name="connsiteX776" fmla="*/ 2033527 w 12190161"/>
                <a:gd name="connsiteY776" fmla="*/ 1258093 h 6142467"/>
                <a:gd name="connsiteX777" fmla="*/ 2034394 w 12190161"/>
                <a:gd name="connsiteY777" fmla="*/ 1257804 h 6142467"/>
                <a:gd name="connsiteX778" fmla="*/ 2039941 w 12190161"/>
                <a:gd name="connsiteY778" fmla="*/ 1255435 h 6142467"/>
                <a:gd name="connsiteX779" fmla="*/ 2727257 w 12190161"/>
                <a:gd name="connsiteY779" fmla="*/ 2284532 h 6142467"/>
                <a:gd name="connsiteX780" fmla="*/ 2372418 w 12190161"/>
                <a:gd name="connsiteY780" fmla="*/ 2597711 h 6142467"/>
                <a:gd name="connsiteX781" fmla="*/ 248237 w 12190161"/>
                <a:gd name="connsiteY781" fmla="*/ 1474891 h 6142467"/>
                <a:gd name="connsiteX782" fmla="*/ 262798 w 12190161"/>
                <a:gd name="connsiteY782" fmla="*/ 1471771 h 6142467"/>
                <a:gd name="connsiteX783" fmla="*/ 283368 w 12190161"/>
                <a:gd name="connsiteY783" fmla="*/ 1458423 h 6142467"/>
                <a:gd name="connsiteX784" fmla="*/ 874882 w 12190161"/>
                <a:gd name="connsiteY784" fmla="*/ 1904384 h 6142467"/>
                <a:gd name="connsiteX785" fmla="*/ 196753 w 12190161"/>
                <a:gd name="connsiteY785" fmla="*/ 2840568 h 6142467"/>
                <a:gd name="connsiteX786" fmla="*/ 180169 w 12190161"/>
                <a:gd name="connsiteY786" fmla="*/ 2834732 h 6142467"/>
                <a:gd name="connsiteX787" fmla="*/ 248237 w 12190161"/>
                <a:gd name="connsiteY787" fmla="*/ 1474891 h 6142467"/>
                <a:gd name="connsiteX788" fmla="*/ 218190 w 12190161"/>
                <a:gd name="connsiteY788" fmla="*/ 2917245 h 6142467"/>
                <a:gd name="connsiteX789" fmla="*/ 225297 w 12190161"/>
                <a:gd name="connsiteY789" fmla="*/ 2896732 h 6142467"/>
                <a:gd name="connsiteX790" fmla="*/ 1086885 w 12190161"/>
                <a:gd name="connsiteY790" fmla="*/ 2902337 h 6142467"/>
                <a:gd name="connsiteX791" fmla="*/ 1022053 w 12190161"/>
                <a:gd name="connsiteY791" fmla="*/ 3494256 h 6142467"/>
                <a:gd name="connsiteX792" fmla="*/ 1004198 w 12190161"/>
                <a:gd name="connsiteY792" fmla="*/ 3497549 h 6142467"/>
                <a:gd name="connsiteX793" fmla="*/ 984090 w 12190161"/>
                <a:gd name="connsiteY793" fmla="*/ 3510377 h 6142467"/>
                <a:gd name="connsiteX794" fmla="*/ 218190 w 12190161"/>
                <a:gd name="connsiteY794" fmla="*/ 2917245 h 6142467"/>
                <a:gd name="connsiteX795" fmla="*/ 1228566 w 12190161"/>
                <a:gd name="connsiteY795" fmla="*/ 5107125 h 6142467"/>
                <a:gd name="connsiteX796" fmla="*/ 1228970 w 12190161"/>
                <a:gd name="connsiteY796" fmla="*/ 5107009 h 6142467"/>
                <a:gd name="connsiteX797" fmla="*/ 1245554 w 12190161"/>
                <a:gd name="connsiteY797" fmla="*/ 5097417 h 6142467"/>
                <a:gd name="connsiteX798" fmla="*/ 1825801 w 12190161"/>
                <a:gd name="connsiteY798" fmla="*/ 5632710 h 6142467"/>
                <a:gd name="connsiteX799" fmla="*/ 1427683 w 12190161"/>
                <a:gd name="connsiteY799" fmla="*/ 5815994 h 6142467"/>
                <a:gd name="connsiteX800" fmla="*/ 1376141 w 12190161"/>
                <a:gd name="connsiteY800" fmla="*/ 5790282 h 6142467"/>
                <a:gd name="connsiteX801" fmla="*/ 1228566 w 12190161"/>
                <a:gd name="connsiteY801" fmla="*/ 5107125 h 6142467"/>
                <a:gd name="connsiteX802" fmla="*/ 1435657 w 12190161"/>
                <a:gd name="connsiteY802" fmla="*/ 5852050 h 6142467"/>
                <a:gd name="connsiteX803" fmla="*/ 1433519 w 12190161"/>
                <a:gd name="connsiteY803" fmla="*/ 5828938 h 6142467"/>
                <a:gd name="connsiteX804" fmla="*/ 1837126 w 12190161"/>
                <a:gd name="connsiteY804" fmla="*/ 5643168 h 6142467"/>
                <a:gd name="connsiteX805" fmla="*/ 2283492 w 12190161"/>
                <a:gd name="connsiteY805" fmla="*/ 6054981 h 6142467"/>
                <a:gd name="connsiteX806" fmla="*/ 2277251 w 12190161"/>
                <a:gd name="connsiteY806" fmla="*/ 6066537 h 6142467"/>
                <a:gd name="connsiteX807" fmla="*/ 1435657 w 12190161"/>
                <a:gd name="connsiteY807" fmla="*/ 5852050 h 6142467"/>
                <a:gd name="connsiteX808" fmla="*/ 2372129 w 12190161"/>
                <a:gd name="connsiteY808" fmla="*/ 6052554 h 6142467"/>
                <a:gd name="connsiteX809" fmla="*/ 2353350 w 12190161"/>
                <a:gd name="connsiteY809" fmla="*/ 6037357 h 6142467"/>
                <a:gd name="connsiteX810" fmla="*/ 2608689 w 12190161"/>
                <a:gd name="connsiteY810" fmla="*/ 5296996 h 6142467"/>
                <a:gd name="connsiteX811" fmla="*/ 2669533 w 12190161"/>
                <a:gd name="connsiteY811" fmla="*/ 5312829 h 6142467"/>
                <a:gd name="connsiteX812" fmla="*/ 2705936 w 12190161"/>
                <a:gd name="connsiteY812" fmla="*/ 5262905 h 6142467"/>
                <a:gd name="connsiteX813" fmla="*/ 3860478 w 12190161"/>
                <a:gd name="connsiteY813" fmla="*/ 5158146 h 6142467"/>
                <a:gd name="connsiteX814" fmla="*/ 2372129 w 12190161"/>
                <a:gd name="connsiteY814" fmla="*/ 6052554 h 6142467"/>
                <a:gd name="connsiteX815" fmla="*/ 2704607 w 12190161"/>
                <a:gd name="connsiteY815" fmla="*/ 5248748 h 6142467"/>
                <a:gd name="connsiteX816" fmla="*/ 2702642 w 12190161"/>
                <a:gd name="connsiteY816" fmla="*/ 5241872 h 6142467"/>
                <a:gd name="connsiteX817" fmla="*/ 2699753 w 12190161"/>
                <a:gd name="connsiteY817" fmla="*/ 5235401 h 6142467"/>
                <a:gd name="connsiteX818" fmla="*/ 3458257 w 12190161"/>
                <a:gd name="connsiteY818" fmla="*/ 4708545 h 6142467"/>
                <a:gd name="connsiteX819" fmla="*/ 3875386 w 12190161"/>
                <a:gd name="connsiteY819" fmla="*/ 5142545 h 6142467"/>
                <a:gd name="connsiteX820" fmla="*/ 2704607 w 12190161"/>
                <a:gd name="connsiteY820" fmla="*/ 5248748 h 6142467"/>
                <a:gd name="connsiteX821" fmla="*/ 3470161 w 12190161"/>
                <a:gd name="connsiteY821" fmla="*/ 4700224 h 6142467"/>
                <a:gd name="connsiteX822" fmla="*/ 4251489 w 12190161"/>
                <a:gd name="connsiteY822" fmla="*/ 4157536 h 6142467"/>
                <a:gd name="connsiteX823" fmla="*/ 4265934 w 12190161"/>
                <a:gd name="connsiteY823" fmla="*/ 4168861 h 6142467"/>
                <a:gd name="connsiteX824" fmla="*/ 3888271 w 12190161"/>
                <a:gd name="connsiteY824" fmla="*/ 5135265 h 6142467"/>
                <a:gd name="connsiteX825" fmla="*/ 3470161 w 12190161"/>
                <a:gd name="connsiteY825" fmla="*/ 4700224 h 6142467"/>
                <a:gd name="connsiteX826" fmla="*/ 4346425 w 12190161"/>
                <a:gd name="connsiteY826" fmla="*/ 4107323 h 6142467"/>
                <a:gd name="connsiteX827" fmla="*/ 4344633 w 12190161"/>
                <a:gd name="connsiteY827" fmla="*/ 4101371 h 6142467"/>
                <a:gd name="connsiteX828" fmla="*/ 4329205 w 12190161"/>
                <a:gd name="connsiteY828" fmla="*/ 4078779 h 6142467"/>
                <a:gd name="connsiteX829" fmla="*/ 4666190 w 12190161"/>
                <a:gd name="connsiteY829" fmla="*/ 3579369 h 6142467"/>
                <a:gd name="connsiteX830" fmla="*/ 5172707 w 12190161"/>
                <a:gd name="connsiteY830" fmla="*/ 3990776 h 6142467"/>
                <a:gd name="connsiteX831" fmla="*/ 5164444 w 12190161"/>
                <a:gd name="connsiteY831" fmla="*/ 4018685 h 6142467"/>
                <a:gd name="connsiteX832" fmla="*/ 4346425 w 12190161"/>
                <a:gd name="connsiteY832" fmla="*/ 4107323 h 6142467"/>
                <a:gd name="connsiteX833" fmla="*/ 5302948 w 12190161"/>
                <a:gd name="connsiteY833" fmla="*/ 4000080 h 6142467"/>
                <a:gd name="connsiteX834" fmla="*/ 6619048 w 12190161"/>
                <a:gd name="connsiteY834" fmla="*/ 3655294 h 6142467"/>
                <a:gd name="connsiteX835" fmla="*/ 7472488 w 12190161"/>
                <a:gd name="connsiteY835" fmla="*/ 4439916 h 6142467"/>
                <a:gd name="connsiteX836" fmla="*/ 7465439 w 12190161"/>
                <a:gd name="connsiteY836" fmla="*/ 4453611 h 6142467"/>
                <a:gd name="connsiteX837" fmla="*/ 5302948 w 12190161"/>
                <a:gd name="connsiteY837" fmla="*/ 4000080 h 6142467"/>
                <a:gd name="connsiteX838" fmla="*/ 9300999 w 12190161"/>
                <a:gd name="connsiteY838" fmla="*/ 3114108 h 6142467"/>
                <a:gd name="connsiteX839" fmla="*/ 9298110 w 12190161"/>
                <a:gd name="connsiteY839" fmla="*/ 3102205 h 6142467"/>
                <a:gd name="connsiteX840" fmla="*/ 9293603 w 12190161"/>
                <a:gd name="connsiteY840" fmla="*/ 3092729 h 6142467"/>
                <a:gd name="connsiteX841" fmla="*/ 9494106 w 12190161"/>
                <a:gd name="connsiteY841" fmla="*/ 2934522 h 6142467"/>
                <a:gd name="connsiteX842" fmla="*/ 10014780 w 12190161"/>
                <a:gd name="connsiteY842" fmla="*/ 3111566 h 6142467"/>
                <a:gd name="connsiteX843" fmla="*/ 10014144 w 12190161"/>
                <a:gd name="connsiteY843" fmla="*/ 3115264 h 6142467"/>
                <a:gd name="connsiteX844" fmla="*/ 9300999 w 12190161"/>
                <a:gd name="connsiteY844" fmla="*/ 3114108 h 6142467"/>
                <a:gd name="connsiteX845" fmla="*/ 10110351 w 12190161"/>
                <a:gd name="connsiteY845" fmla="*/ 3085448 h 6142467"/>
                <a:gd name="connsiteX846" fmla="*/ 10107520 w 12190161"/>
                <a:gd name="connsiteY846" fmla="*/ 3082559 h 6142467"/>
                <a:gd name="connsiteX847" fmla="*/ 10788250 w 12190161"/>
                <a:gd name="connsiteY847" fmla="*/ 2160763 h 6142467"/>
                <a:gd name="connsiteX848" fmla="*/ 11163544 w 12190161"/>
                <a:gd name="connsiteY848" fmla="*/ 2317930 h 6142467"/>
                <a:gd name="connsiteX849" fmla="*/ 11164873 w 12190161"/>
                <a:gd name="connsiteY849" fmla="*/ 2351559 h 6142467"/>
                <a:gd name="connsiteX850" fmla="*/ 11167646 w 12190161"/>
                <a:gd name="connsiteY850" fmla="*/ 2357857 h 6142467"/>
                <a:gd name="connsiteX851" fmla="*/ 10110351 w 12190161"/>
                <a:gd name="connsiteY851" fmla="*/ 3085448 h 6142467"/>
                <a:gd name="connsiteX852" fmla="*/ 11213872 w 12190161"/>
                <a:gd name="connsiteY852" fmla="*/ 2277251 h 6142467"/>
                <a:gd name="connsiteX853" fmla="*/ 11197924 w 12190161"/>
                <a:gd name="connsiteY853" fmla="*/ 2280487 h 6142467"/>
                <a:gd name="connsiteX854" fmla="*/ 11168975 w 12190161"/>
                <a:gd name="connsiteY854" fmla="*/ 2304756 h 6142467"/>
                <a:gd name="connsiteX855" fmla="*/ 10796974 w 12190161"/>
                <a:gd name="connsiteY855" fmla="*/ 2148918 h 6142467"/>
                <a:gd name="connsiteX856" fmla="*/ 11250736 w 12190161"/>
                <a:gd name="connsiteY856" fmla="*/ 1534464 h 6142467"/>
                <a:gd name="connsiteX857" fmla="*/ 11268418 w 12190161"/>
                <a:gd name="connsiteY857" fmla="*/ 1542611 h 6142467"/>
                <a:gd name="connsiteX858" fmla="*/ 11213872 w 12190161"/>
                <a:gd name="connsiteY858" fmla="*/ 2277251 h 6142467"/>
                <a:gd name="connsiteX859" fmla="*/ 11334347 w 12190161"/>
                <a:gd name="connsiteY859" fmla="*/ 1470037 h 6142467"/>
                <a:gd name="connsiteX860" fmla="*/ 11334347 w 12190161"/>
                <a:gd name="connsiteY860" fmla="*/ 1470037 h 6142467"/>
                <a:gd name="connsiteX861" fmla="*/ 11323889 w 12190161"/>
                <a:gd name="connsiteY861" fmla="*/ 1452414 h 6142467"/>
                <a:gd name="connsiteX862" fmla="*/ 11664340 w 12190161"/>
                <a:gd name="connsiteY862" fmla="*/ 1065274 h 6142467"/>
                <a:gd name="connsiteX863" fmla="*/ 12081469 w 12190161"/>
                <a:gd name="connsiteY863" fmla="*/ 1245670 h 6142467"/>
                <a:gd name="connsiteX864" fmla="*/ 12079215 w 12190161"/>
                <a:gd name="connsiteY864" fmla="*/ 1262715 h 6142467"/>
                <a:gd name="connsiteX865" fmla="*/ 11332498 w 12190161"/>
                <a:gd name="connsiteY865" fmla="*/ 1463103 h 6142467"/>
                <a:gd name="connsiteX866" fmla="*/ 11334347 w 12190161"/>
                <a:gd name="connsiteY866" fmla="*/ 1470037 h 6142467"/>
                <a:gd name="connsiteX867" fmla="*/ 12087131 w 12190161"/>
                <a:gd name="connsiteY867" fmla="*/ 1232611 h 6142467"/>
                <a:gd name="connsiteX868" fmla="*/ 11674221 w 12190161"/>
                <a:gd name="connsiteY868" fmla="*/ 1054007 h 6142467"/>
                <a:gd name="connsiteX869" fmla="*/ 11858199 w 12190161"/>
                <a:gd name="connsiteY869" fmla="*/ 844836 h 6142467"/>
                <a:gd name="connsiteX870" fmla="*/ 11908065 w 12190161"/>
                <a:gd name="connsiteY870" fmla="*/ 850961 h 6142467"/>
                <a:gd name="connsiteX871" fmla="*/ 12098688 w 12190161"/>
                <a:gd name="connsiteY871" fmla="*/ 1219090 h 6142467"/>
                <a:gd name="connsiteX872" fmla="*/ 12087131 w 12190161"/>
                <a:gd name="connsiteY872" fmla="*/ 1232611 h 6142467"/>
                <a:gd name="connsiteX873" fmla="*/ 11833699 w 12190161"/>
                <a:gd name="connsiteY873" fmla="*/ 800979 h 6142467"/>
                <a:gd name="connsiteX874" fmla="*/ 11836993 w 12190161"/>
                <a:gd name="connsiteY874" fmla="*/ 817852 h 6142467"/>
                <a:gd name="connsiteX875" fmla="*/ 11847452 w 12190161"/>
                <a:gd name="connsiteY875" fmla="*/ 835417 h 6142467"/>
                <a:gd name="connsiteX876" fmla="*/ 11660469 w 12190161"/>
                <a:gd name="connsiteY876" fmla="*/ 1048055 h 6142467"/>
                <a:gd name="connsiteX877" fmla="*/ 10897978 w 12190161"/>
                <a:gd name="connsiteY877" fmla="*/ 718293 h 6142467"/>
                <a:gd name="connsiteX878" fmla="*/ 10898786 w 12190161"/>
                <a:gd name="connsiteY878" fmla="*/ 715173 h 6142467"/>
                <a:gd name="connsiteX879" fmla="*/ 11833699 w 12190161"/>
                <a:gd name="connsiteY879" fmla="*/ 800979 h 6142467"/>
                <a:gd name="connsiteX880" fmla="*/ 9684556 w 12190161"/>
                <a:gd name="connsiteY880" fmla="*/ 922090 h 6142467"/>
                <a:gd name="connsiteX881" fmla="*/ 9696343 w 12190161"/>
                <a:gd name="connsiteY881" fmla="*/ 926886 h 6142467"/>
                <a:gd name="connsiteX882" fmla="*/ 9506876 w 12190161"/>
                <a:gd name="connsiteY882" fmla="*/ 1765245 h 6142467"/>
                <a:gd name="connsiteX883" fmla="*/ 9167927 w 12190161"/>
                <a:gd name="connsiteY883" fmla="*/ 1672505 h 6142467"/>
                <a:gd name="connsiteX884" fmla="*/ 9165038 w 12190161"/>
                <a:gd name="connsiteY884" fmla="*/ 1646908 h 6142467"/>
                <a:gd name="connsiteX885" fmla="*/ 9151112 w 12190161"/>
                <a:gd name="connsiteY885" fmla="*/ 1625702 h 6142467"/>
                <a:gd name="connsiteX886" fmla="*/ 9684556 w 12190161"/>
                <a:gd name="connsiteY886" fmla="*/ 922090 h 6142467"/>
                <a:gd name="connsiteX887" fmla="*/ 8851455 w 12190161"/>
                <a:gd name="connsiteY887" fmla="*/ 1180607 h 6142467"/>
                <a:gd name="connsiteX888" fmla="*/ 9081196 w 12190161"/>
                <a:gd name="connsiteY888" fmla="*/ 1620501 h 6142467"/>
                <a:gd name="connsiteX889" fmla="*/ 9057736 w 12190161"/>
                <a:gd name="connsiteY889" fmla="*/ 1661238 h 6142467"/>
                <a:gd name="connsiteX890" fmla="*/ 7774225 w 12190161"/>
                <a:gd name="connsiteY890" fmla="*/ 1745946 h 6142467"/>
                <a:gd name="connsiteX891" fmla="*/ 7772203 w 12190161"/>
                <a:gd name="connsiteY891" fmla="*/ 1738781 h 6142467"/>
                <a:gd name="connsiteX892" fmla="*/ 8851455 w 12190161"/>
                <a:gd name="connsiteY892" fmla="*/ 1180607 h 6142467"/>
                <a:gd name="connsiteX893" fmla="*/ 3551807 w 12190161"/>
                <a:gd name="connsiteY893" fmla="*/ 2248129 h 6142467"/>
                <a:gd name="connsiteX894" fmla="*/ 3533836 w 12190161"/>
                <a:gd name="connsiteY894" fmla="*/ 2251423 h 6142467"/>
                <a:gd name="connsiteX895" fmla="*/ 3500727 w 12190161"/>
                <a:gd name="connsiteY895" fmla="*/ 2322495 h 6142467"/>
                <a:gd name="connsiteX896" fmla="*/ 3511128 w 12190161"/>
                <a:gd name="connsiteY896" fmla="*/ 2339945 h 6142467"/>
                <a:gd name="connsiteX897" fmla="*/ 3139763 w 12190161"/>
                <a:gd name="connsiteY897" fmla="*/ 2799890 h 6142467"/>
                <a:gd name="connsiteX898" fmla="*/ 3138607 w 12190161"/>
                <a:gd name="connsiteY898" fmla="*/ 2799312 h 6142467"/>
                <a:gd name="connsiteX899" fmla="*/ 3630621 w 12190161"/>
                <a:gd name="connsiteY899" fmla="*/ 1538855 h 6142467"/>
                <a:gd name="connsiteX900" fmla="*/ 3630794 w 12190161"/>
                <a:gd name="connsiteY900" fmla="*/ 1538913 h 6142467"/>
                <a:gd name="connsiteX901" fmla="*/ 3551807 w 12190161"/>
                <a:gd name="connsiteY901" fmla="*/ 2248129 h 6142467"/>
                <a:gd name="connsiteX902" fmla="*/ 3588614 w 12190161"/>
                <a:gd name="connsiteY902" fmla="*/ 1482691 h 6142467"/>
                <a:gd name="connsiteX903" fmla="*/ 3591907 w 12190161"/>
                <a:gd name="connsiteY903" fmla="*/ 1503955 h 6142467"/>
                <a:gd name="connsiteX904" fmla="*/ 3598090 w 12190161"/>
                <a:gd name="connsiteY904" fmla="*/ 1515974 h 6142467"/>
                <a:gd name="connsiteX905" fmla="*/ 2738063 w 12190161"/>
                <a:gd name="connsiteY905" fmla="*/ 2274998 h 6142467"/>
                <a:gd name="connsiteX906" fmla="*/ 2051844 w 12190161"/>
                <a:gd name="connsiteY906" fmla="*/ 1247519 h 6142467"/>
                <a:gd name="connsiteX907" fmla="*/ 2068832 w 12190161"/>
                <a:gd name="connsiteY907" fmla="*/ 1220477 h 6142467"/>
                <a:gd name="connsiteX908" fmla="*/ 3588614 w 12190161"/>
                <a:gd name="connsiteY908" fmla="*/ 1482691 h 6142467"/>
                <a:gd name="connsiteX909" fmla="*/ 2004809 w 12190161"/>
                <a:gd name="connsiteY909" fmla="*/ 1151427 h 6142467"/>
                <a:gd name="connsiteX910" fmla="*/ 1996431 w 12190161"/>
                <a:gd name="connsiteY910" fmla="*/ 1153681 h 6142467"/>
                <a:gd name="connsiteX911" fmla="*/ 1972278 w 12190161"/>
                <a:gd name="connsiteY911" fmla="*/ 1171015 h 6142467"/>
                <a:gd name="connsiteX912" fmla="*/ 1349908 w 12190161"/>
                <a:gd name="connsiteY912" fmla="*/ 806122 h 6142467"/>
                <a:gd name="connsiteX913" fmla="*/ 1935817 w 12190161"/>
                <a:gd name="connsiteY913" fmla="*/ 476764 h 6142467"/>
                <a:gd name="connsiteX914" fmla="*/ 1978807 w 12190161"/>
                <a:gd name="connsiteY914" fmla="*/ 499646 h 6142467"/>
                <a:gd name="connsiteX915" fmla="*/ 2004809 w 12190161"/>
                <a:gd name="connsiteY915" fmla="*/ 1151427 h 6142467"/>
                <a:gd name="connsiteX916" fmla="*/ 1925821 w 12190161"/>
                <a:gd name="connsiteY916" fmla="*/ 437415 h 6142467"/>
                <a:gd name="connsiteX917" fmla="*/ 1928710 w 12190161"/>
                <a:gd name="connsiteY917" fmla="*/ 463301 h 6142467"/>
                <a:gd name="connsiteX918" fmla="*/ 1929115 w 12190161"/>
                <a:gd name="connsiteY918" fmla="*/ 464284 h 6142467"/>
                <a:gd name="connsiteX919" fmla="*/ 1335752 w 12190161"/>
                <a:gd name="connsiteY919" fmla="*/ 797801 h 6142467"/>
                <a:gd name="connsiteX920" fmla="*/ 106440 w 12190161"/>
                <a:gd name="connsiteY920" fmla="*/ 77086 h 6142467"/>
                <a:gd name="connsiteX921" fmla="*/ 107942 w 12190161"/>
                <a:gd name="connsiteY921" fmla="*/ 73273 h 6142467"/>
                <a:gd name="connsiteX922" fmla="*/ 1925821 w 12190161"/>
                <a:gd name="connsiteY922" fmla="*/ 437415 h 61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</a:cxnLst>
              <a:rect l="l" t="t" r="r" b="b"/>
              <a:pathLst>
                <a:path w="12190161" h="6142467">
                  <a:moveTo>
                    <a:pt x="3357" y="74428"/>
                  </a:moveTo>
                  <a:cubicBezTo>
                    <a:pt x="11619" y="97079"/>
                    <a:pt x="33114" y="111004"/>
                    <a:pt x="55880" y="110831"/>
                  </a:cubicBezTo>
                  <a:lnTo>
                    <a:pt x="229284" y="1366261"/>
                  </a:lnTo>
                  <a:cubicBezTo>
                    <a:pt x="227840" y="1366665"/>
                    <a:pt x="226337" y="1367069"/>
                    <a:pt x="224893" y="1367589"/>
                  </a:cubicBezTo>
                  <a:cubicBezTo>
                    <a:pt x="196117" y="1378048"/>
                    <a:pt x="181325" y="1409886"/>
                    <a:pt x="191784" y="1438661"/>
                  </a:cubicBezTo>
                  <a:cubicBezTo>
                    <a:pt x="198775" y="1457845"/>
                    <a:pt x="215243" y="1470788"/>
                    <a:pt x="233965" y="1474197"/>
                  </a:cubicBezTo>
                  <a:lnTo>
                    <a:pt x="165955" y="2833981"/>
                  </a:lnTo>
                  <a:cubicBezTo>
                    <a:pt x="161101" y="2834386"/>
                    <a:pt x="156190" y="2835368"/>
                    <a:pt x="151394" y="2837101"/>
                  </a:cubicBezTo>
                  <a:cubicBezTo>
                    <a:pt x="122619" y="2847560"/>
                    <a:pt x="107826" y="2879398"/>
                    <a:pt x="118285" y="2908173"/>
                  </a:cubicBezTo>
                  <a:cubicBezTo>
                    <a:pt x="128744" y="2936949"/>
                    <a:pt x="160581" y="2951741"/>
                    <a:pt x="189357" y="2941282"/>
                  </a:cubicBezTo>
                  <a:cubicBezTo>
                    <a:pt x="197157" y="2938451"/>
                    <a:pt x="203918" y="2934002"/>
                    <a:pt x="209465" y="2928455"/>
                  </a:cubicBezTo>
                  <a:lnTo>
                    <a:pt x="975307" y="3521587"/>
                  </a:lnTo>
                  <a:cubicBezTo>
                    <a:pt x="967276" y="3535339"/>
                    <a:pt x="965196" y="3552442"/>
                    <a:pt x="971032" y="3568564"/>
                  </a:cubicBezTo>
                  <a:cubicBezTo>
                    <a:pt x="981490" y="3597339"/>
                    <a:pt x="1013328" y="3612131"/>
                    <a:pt x="1042103" y="3601673"/>
                  </a:cubicBezTo>
                  <a:cubicBezTo>
                    <a:pt x="1048113" y="3599477"/>
                    <a:pt x="1053429" y="3596357"/>
                    <a:pt x="1058109" y="3592543"/>
                  </a:cubicBezTo>
                  <a:lnTo>
                    <a:pt x="1540704" y="4049367"/>
                  </a:lnTo>
                  <a:cubicBezTo>
                    <a:pt x="1530246" y="4063755"/>
                    <a:pt x="1526894" y="4082939"/>
                    <a:pt x="1533424" y="4100967"/>
                  </a:cubicBezTo>
                  <a:cubicBezTo>
                    <a:pt x="1538220" y="4114199"/>
                    <a:pt x="1547580" y="4124426"/>
                    <a:pt x="1559079" y="4130667"/>
                  </a:cubicBezTo>
                  <a:lnTo>
                    <a:pt x="1223134" y="5001095"/>
                  </a:lnTo>
                  <a:cubicBezTo>
                    <a:pt x="1212849" y="4998553"/>
                    <a:pt x="1201755" y="4998957"/>
                    <a:pt x="1191065" y="5002886"/>
                  </a:cubicBezTo>
                  <a:cubicBezTo>
                    <a:pt x="1162290" y="5013345"/>
                    <a:pt x="1147498" y="5045183"/>
                    <a:pt x="1157956" y="5073958"/>
                  </a:cubicBezTo>
                  <a:cubicBezTo>
                    <a:pt x="1166681" y="5097995"/>
                    <a:pt x="1190314" y="5112210"/>
                    <a:pt x="1214641" y="5110187"/>
                  </a:cubicBezTo>
                  <a:lnTo>
                    <a:pt x="1362158" y="5793286"/>
                  </a:lnTo>
                  <a:cubicBezTo>
                    <a:pt x="1362042" y="5793344"/>
                    <a:pt x="1361869" y="5793344"/>
                    <a:pt x="1361753" y="5793402"/>
                  </a:cubicBezTo>
                  <a:cubicBezTo>
                    <a:pt x="1332978" y="5803860"/>
                    <a:pt x="1318186" y="5835698"/>
                    <a:pt x="1328644" y="5864473"/>
                  </a:cubicBezTo>
                  <a:cubicBezTo>
                    <a:pt x="1339103" y="5893249"/>
                    <a:pt x="1370941" y="5908041"/>
                    <a:pt x="1399716" y="5897582"/>
                  </a:cubicBezTo>
                  <a:cubicBezTo>
                    <a:pt x="1415202" y="5891978"/>
                    <a:pt x="1426527" y="5880132"/>
                    <a:pt x="1432190" y="5865976"/>
                  </a:cubicBezTo>
                  <a:lnTo>
                    <a:pt x="2273785" y="6080405"/>
                  </a:lnTo>
                  <a:cubicBezTo>
                    <a:pt x="2272744" y="6088783"/>
                    <a:pt x="2273611" y="6097508"/>
                    <a:pt x="2276674" y="6106002"/>
                  </a:cubicBezTo>
                  <a:cubicBezTo>
                    <a:pt x="2287132" y="6134777"/>
                    <a:pt x="2318970" y="6149570"/>
                    <a:pt x="2347745" y="6139111"/>
                  </a:cubicBezTo>
                  <a:cubicBezTo>
                    <a:pt x="2376521" y="6128653"/>
                    <a:pt x="2391313" y="6096815"/>
                    <a:pt x="2380855" y="6068040"/>
                  </a:cubicBezTo>
                  <a:cubicBezTo>
                    <a:pt x="2380450" y="6066941"/>
                    <a:pt x="2379988" y="6065902"/>
                    <a:pt x="2379525" y="6064861"/>
                  </a:cubicBezTo>
                  <a:lnTo>
                    <a:pt x="3889716" y="5157337"/>
                  </a:lnTo>
                  <a:lnTo>
                    <a:pt x="3893529" y="5161266"/>
                  </a:lnTo>
                  <a:lnTo>
                    <a:pt x="3896707" y="5153119"/>
                  </a:lnTo>
                  <a:lnTo>
                    <a:pt x="3921322" y="5138327"/>
                  </a:lnTo>
                  <a:lnTo>
                    <a:pt x="3901792" y="5140118"/>
                  </a:lnTo>
                  <a:lnTo>
                    <a:pt x="4279282" y="4174119"/>
                  </a:lnTo>
                  <a:cubicBezTo>
                    <a:pt x="4289625" y="4176719"/>
                    <a:pt x="4300835" y="4176315"/>
                    <a:pt x="4311640" y="4172386"/>
                  </a:cubicBezTo>
                  <a:cubicBezTo>
                    <a:pt x="4333770" y="4164354"/>
                    <a:pt x="4347580" y="4143668"/>
                    <a:pt x="4348042" y="4121480"/>
                  </a:cubicBezTo>
                  <a:lnTo>
                    <a:pt x="5166062" y="4032784"/>
                  </a:lnTo>
                  <a:cubicBezTo>
                    <a:pt x="5166524" y="4034749"/>
                    <a:pt x="5167102" y="4036771"/>
                    <a:pt x="5167853" y="4038736"/>
                  </a:cubicBezTo>
                  <a:cubicBezTo>
                    <a:pt x="5178312" y="4067511"/>
                    <a:pt x="5210150" y="4082303"/>
                    <a:pt x="5238925" y="4071845"/>
                  </a:cubicBezTo>
                  <a:cubicBezTo>
                    <a:pt x="5265158" y="4062311"/>
                    <a:pt x="5279719" y="4035038"/>
                    <a:pt x="5274172" y="4008516"/>
                  </a:cubicBezTo>
                  <a:lnTo>
                    <a:pt x="7462665" y="4467421"/>
                  </a:lnTo>
                  <a:cubicBezTo>
                    <a:pt x="7462088" y="4475105"/>
                    <a:pt x="7463012" y="4482964"/>
                    <a:pt x="7465786" y="4490706"/>
                  </a:cubicBezTo>
                  <a:cubicBezTo>
                    <a:pt x="7476244" y="4519482"/>
                    <a:pt x="7508082" y="4534274"/>
                    <a:pt x="7536857" y="4523815"/>
                  </a:cubicBezTo>
                  <a:cubicBezTo>
                    <a:pt x="7565632" y="4513357"/>
                    <a:pt x="7580425" y="4481519"/>
                    <a:pt x="7569966" y="4452744"/>
                  </a:cubicBezTo>
                  <a:cubicBezTo>
                    <a:pt x="7565979" y="4441765"/>
                    <a:pt x="7558815" y="4432809"/>
                    <a:pt x="7549974" y="4426511"/>
                  </a:cubicBezTo>
                  <a:lnTo>
                    <a:pt x="8418552" y="2792436"/>
                  </a:lnTo>
                  <a:cubicBezTo>
                    <a:pt x="8430513" y="2796943"/>
                    <a:pt x="8444034" y="2797405"/>
                    <a:pt x="8456977" y="2792667"/>
                  </a:cubicBezTo>
                  <a:cubicBezTo>
                    <a:pt x="8468881" y="2788333"/>
                    <a:pt x="8478299" y="2780302"/>
                    <a:pt x="8484655" y="2770421"/>
                  </a:cubicBezTo>
                  <a:lnTo>
                    <a:pt x="9193467" y="3104112"/>
                  </a:lnTo>
                  <a:cubicBezTo>
                    <a:pt x="9189827" y="3115437"/>
                    <a:pt x="9189711" y="3127976"/>
                    <a:pt x="9194102" y="3139994"/>
                  </a:cubicBezTo>
                  <a:cubicBezTo>
                    <a:pt x="9204561" y="3168770"/>
                    <a:pt x="9236399" y="3183562"/>
                    <a:pt x="9265174" y="3173104"/>
                  </a:cubicBezTo>
                  <a:cubicBezTo>
                    <a:pt x="9285282" y="3165765"/>
                    <a:pt x="9298514" y="3148084"/>
                    <a:pt x="9301114" y="3128265"/>
                  </a:cubicBezTo>
                  <a:lnTo>
                    <a:pt x="10014260" y="3129421"/>
                  </a:lnTo>
                  <a:cubicBezTo>
                    <a:pt x="10014780" y="3133408"/>
                    <a:pt x="10015704" y="3137394"/>
                    <a:pt x="10017149" y="3141324"/>
                  </a:cubicBezTo>
                  <a:cubicBezTo>
                    <a:pt x="10027608" y="3170099"/>
                    <a:pt x="10059446" y="3184891"/>
                    <a:pt x="10088221" y="3174433"/>
                  </a:cubicBezTo>
                  <a:cubicBezTo>
                    <a:pt x="10116996" y="3163974"/>
                    <a:pt x="10131788" y="3132136"/>
                    <a:pt x="10121330" y="3103361"/>
                  </a:cubicBezTo>
                  <a:cubicBezTo>
                    <a:pt x="10120521" y="3101165"/>
                    <a:pt x="10119596" y="3099085"/>
                    <a:pt x="10118556" y="3097062"/>
                  </a:cubicBezTo>
                  <a:lnTo>
                    <a:pt x="11175851" y="2369472"/>
                  </a:lnTo>
                  <a:cubicBezTo>
                    <a:pt x="11190528" y="2385766"/>
                    <a:pt x="11214161" y="2392527"/>
                    <a:pt x="11236060" y="2384553"/>
                  </a:cubicBezTo>
                  <a:cubicBezTo>
                    <a:pt x="11264836" y="2374094"/>
                    <a:pt x="11279627" y="2342256"/>
                    <a:pt x="11269169" y="2313481"/>
                  </a:cubicBezTo>
                  <a:cubicBezTo>
                    <a:pt x="11262351" y="2294760"/>
                    <a:pt x="11246461" y="2281990"/>
                    <a:pt x="11228259" y="2278234"/>
                  </a:cubicBezTo>
                  <a:lnTo>
                    <a:pt x="11282748" y="1544229"/>
                  </a:lnTo>
                  <a:cubicBezTo>
                    <a:pt x="11288930" y="1544171"/>
                    <a:pt x="11295229" y="1543189"/>
                    <a:pt x="11301354" y="1540935"/>
                  </a:cubicBezTo>
                  <a:cubicBezTo>
                    <a:pt x="11327817" y="1531286"/>
                    <a:pt x="11342436" y="1503551"/>
                    <a:pt x="11336428" y="1476740"/>
                  </a:cubicBezTo>
                  <a:lnTo>
                    <a:pt x="12081583" y="1276756"/>
                  </a:lnTo>
                  <a:cubicBezTo>
                    <a:pt x="12081930" y="1277854"/>
                    <a:pt x="12082219" y="1279010"/>
                    <a:pt x="12082624" y="1280108"/>
                  </a:cubicBezTo>
                  <a:cubicBezTo>
                    <a:pt x="12093082" y="1308883"/>
                    <a:pt x="12124920" y="1323675"/>
                    <a:pt x="12153696" y="1313217"/>
                  </a:cubicBezTo>
                  <a:cubicBezTo>
                    <a:pt x="12182472" y="1302758"/>
                    <a:pt x="12197263" y="1270920"/>
                    <a:pt x="12186805" y="1242145"/>
                  </a:cubicBezTo>
                  <a:cubicBezTo>
                    <a:pt x="12176347" y="1213369"/>
                    <a:pt x="12144509" y="1198577"/>
                    <a:pt x="12115733" y="1209036"/>
                  </a:cubicBezTo>
                  <a:cubicBezTo>
                    <a:pt x="12114057" y="1209671"/>
                    <a:pt x="12112381" y="1210365"/>
                    <a:pt x="12110821" y="1211116"/>
                  </a:cubicBezTo>
                  <a:lnTo>
                    <a:pt x="11920835" y="844200"/>
                  </a:lnTo>
                  <a:cubicBezTo>
                    <a:pt x="11941001" y="830217"/>
                    <a:pt x="11950129" y="803926"/>
                    <a:pt x="11941348" y="779773"/>
                  </a:cubicBezTo>
                  <a:cubicBezTo>
                    <a:pt x="11930889" y="750998"/>
                    <a:pt x="11899051" y="736206"/>
                    <a:pt x="11870275" y="746664"/>
                  </a:cubicBezTo>
                  <a:cubicBezTo>
                    <a:pt x="11851842" y="753367"/>
                    <a:pt x="11839188" y="768852"/>
                    <a:pt x="11835201" y="786649"/>
                  </a:cubicBezTo>
                  <a:lnTo>
                    <a:pt x="10900231" y="700843"/>
                  </a:lnTo>
                  <a:cubicBezTo>
                    <a:pt x="10900000" y="695238"/>
                    <a:pt x="10898960" y="689518"/>
                    <a:pt x="10896937" y="683971"/>
                  </a:cubicBezTo>
                  <a:cubicBezTo>
                    <a:pt x="10886479" y="655195"/>
                    <a:pt x="10854641" y="640403"/>
                    <a:pt x="10825865" y="650862"/>
                  </a:cubicBezTo>
                  <a:cubicBezTo>
                    <a:pt x="10804660" y="658604"/>
                    <a:pt x="10791081" y="677846"/>
                    <a:pt x="10789579" y="698994"/>
                  </a:cubicBezTo>
                  <a:lnTo>
                    <a:pt x="10632758" y="722511"/>
                  </a:lnTo>
                  <a:lnTo>
                    <a:pt x="9762735" y="853099"/>
                  </a:lnTo>
                  <a:cubicBezTo>
                    <a:pt x="9751757" y="825190"/>
                    <a:pt x="9720554" y="810976"/>
                    <a:pt x="9692241" y="821261"/>
                  </a:cubicBezTo>
                  <a:cubicBezTo>
                    <a:pt x="9663465" y="831719"/>
                    <a:pt x="9648673" y="863557"/>
                    <a:pt x="9659132" y="892333"/>
                  </a:cubicBezTo>
                  <a:cubicBezTo>
                    <a:pt x="9662194" y="900711"/>
                    <a:pt x="9667048" y="907818"/>
                    <a:pt x="9673115" y="913539"/>
                  </a:cubicBezTo>
                  <a:lnTo>
                    <a:pt x="9139729" y="1617150"/>
                  </a:lnTo>
                  <a:cubicBezTo>
                    <a:pt x="9126209" y="1609754"/>
                    <a:pt x="9109740" y="1607905"/>
                    <a:pt x="9094139" y="1613625"/>
                  </a:cubicBezTo>
                  <a:cubicBezTo>
                    <a:pt x="9094081" y="1613625"/>
                    <a:pt x="9094024" y="1613683"/>
                    <a:pt x="9093966" y="1613683"/>
                  </a:cubicBezTo>
                  <a:lnTo>
                    <a:pt x="8857637" y="1161192"/>
                  </a:lnTo>
                  <a:lnTo>
                    <a:pt x="7765789" y="1725954"/>
                  </a:lnTo>
                  <a:cubicBezTo>
                    <a:pt x="7751807" y="1705730"/>
                    <a:pt x="7725515" y="1696658"/>
                    <a:pt x="7701304" y="1705441"/>
                  </a:cubicBezTo>
                  <a:cubicBezTo>
                    <a:pt x="7688651" y="1710063"/>
                    <a:pt x="7678712" y="1718788"/>
                    <a:pt x="7672413" y="1729536"/>
                  </a:cubicBezTo>
                  <a:lnTo>
                    <a:pt x="7026064" y="1456458"/>
                  </a:lnTo>
                  <a:cubicBezTo>
                    <a:pt x="7029069" y="1445711"/>
                    <a:pt x="7028895" y="1433981"/>
                    <a:pt x="7024793" y="1422714"/>
                  </a:cubicBezTo>
                  <a:cubicBezTo>
                    <a:pt x="7014335" y="1393938"/>
                    <a:pt x="6982497" y="1379146"/>
                    <a:pt x="6953721" y="1389605"/>
                  </a:cubicBezTo>
                  <a:cubicBezTo>
                    <a:pt x="6940316" y="1394458"/>
                    <a:pt x="6930031" y="1404050"/>
                    <a:pt x="6923790" y="1415722"/>
                  </a:cubicBezTo>
                  <a:lnTo>
                    <a:pt x="5851183" y="1012692"/>
                  </a:lnTo>
                  <a:cubicBezTo>
                    <a:pt x="5853552" y="1002523"/>
                    <a:pt x="5853148" y="991602"/>
                    <a:pt x="5849334" y="981086"/>
                  </a:cubicBezTo>
                  <a:cubicBezTo>
                    <a:pt x="5838876" y="952310"/>
                    <a:pt x="5807038" y="937518"/>
                    <a:pt x="5778262" y="947977"/>
                  </a:cubicBezTo>
                  <a:cubicBezTo>
                    <a:pt x="5749487" y="958435"/>
                    <a:pt x="5734695" y="990273"/>
                    <a:pt x="5745153" y="1019049"/>
                  </a:cubicBezTo>
                  <a:cubicBezTo>
                    <a:pt x="5749256" y="1030374"/>
                    <a:pt x="5756710" y="1039446"/>
                    <a:pt x="5765955" y="1045744"/>
                  </a:cubicBezTo>
                  <a:lnTo>
                    <a:pt x="5421285" y="1721678"/>
                  </a:lnTo>
                  <a:cubicBezTo>
                    <a:pt x="5409555" y="1717460"/>
                    <a:pt x="5396323" y="1717228"/>
                    <a:pt x="5383727" y="1721793"/>
                  </a:cubicBezTo>
                  <a:cubicBezTo>
                    <a:pt x="5358534" y="1730981"/>
                    <a:pt x="5344031" y="1756520"/>
                    <a:pt x="5347844" y="1782002"/>
                  </a:cubicBezTo>
                  <a:lnTo>
                    <a:pt x="3603001" y="2277483"/>
                  </a:lnTo>
                  <a:lnTo>
                    <a:pt x="3604966" y="2284359"/>
                  </a:lnTo>
                  <a:cubicBezTo>
                    <a:pt x="3598379" y="2266331"/>
                    <a:pt x="3583413" y="2253734"/>
                    <a:pt x="3566079" y="2249516"/>
                  </a:cubicBezTo>
                  <a:lnTo>
                    <a:pt x="3645067" y="1540242"/>
                  </a:lnTo>
                  <a:cubicBezTo>
                    <a:pt x="3651018" y="1540127"/>
                    <a:pt x="3657085" y="1539086"/>
                    <a:pt x="3663037" y="1536948"/>
                  </a:cubicBezTo>
                  <a:cubicBezTo>
                    <a:pt x="3691812" y="1526490"/>
                    <a:pt x="3706604" y="1494652"/>
                    <a:pt x="3696146" y="1465877"/>
                  </a:cubicBezTo>
                  <a:cubicBezTo>
                    <a:pt x="3685687" y="1437101"/>
                    <a:pt x="3653849" y="1422309"/>
                    <a:pt x="3625074" y="1432768"/>
                  </a:cubicBezTo>
                  <a:cubicBezTo>
                    <a:pt x="3608144" y="1438950"/>
                    <a:pt x="3596125" y="1452529"/>
                    <a:pt x="3591156" y="1468477"/>
                  </a:cubicBezTo>
                  <a:lnTo>
                    <a:pt x="2070854" y="1206147"/>
                  </a:lnTo>
                  <a:cubicBezTo>
                    <a:pt x="2070912" y="1199675"/>
                    <a:pt x="2069930" y="1193030"/>
                    <a:pt x="2067561" y="1186616"/>
                  </a:cubicBezTo>
                  <a:cubicBezTo>
                    <a:pt x="2059818" y="1165353"/>
                    <a:pt x="2040345" y="1151716"/>
                    <a:pt x="2019081" y="1150271"/>
                  </a:cubicBezTo>
                  <a:lnTo>
                    <a:pt x="1993079" y="498144"/>
                  </a:lnTo>
                  <a:cubicBezTo>
                    <a:pt x="1995333" y="497624"/>
                    <a:pt x="1997529" y="497046"/>
                    <a:pt x="1999724" y="496237"/>
                  </a:cubicBezTo>
                  <a:cubicBezTo>
                    <a:pt x="2028500" y="485778"/>
                    <a:pt x="2043292" y="453941"/>
                    <a:pt x="2032833" y="425165"/>
                  </a:cubicBezTo>
                  <a:cubicBezTo>
                    <a:pt x="2022375" y="396390"/>
                    <a:pt x="1990537" y="381598"/>
                    <a:pt x="1961762" y="392056"/>
                  </a:cubicBezTo>
                  <a:cubicBezTo>
                    <a:pt x="1946392" y="397661"/>
                    <a:pt x="1935066" y="409333"/>
                    <a:pt x="1929404" y="423432"/>
                  </a:cubicBezTo>
                  <a:lnTo>
                    <a:pt x="110716" y="59232"/>
                  </a:lnTo>
                  <a:cubicBezTo>
                    <a:pt x="111236" y="51720"/>
                    <a:pt x="110253" y="43977"/>
                    <a:pt x="107538" y="36466"/>
                  </a:cubicBezTo>
                  <a:cubicBezTo>
                    <a:pt x="97079" y="7690"/>
                    <a:pt x="65241" y="-7102"/>
                    <a:pt x="36466" y="3357"/>
                  </a:cubicBezTo>
                  <a:cubicBezTo>
                    <a:pt x="7690" y="13815"/>
                    <a:pt x="-7102" y="45653"/>
                    <a:pt x="3357" y="74428"/>
                  </a:cubicBezTo>
                  <a:close/>
                  <a:moveTo>
                    <a:pt x="70037" y="108867"/>
                  </a:moveTo>
                  <a:cubicBezTo>
                    <a:pt x="71482" y="108462"/>
                    <a:pt x="72984" y="108058"/>
                    <a:pt x="74428" y="107538"/>
                  </a:cubicBezTo>
                  <a:cubicBezTo>
                    <a:pt x="84656" y="103839"/>
                    <a:pt x="93034" y="97368"/>
                    <a:pt x="99217" y="89394"/>
                  </a:cubicBezTo>
                  <a:lnTo>
                    <a:pt x="1321306" y="805891"/>
                  </a:lnTo>
                  <a:lnTo>
                    <a:pt x="288280" y="1386542"/>
                  </a:lnTo>
                  <a:cubicBezTo>
                    <a:pt x="277705" y="1372385"/>
                    <a:pt x="260949" y="1364180"/>
                    <a:pt x="243441" y="1364296"/>
                  </a:cubicBezTo>
                  <a:lnTo>
                    <a:pt x="70037" y="108867"/>
                  </a:lnTo>
                  <a:close/>
                  <a:moveTo>
                    <a:pt x="1964824" y="1183207"/>
                  </a:moveTo>
                  <a:cubicBezTo>
                    <a:pt x="1962051" y="1189448"/>
                    <a:pt x="1960375" y="1196208"/>
                    <a:pt x="1960028" y="1203200"/>
                  </a:cubicBezTo>
                  <a:lnTo>
                    <a:pt x="297582" y="1405957"/>
                  </a:lnTo>
                  <a:cubicBezTo>
                    <a:pt x="297120" y="1404223"/>
                    <a:pt x="296600" y="1402490"/>
                    <a:pt x="295965" y="1400756"/>
                  </a:cubicBezTo>
                  <a:cubicBezTo>
                    <a:pt x="295733" y="1400179"/>
                    <a:pt x="295445" y="1399601"/>
                    <a:pt x="295213" y="1399023"/>
                  </a:cubicBezTo>
                  <a:lnTo>
                    <a:pt x="1335520" y="814269"/>
                  </a:lnTo>
                  <a:lnTo>
                    <a:pt x="1964824" y="1183207"/>
                  </a:lnTo>
                  <a:close/>
                  <a:moveTo>
                    <a:pt x="3617389" y="1533597"/>
                  </a:moveTo>
                  <a:lnTo>
                    <a:pt x="3125376" y="2794054"/>
                  </a:lnTo>
                  <a:cubicBezTo>
                    <a:pt x="3115032" y="2791454"/>
                    <a:pt x="3103823" y="2791858"/>
                    <a:pt x="3093075" y="2795787"/>
                  </a:cubicBezTo>
                  <a:cubicBezTo>
                    <a:pt x="3091111" y="2796481"/>
                    <a:pt x="3089262" y="2797289"/>
                    <a:pt x="3087471" y="2798214"/>
                  </a:cubicBezTo>
                  <a:lnTo>
                    <a:pt x="2746094" y="2287017"/>
                  </a:lnTo>
                  <a:lnTo>
                    <a:pt x="3607566" y="1526779"/>
                  </a:lnTo>
                  <a:cubicBezTo>
                    <a:pt x="3610571" y="1529379"/>
                    <a:pt x="3613864" y="1531633"/>
                    <a:pt x="3617389" y="1533597"/>
                  </a:cubicBezTo>
                  <a:close/>
                  <a:moveTo>
                    <a:pt x="11650530" y="1059323"/>
                  </a:moveTo>
                  <a:lnTo>
                    <a:pt x="11313141" y="1442995"/>
                  </a:lnTo>
                  <a:cubicBezTo>
                    <a:pt x="11298926" y="1433461"/>
                    <a:pt x="11280552" y="1430572"/>
                    <a:pt x="11263275" y="1436870"/>
                  </a:cubicBezTo>
                  <a:cubicBezTo>
                    <a:pt x="11263160" y="1436928"/>
                    <a:pt x="11263102" y="1436928"/>
                    <a:pt x="11262986" y="1436986"/>
                  </a:cubicBezTo>
                  <a:lnTo>
                    <a:pt x="10882261" y="743775"/>
                  </a:lnTo>
                  <a:cubicBezTo>
                    <a:pt x="10886248" y="740135"/>
                    <a:pt x="10889599" y="735917"/>
                    <a:pt x="10892315" y="731352"/>
                  </a:cubicBezTo>
                  <a:lnTo>
                    <a:pt x="11650530" y="1059323"/>
                  </a:lnTo>
                  <a:close/>
                  <a:moveTo>
                    <a:pt x="9507512" y="2924005"/>
                  </a:moveTo>
                  <a:lnTo>
                    <a:pt x="10543716" y="2106448"/>
                  </a:lnTo>
                  <a:cubicBezTo>
                    <a:pt x="10546259" y="2108933"/>
                    <a:pt x="10549032" y="2111128"/>
                    <a:pt x="10551979" y="2113093"/>
                  </a:cubicBezTo>
                  <a:lnTo>
                    <a:pt x="10086776" y="3069963"/>
                  </a:lnTo>
                  <a:cubicBezTo>
                    <a:pt x="10075278" y="3066091"/>
                    <a:pt x="10062450" y="3065918"/>
                    <a:pt x="10050200" y="3070425"/>
                  </a:cubicBezTo>
                  <a:cubicBezTo>
                    <a:pt x="10036217" y="3075510"/>
                    <a:pt x="10025528" y="3085680"/>
                    <a:pt x="10019460" y="3098045"/>
                  </a:cubicBezTo>
                  <a:lnTo>
                    <a:pt x="9507512" y="2924005"/>
                  </a:lnTo>
                  <a:close/>
                  <a:moveTo>
                    <a:pt x="2309725" y="6034873"/>
                  </a:moveTo>
                  <a:cubicBezTo>
                    <a:pt x="2303484" y="6037126"/>
                    <a:pt x="2297995" y="6040477"/>
                    <a:pt x="2293199" y="6044464"/>
                  </a:cubicBezTo>
                  <a:lnTo>
                    <a:pt x="1851167" y="5636697"/>
                  </a:lnTo>
                  <a:lnTo>
                    <a:pt x="2594532" y="5294454"/>
                  </a:lnTo>
                  <a:lnTo>
                    <a:pt x="2339887" y="6032677"/>
                  </a:lnTo>
                  <a:cubicBezTo>
                    <a:pt x="2330122" y="6030712"/>
                    <a:pt x="2319779" y="6031232"/>
                    <a:pt x="2309725" y="6034873"/>
                  </a:cubicBezTo>
                  <a:close/>
                  <a:moveTo>
                    <a:pt x="2019544" y="1260982"/>
                  </a:moveTo>
                  <a:lnTo>
                    <a:pt x="2316948" y="2587367"/>
                  </a:lnTo>
                  <a:cubicBezTo>
                    <a:pt x="2311978" y="2589159"/>
                    <a:pt x="2307471" y="2591643"/>
                    <a:pt x="2303369" y="2594590"/>
                  </a:cubicBezTo>
                  <a:lnTo>
                    <a:pt x="1517129" y="1762356"/>
                  </a:lnTo>
                  <a:lnTo>
                    <a:pt x="1981928" y="1249830"/>
                  </a:lnTo>
                  <a:cubicBezTo>
                    <a:pt x="1992559" y="1257919"/>
                    <a:pt x="2005907" y="1262022"/>
                    <a:pt x="2019544" y="1260982"/>
                  </a:cubicBezTo>
                  <a:close/>
                  <a:moveTo>
                    <a:pt x="5421574" y="1826090"/>
                  </a:moveTo>
                  <a:cubicBezTo>
                    <a:pt x="5424348" y="1825107"/>
                    <a:pt x="5426948" y="1823836"/>
                    <a:pt x="5429433" y="1822449"/>
                  </a:cubicBezTo>
                  <a:lnTo>
                    <a:pt x="5491432" y="1906638"/>
                  </a:lnTo>
                  <a:lnTo>
                    <a:pt x="5255335" y="2624117"/>
                  </a:lnTo>
                  <a:lnTo>
                    <a:pt x="5399790" y="1829383"/>
                  </a:lnTo>
                  <a:cubicBezTo>
                    <a:pt x="5407013" y="1829788"/>
                    <a:pt x="5414409" y="1828748"/>
                    <a:pt x="5421574" y="1826090"/>
                  </a:cubicBezTo>
                  <a:close/>
                  <a:moveTo>
                    <a:pt x="5794961" y="1055567"/>
                  </a:moveTo>
                  <a:lnTo>
                    <a:pt x="5917922" y="2435805"/>
                  </a:lnTo>
                  <a:cubicBezTo>
                    <a:pt x="5915610" y="2436325"/>
                    <a:pt x="5913241" y="2436961"/>
                    <a:pt x="5910930" y="2437770"/>
                  </a:cubicBezTo>
                  <a:cubicBezTo>
                    <a:pt x="5908156" y="2438752"/>
                    <a:pt x="5905556" y="2440023"/>
                    <a:pt x="5903071" y="2441410"/>
                  </a:cubicBezTo>
                  <a:lnTo>
                    <a:pt x="5507265" y="1904038"/>
                  </a:lnTo>
                  <a:lnTo>
                    <a:pt x="5786756" y="1054527"/>
                  </a:lnTo>
                  <a:cubicBezTo>
                    <a:pt x="5789472" y="1055105"/>
                    <a:pt x="5792188" y="1055451"/>
                    <a:pt x="5794961" y="1055567"/>
                  </a:cubicBezTo>
                  <a:close/>
                  <a:moveTo>
                    <a:pt x="6972038" y="1497194"/>
                  </a:moveTo>
                  <a:lnTo>
                    <a:pt x="7080033" y="2398478"/>
                  </a:lnTo>
                  <a:cubicBezTo>
                    <a:pt x="7078241" y="2398940"/>
                    <a:pt x="7076451" y="2399461"/>
                    <a:pt x="7074659" y="2400154"/>
                  </a:cubicBezTo>
                  <a:cubicBezTo>
                    <a:pt x="7070210" y="2401772"/>
                    <a:pt x="7066107" y="2403967"/>
                    <a:pt x="7062351" y="2406510"/>
                  </a:cubicBezTo>
                  <a:lnTo>
                    <a:pt x="6570685" y="1855847"/>
                  </a:lnTo>
                  <a:lnTo>
                    <a:pt x="6938871" y="1485812"/>
                  </a:lnTo>
                  <a:cubicBezTo>
                    <a:pt x="6948348" y="1493034"/>
                    <a:pt x="6959962" y="1497079"/>
                    <a:pt x="6972038" y="1497194"/>
                  </a:cubicBezTo>
                  <a:close/>
                  <a:moveTo>
                    <a:pt x="8636159" y="2411132"/>
                  </a:moveTo>
                  <a:lnTo>
                    <a:pt x="8461080" y="2690393"/>
                  </a:lnTo>
                  <a:cubicBezTo>
                    <a:pt x="8448252" y="2684499"/>
                    <a:pt x="8433229" y="2683459"/>
                    <a:pt x="8418957" y="2688659"/>
                  </a:cubicBezTo>
                  <a:cubicBezTo>
                    <a:pt x="8416299" y="2689642"/>
                    <a:pt x="8413872" y="2690797"/>
                    <a:pt x="8411445" y="2692126"/>
                  </a:cubicBezTo>
                  <a:lnTo>
                    <a:pt x="7760820" y="1795407"/>
                  </a:lnTo>
                  <a:cubicBezTo>
                    <a:pt x="7761571" y="1794598"/>
                    <a:pt x="7762265" y="1793790"/>
                    <a:pt x="7762958" y="1792981"/>
                  </a:cubicBezTo>
                  <a:lnTo>
                    <a:pt x="8636159" y="2411132"/>
                  </a:lnTo>
                  <a:close/>
                  <a:moveTo>
                    <a:pt x="9112803" y="1721273"/>
                  </a:moveTo>
                  <a:lnTo>
                    <a:pt x="9206121" y="2428814"/>
                  </a:lnTo>
                  <a:lnTo>
                    <a:pt x="9254658" y="2796943"/>
                  </a:lnTo>
                  <a:cubicBezTo>
                    <a:pt x="9253098" y="2797347"/>
                    <a:pt x="9251537" y="2797810"/>
                    <a:pt x="9249977" y="2798387"/>
                  </a:cubicBezTo>
                  <a:cubicBezTo>
                    <a:pt x="9241368" y="2801508"/>
                    <a:pt x="9234029" y="2806592"/>
                    <a:pt x="9228251" y="2812891"/>
                  </a:cubicBezTo>
                  <a:lnTo>
                    <a:pt x="8655400" y="2407319"/>
                  </a:lnTo>
                  <a:lnTo>
                    <a:pt x="9088939" y="1715842"/>
                  </a:lnTo>
                  <a:cubicBezTo>
                    <a:pt x="9096335" y="1719366"/>
                    <a:pt x="9104483" y="1721215"/>
                    <a:pt x="9112803" y="1721273"/>
                  </a:cubicBezTo>
                  <a:close/>
                  <a:moveTo>
                    <a:pt x="9762966" y="893026"/>
                  </a:moveTo>
                  <a:lnTo>
                    <a:pt x="10729370" y="1273636"/>
                  </a:lnTo>
                  <a:lnTo>
                    <a:pt x="10585897" y="2011512"/>
                  </a:lnTo>
                  <a:cubicBezTo>
                    <a:pt x="10578501" y="2011050"/>
                    <a:pt x="10570873" y="2012032"/>
                    <a:pt x="10563478" y="2014748"/>
                  </a:cubicBezTo>
                  <a:cubicBezTo>
                    <a:pt x="10560877" y="2015672"/>
                    <a:pt x="10558451" y="2016886"/>
                    <a:pt x="10556082" y="2018099"/>
                  </a:cubicBezTo>
                  <a:lnTo>
                    <a:pt x="9754934" y="907414"/>
                  </a:lnTo>
                  <a:cubicBezTo>
                    <a:pt x="9758286" y="903022"/>
                    <a:pt x="9761001" y="898169"/>
                    <a:pt x="9762966" y="893026"/>
                  </a:cubicBezTo>
                  <a:close/>
                  <a:moveTo>
                    <a:pt x="10863655" y="755158"/>
                  </a:moveTo>
                  <a:cubicBezTo>
                    <a:pt x="10866024" y="754291"/>
                    <a:pt x="10868278" y="753251"/>
                    <a:pt x="10870474" y="752096"/>
                  </a:cubicBezTo>
                  <a:lnTo>
                    <a:pt x="11250332" y="1443746"/>
                  </a:lnTo>
                  <a:cubicBezTo>
                    <a:pt x="11244728" y="1447675"/>
                    <a:pt x="11240047" y="1452529"/>
                    <a:pt x="11236349" y="1458018"/>
                  </a:cubicBezTo>
                  <a:lnTo>
                    <a:pt x="10745607" y="1264738"/>
                  </a:lnTo>
                  <a:lnTo>
                    <a:pt x="10844067" y="758452"/>
                  </a:lnTo>
                  <a:cubicBezTo>
                    <a:pt x="10850538" y="758510"/>
                    <a:pt x="10857183" y="757469"/>
                    <a:pt x="10863655" y="755158"/>
                  </a:cubicBezTo>
                  <a:close/>
                  <a:moveTo>
                    <a:pt x="10599880" y="2014228"/>
                  </a:moveTo>
                  <a:lnTo>
                    <a:pt x="10742833" y="1278894"/>
                  </a:lnTo>
                  <a:lnTo>
                    <a:pt x="11229877" y="1470730"/>
                  </a:lnTo>
                  <a:cubicBezTo>
                    <a:pt x="11225833" y="1482345"/>
                    <a:pt x="11225601" y="1495403"/>
                    <a:pt x="11230109" y="1507884"/>
                  </a:cubicBezTo>
                  <a:cubicBezTo>
                    <a:pt x="11230802" y="1509733"/>
                    <a:pt x="11231553" y="1511524"/>
                    <a:pt x="11232420" y="1513258"/>
                  </a:cubicBezTo>
                  <a:lnTo>
                    <a:pt x="10619873" y="2026015"/>
                  </a:lnTo>
                  <a:cubicBezTo>
                    <a:pt x="10614095" y="2020757"/>
                    <a:pt x="10607276" y="2016712"/>
                    <a:pt x="10599880" y="2014228"/>
                  </a:cubicBezTo>
                  <a:close/>
                  <a:moveTo>
                    <a:pt x="10530311" y="2085762"/>
                  </a:moveTo>
                  <a:cubicBezTo>
                    <a:pt x="10530715" y="2086802"/>
                    <a:pt x="10531177" y="2087784"/>
                    <a:pt x="10531582" y="2088767"/>
                  </a:cubicBezTo>
                  <a:lnTo>
                    <a:pt x="10107809" y="2341621"/>
                  </a:lnTo>
                  <a:lnTo>
                    <a:pt x="9312498" y="2816126"/>
                  </a:lnTo>
                  <a:cubicBezTo>
                    <a:pt x="9306084" y="2807979"/>
                    <a:pt x="9297590" y="2801912"/>
                    <a:pt x="9288056" y="2798387"/>
                  </a:cubicBezTo>
                  <a:lnTo>
                    <a:pt x="9517508" y="1782926"/>
                  </a:lnTo>
                  <a:lnTo>
                    <a:pt x="10527480" y="2059182"/>
                  </a:lnTo>
                  <a:cubicBezTo>
                    <a:pt x="10526266" y="2067849"/>
                    <a:pt x="10527075" y="2076979"/>
                    <a:pt x="10530311" y="2085762"/>
                  </a:cubicBezTo>
                  <a:close/>
                  <a:moveTo>
                    <a:pt x="9220047" y="2824505"/>
                  </a:moveTo>
                  <a:cubicBezTo>
                    <a:pt x="9218081" y="2828203"/>
                    <a:pt x="9216522" y="2832074"/>
                    <a:pt x="9215424" y="2836119"/>
                  </a:cubicBezTo>
                  <a:lnTo>
                    <a:pt x="8493207" y="2740779"/>
                  </a:lnTo>
                  <a:cubicBezTo>
                    <a:pt x="8493207" y="2734423"/>
                    <a:pt x="8492224" y="2728009"/>
                    <a:pt x="8489913" y="2721653"/>
                  </a:cubicBezTo>
                  <a:cubicBezTo>
                    <a:pt x="8486388" y="2712003"/>
                    <a:pt x="8480437" y="2703972"/>
                    <a:pt x="8473041" y="2697904"/>
                  </a:cubicBezTo>
                  <a:lnTo>
                    <a:pt x="8647716" y="2419280"/>
                  </a:lnTo>
                  <a:lnTo>
                    <a:pt x="9220047" y="2824505"/>
                  </a:lnTo>
                  <a:close/>
                  <a:moveTo>
                    <a:pt x="5249846" y="3973326"/>
                  </a:moveTo>
                  <a:lnTo>
                    <a:pt x="5717302" y="2990859"/>
                  </a:lnTo>
                  <a:lnTo>
                    <a:pt x="6087454" y="3184487"/>
                  </a:lnTo>
                  <a:cubicBezTo>
                    <a:pt x="6082831" y="3196563"/>
                    <a:pt x="6082311" y="3210257"/>
                    <a:pt x="6087049" y="3223316"/>
                  </a:cubicBezTo>
                  <a:cubicBezTo>
                    <a:pt x="6088551" y="3227361"/>
                    <a:pt x="6090459" y="3231117"/>
                    <a:pt x="6092712" y="3234583"/>
                  </a:cubicBezTo>
                  <a:lnTo>
                    <a:pt x="5256144" y="3978007"/>
                  </a:lnTo>
                  <a:cubicBezTo>
                    <a:pt x="5254122" y="3976273"/>
                    <a:pt x="5252042" y="3974713"/>
                    <a:pt x="5249846" y="3973326"/>
                  </a:cubicBezTo>
                  <a:close/>
                  <a:moveTo>
                    <a:pt x="5236152" y="3006056"/>
                  </a:moveTo>
                  <a:lnTo>
                    <a:pt x="5238232" y="2779088"/>
                  </a:lnTo>
                  <a:cubicBezTo>
                    <a:pt x="5241814" y="2778568"/>
                    <a:pt x="5245397" y="2777644"/>
                    <a:pt x="5248922" y="2776372"/>
                  </a:cubicBezTo>
                  <a:cubicBezTo>
                    <a:pt x="5258976" y="2772732"/>
                    <a:pt x="5267238" y="2766434"/>
                    <a:pt x="5273421" y="2758633"/>
                  </a:cubicBezTo>
                  <a:lnTo>
                    <a:pt x="5704648" y="2984214"/>
                  </a:lnTo>
                  <a:lnTo>
                    <a:pt x="5236961" y="3967144"/>
                  </a:lnTo>
                  <a:cubicBezTo>
                    <a:pt x="5233840" y="3966162"/>
                    <a:pt x="5230662" y="3965353"/>
                    <a:pt x="5227427" y="3964890"/>
                  </a:cubicBezTo>
                  <a:lnTo>
                    <a:pt x="5236152" y="3006056"/>
                  </a:lnTo>
                  <a:close/>
                  <a:moveTo>
                    <a:pt x="1262080" y="5035937"/>
                  </a:moveTo>
                  <a:cubicBezTo>
                    <a:pt x="1257977" y="5024670"/>
                    <a:pt x="1250581" y="5015598"/>
                    <a:pt x="1241451" y="5009300"/>
                  </a:cubicBezTo>
                  <a:lnTo>
                    <a:pt x="1666438" y="4182208"/>
                  </a:lnTo>
                  <a:lnTo>
                    <a:pt x="2608458" y="5224769"/>
                  </a:lnTo>
                  <a:cubicBezTo>
                    <a:pt x="2603200" y="5230952"/>
                    <a:pt x="2599386" y="5238174"/>
                    <a:pt x="2597248" y="5245917"/>
                  </a:cubicBezTo>
                  <a:lnTo>
                    <a:pt x="1265373" y="5055583"/>
                  </a:lnTo>
                  <a:cubicBezTo>
                    <a:pt x="1265431" y="5049112"/>
                    <a:pt x="1264449" y="5042467"/>
                    <a:pt x="1262080" y="5035937"/>
                  </a:cubicBezTo>
                  <a:close/>
                  <a:moveTo>
                    <a:pt x="1075155" y="3530659"/>
                  </a:moveTo>
                  <a:cubicBezTo>
                    <a:pt x="1072555" y="3523493"/>
                    <a:pt x="1068568" y="3517138"/>
                    <a:pt x="1063656" y="3511880"/>
                  </a:cubicBezTo>
                  <a:lnTo>
                    <a:pt x="1534290" y="2945096"/>
                  </a:lnTo>
                  <a:cubicBezTo>
                    <a:pt x="1541802" y="2949834"/>
                    <a:pt x="1550412" y="2952781"/>
                    <a:pt x="1559368" y="2953474"/>
                  </a:cubicBezTo>
                  <a:lnTo>
                    <a:pt x="1569018" y="3528405"/>
                  </a:lnTo>
                  <a:lnTo>
                    <a:pt x="1077755" y="3541059"/>
                  </a:lnTo>
                  <a:cubicBezTo>
                    <a:pt x="1077293" y="3537592"/>
                    <a:pt x="1076426" y="3534125"/>
                    <a:pt x="1075155" y="3530659"/>
                  </a:cubicBezTo>
                  <a:close/>
                  <a:moveTo>
                    <a:pt x="1231628" y="1502510"/>
                  </a:moveTo>
                  <a:cubicBezTo>
                    <a:pt x="1236598" y="1500719"/>
                    <a:pt x="1241105" y="1498235"/>
                    <a:pt x="1245207" y="1495230"/>
                  </a:cubicBezTo>
                  <a:lnTo>
                    <a:pt x="1497715" y="1762529"/>
                  </a:lnTo>
                  <a:lnTo>
                    <a:pt x="1210596" y="2079175"/>
                  </a:lnTo>
                  <a:cubicBezTo>
                    <a:pt x="1203778" y="2074494"/>
                    <a:pt x="1195919" y="2071316"/>
                    <a:pt x="1187656" y="2070045"/>
                  </a:cubicBezTo>
                  <a:lnTo>
                    <a:pt x="1216952" y="1505688"/>
                  </a:lnTo>
                  <a:cubicBezTo>
                    <a:pt x="1221863" y="1505284"/>
                    <a:pt x="1226775" y="1504302"/>
                    <a:pt x="1231628" y="1502510"/>
                  </a:cubicBezTo>
                  <a:close/>
                  <a:moveTo>
                    <a:pt x="3110814" y="2903204"/>
                  </a:moveTo>
                  <a:lnTo>
                    <a:pt x="3143692" y="3571048"/>
                  </a:lnTo>
                  <a:cubicBezTo>
                    <a:pt x="3142999" y="3571279"/>
                    <a:pt x="3142248" y="3571453"/>
                    <a:pt x="3141554" y="3571684"/>
                  </a:cubicBezTo>
                  <a:cubicBezTo>
                    <a:pt x="3137683" y="3573128"/>
                    <a:pt x="3134043" y="3574920"/>
                    <a:pt x="3130691" y="3577057"/>
                  </a:cubicBezTo>
                  <a:lnTo>
                    <a:pt x="2723964" y="3091516"/>
                  </a:lnTo>
                  <a:lnTo>
                    <a:pt x="3068749" y="2882402"/>
                  </a:lnTo>
                  <a:cubicBezTo>
                    <a:pt x="3079034" y="2895230"/>
                    <a:pt x="3094462" y="2902857"/>
                    <a:pt x="3110814" y="2903204"/>
                  </a:cubicBezTo>
                  <a:close/>
                  <a:moveTo>
                    <a:pt x="7739094" y="1809795"/>
                  </a:moveTo>
                  <a:cubicBezTo>
                    <a:pt x="7742908" y="1808408"/>
                    <a:pt x="7746490" y="1806617"/>
                    <a:pt x="7749784" y="1804537"/>
                  </a:cubicBezTo>
                  <a:lnTo>
                    <a:pt x="8399831" y="2700447"/>
                  </a:lnTo>
                  <a:cubicBezTo>
                    <a:pt x="8393417" y="2706514"/>
                    <a:pt x="8388564" y="2714026"/>
                    <a:pt x="8385617" y="2722231"/>
                  </a:cubicBezTo>
                  <a:lnTo>
                    <a:pt x="7505193" y="2533284"/>
                  </a:lnTo>
                  <a:lnTo>
                    <a:pt x="7714710" y="1812800"/>
                  </a:lnTo>
                  <a:cubicBezTo>
                    <a:pt x="7722742" y="1813609"/>
                    <a:pt x="7731062" y="1812684"/>
                    <a:pt x="7739094" y="1809795"/>
                  </a:cubicBezTo>
                  <a:close/>
                  <a:moveTo>
                    <a:pt x="7227897" y="3435838"/>
                  </a:moveTo>
                  <a:cubicBezTo>
                    <a:pt x="7225239" y="3435434"/>
                    <a:pt x="7222581" y="3435261"/>
                    <a:pt x="7219865" y="3435203"/>
                  </a:cubicBezTo>
                  <a:lnTo>
                    <a:pt x="7153300" y="2885407"/>
                  </a:lnTo>
                  <a:lnTo>
                    <a:pt x="7107364" y="2505895"/>
                  </a:lnTo>
                  <a:cubicBezTo>
                    <a:pt x="7109155" y="2505433"/>
                    <a:pt x="7110888" y="2504913"/>
                    <a:pt x="7112621" y="2504277"/>
                  </a:cubicBezTo>
                  <a:cubicBezTo>
                    <a:pt x="7128801" y="2498383"/>
                    <a:pt x="7140588" y="2485729"/>
                    <a:pt x="7145904" y="2470706"/>
                  </a:cubicBezTo>
                  <a:lnTo>
                    <a:pt x="7487280" y="2543973"/>
                  </a:lnTo>
                  <a:lnTo>
                    <a:pt x="7227897" y="3435838"/>
                  </a:lnTo>
                  <a:close/>
                  <a:moveTo>
                    <a:pt x="5723427" y="2977974"/>
                  </a:moveTo>
                  <a:lnTo>
                    <a:pt x="5929305" y="2545244"/>
                  </a:lnTo>
                  <a:cubicBezTo>
                    <a:pt x="5935834" y="2545302"/>
                    <a:pt x="5942421" y="2544320"/>
                    <a:pt x="5948951" y="2541951"/>
                  </a:cubicBezTo>
                  <a:cubicBezTo>
                    <a:pt x="5952648" y="2540622"/>
                    <a:pt x="5956058" y="2538888"/>
                    <a:pt x="5959293" y="2536924"/>
                  </a:cubicBezTo>
                  <a:lnTo>
                    <a:pt x="6118425" y="3152995"/>
                  </a:lnTo>
                  <a:cubicBezTo>
                    <a:pt x="6108429" y="3157040"/>
                    <a:pt x="6100166" y="3163685"/>
                    <a:pt x="6094214" y="3171890"/>
                  </a:cubicBezTo>
                  <a:lnTo>
                    <a:pt x="5723427" y="2977974"/>
                  </a:lnTo>
                  <a:close/>
                  <a:moveTo>
                    <a:pt x="6132177" y="3149355"/>
                  </a:moveTo>
                  <a:lnTo>
                    <a:pt x="5971312" y="2526696"/>
                  </a:lnTo>
                  <a:cubicBezTo>
                    <a:pt x="5975125" y="2522421"/>
                    <a:pt x="5978188" y="2517625"/>
                    <a:pt x="5980499" y="2512482"/>
                  </a:cubicBezTo>
                  <a:lnTo>
                    <a:pt x="6489616" y="2918169"/>
                  </a:lnTo>
                  <a:lnTo>
                    <a:pt x="6177074" y="3163974"/>
                  </a:lnTo>
                  <a:cubicBezTo>
                    <a:pt x="6165170" y="3152822"/>
                    <a:pt x="6148760" y="3147275"/>
                    <a:pt x="6132177" y="3149355"/>
                  </a:cubicBezTo>
                  <a:close/>
                  <a:moveTo>
                    <a:pt x="5984775" y="2497690"/>
                  </a:moveTo>
                  <a:cubicBezTo>
                    <a:pt x="5985295" y="2494165"/>
                    <a:pt x="5985468" y="2490640"/>
                    <a:pt x="5985237" y="2487058"/>
                  </a:cubicBezTo>
                  <a:lnTo>
                    <a:pt x="7038834" y="2460767"/>
                  </a:lnTo>
                  <a:cubicBezTo>
                    <a:pt x="7039354" y="2464292"/>
                    <a:pt x="7040279" y="2467759"/>
                    <a:pt x="7041492" y="2471226"/>
                  </a:cubicBezTo>
                  <a:cubicBezTo>
                    <a:pt x="7042705" y="2474577"/>
                    <a:pt x="7044208" y="2477697"/>
                    <a:pt x="7045999" y="2480586"/>
                  </a:cubicBezTo>
                  <a:lnTo>
                    <a:pt x="6501057" y="2909155"/>
                  </a:lnTo>
                  <a:lnTo>
                    <a:pt x="5984775" y="2497690"/>
                  </a:lnTo>
                  <a:close/>
                  <a:moveTo>
                    <a:pt x="7054897" y="2491796"/>
                  </a:moveTo>
                  <a:cubicBezTo>
                    <a:pt x="7065067" y="2501735"/>
                    <a:pt x="7078819" y="2507513"/>
                    <a:pt x="7093149" y="2507628"/>
                  </a:cubicBezTo>
                  <a:lnTo>
                    <a:pt x="7140011" y="2894421"/>
                  </a:lnTo>
                  <a:lnTo>
                    <a:pt x="7205709" y="3436878"/>
                  </a:lnTo>
                  <a:cubicBezTo>
                    <a:pt x="7203917" y="3437341"/>
                    <a:pt x="7202184" y="3437860"/>
                    <a:pt x="7200451" y="3438496"/>
                  </a:cubicBezTo>
                  <a:cubicBezTo>
                    <a:pt x="7192881" y="3441270"/>
                    <a:pt x="7186351" y="3445488"/>
                    <a:pt x="7180920" y="3450746"/>
                  </a:cubicBezTo>
                  <a:lnTo>
                    <a:pt x="6512671" y="2918227"/>
                  </a:lnTo>
                  <a:lnTo>
                    <a:pt x="7054897" y="2491796"/>
                  </a:lnTo>
                  <a:close/>
                  <a:moveTo>
                    <a:pt x="5879670" y="2513175"/>
                  </a:moveTo>
                  <a:cubicBezTo>
                    <a:pt x="5886604" y="2528141"/>
                    <a:pt x="5899547" y="2538715"/>
                    <a:pt x="5914512" y="2543049"/>
                  </a:cubicBezTo>
                  <a:lnTo>
                    <a:pt x="5710773" y="2971329"/>
                  </a:lnTo>
                  <a:lnTo>
                    <a:pt x="5280702" y="2746383"/>
                  </a:lnTo>
                  <a:cubicBezTo>
                    <a:pt x="5284515" y="2737543"/>
                    <a:pt x="5286075" y="2727778"/>
                    <a:pt x="5284920" y="2717897"/>
                  </a:cubicBezTo>
                  <a:lnTo>
                    <a:pt x="5879670" y="2513175"/>
                  </a:lnTo>
                  <a:close/>
                  <a:moveTo>
                    <a:pt x="1591726" y="4027006"/>
                  </a:moveTo>
                  <a:lnTo>
                    <a:pt x="1583579" y="3542330"/>
                  </a:lnTo>
                  <a:lnTo>
                    <a:pt x="1941596" y="3533085"/>
                  </a:lnTo>
                  <a:cubicBezTo>
                    <a:pt x="1942174" y="3536552"/>
                    <a:pt x="1943040" y="3540077"/>
                    <a:pt x="1944254" y="3543486"/>
                  </a:cubicBezTo>
                  <a:cubicBezTo>
                    <a:pt x="1947258" y="3551749"/>
                    <a:pt x="1952054" y="3558799"/>
                    <a:pt x="1958006" y="3564519"/>
                  </a:cubicBezTo>
                  <a:lnTo>
                    <a:pt x="1612296" y="4033593"/>
                  </a:lnTo>
                  <a:cubicBezTo>
                    <a:pt x="1605998" y="4030068"/>
                    <a:pt x="1599006" y="4027815"/>
                    <a:pt x="1591726" y="4027006"/>
                  </a:cubicBezTo>
                  <a:close/>
                  <a:moveTo>
                    <a:pt x="1582885" y="2950412"/>
                  </a:moveTo>
                  <a:cubicBezTo>
                    <a:pt x="1585832" y="2949314"/>
                    <a:pt x="1588606" y="2947985"/>
                    <a:pt x="1591264" y="2946483"/>
                  </a:cubicBezTo>
                  <a:lnTo>
                    <a:pt x="1959393" y="3483277"/>
                  </a:lnTo>
                  <a:cubicBezTo>
                    <a:pt x="1949107" y="3492465"/>
                    <a:pt x="1942694" y="3505235"/>
                    <a:pt x="1941249" y="3518813"/>
                  </a:cubicBezTo>
                  <a:lnTo>
                    <a:pt x="1583290" y="3528058"/>
                  </a:lnTo>
                  <a:lnTo>
                    <a:pt x="1573640" y="2952839"/>
                  </a:lnTo>
                  <a:cubicBezTo>
                    <a:pt x="1576760" y="2952261"/>
                    <a:pt x="1579823" y="2951510"/>
                    <a:pt x="1582885" y="2950412"/>
                  </a:cubicBezTo>
                  <a:close/>
                  <a:moveTo>
                    <a:pt x="1602704" y="2937873"/>
                  </a:moveTo>
                  <a:cubicBezTo>
                    <a:pt x="1614145" y="2926606"/>
                    <a:pt x="1620328" y="2910773"/>
                    <a:pt x="1619172" y="2894537"/>
                  </a:cubicBezTo>
                  <a:lnTo>
                    <a:pt x="1889188" y="3355695"/>
                  </a:lnTo>
                  <a:lnTo>
                    <a:pt x="1602704" y="2937873"/>
                  </a:lnTo>
                  <a:close/>
                  <a:moveTo>
                    <a:pt x="3156116" y="3679043"/>
                  </a:moveTo>
                  <a:lnTo>
                    <a:pt x="3200839" y="4459793"/>
                  </a:lnTo>
                  <a:cubicBezTo>
                    <a:pt x="3197950" y="4460371"/>
                    <a:pt x="3195003" y="4461064"/>
                    <a:pt x="3192114" y="4462104"/>
                  </a:cubicBezTo>
                  <a:cubicBezTo>
                    <a:pt x="3184775" y="4464762"/>
                    <a:pt x="3178304" y="4468865"/>
                    <a:pt x="3172988" y="4473950"/>
                  </a:cubicBezTo>
                  <a:lnTo>
                    <a:pt x="2958039" y="4298870"/>
                  </a:lnTo>
                  <a:lnTo>
                    <a:pt x="3150915" y="3678407"/>
                  </a:lnTo>
                  <a:cubicBezTo>
                    <a:pt x="3152706" y="3678696"/>
                    <a:pt x="3154382" y="3678869"/>
                    <a:pt x="3156116" y="3679043"/>
                  </a:cubicBezTo>
                  <a:close/>
                  <a:moveTo>
                    <a:pt x="3108388" y="3642756"/>
                  </a:moveTo>
                  <a:cubicBezTo>
                    <a:pt x="3113646" y="3657259"/>
                    <a:pt x="3124335" y="3668180"/>
                    <a:pt x="3137336" y="3674131"/>
                  </a:cubicBezTo>
                  <a:lnTo>
                    <a:pt x="2946136" y="4289105"/>
                  </a:lnTo>
                  <a:lnTo>
                    <a:pt x="2043465" y="3553714"/>
                  </a:lnTo>
                  <a:cubicBezTo>
                    <a:pt x="2046759" y="3548340"/>
                    <a:pt x="2049128" y="3542504"/>
                    <a:pt x="2050515" y="3536321"/>
                  </a:cubicBezTo>
                  <a:lnTo>
                    <a:pt x="3105152" y="3626288"/>
                  </a:lnTo>
                  <a:cubicBezTo>
                    <a:pt x="3105383" y="3631777"/>
                    <a:pt x="3106423" y="3637324"/>
                    <a:pt x="3108388" y="3642756"/>
                  </a:cubicBezTo>
                  <a:close/>
                  <a:moveTo>
                    <a:pt x="2034451" y="3564750"/>
                  </a:moveTo>
                  <a:lnTo>
                    <a:pt x="2941571" y="4303782"/>
                  </a:lnTo>
                  <a:lnTo>
                    <a:pt x="2660924" y="5206394"/>
                  </a:lnTo>
                  <a:cubicBezTo>
                    <a:pt x="2653817" y="5205007"/>
                    <a:pt x="2646363" y="5205065"/>
                    <a:pt x="2638967" y="5206626"/>
                  </a:cubicBezTo>
                  <a:lnTo>
                    <a:pt x="2022433" y="3573359"/>
                  </a:lnTo>
                  <a:cubicBezTo>
                    <a:pt x="2026882" y="3570990"/>
                    <a:pt x="2030927" y="3568101"/>
                    <a:pt x="2034451" y="3564750"/>
                  </a:cubicBezTo>
                  <a:close/>
                  <a:moveTo>
                    <a:pt x="2678374" y="5212866"/>
                  </a:moveTo>
                  <a:cubicBezTo>
                    <a:pt x="2677103" y="5212115"/>
                    <a:pt x="2675832" y="5211479"/>
                    <a:pt x="2674502" y="5210843"/>
                  </a:cubicBezTo>
                  <a:lnTo>
                    <a:pt x="2953474" y="4313489"/>
                  </a:lnTo>
                  <a:lnTo>
                    <a:pt x="3163974" y="4484986"/>
                  </a:lnTo>
                  <a:cubicBezTo>
                    <a:pt x="3155364" y="4498911"/>
                    <a:pt x="3152937" y="4516535"/>
                    <a:pt x="3159005" y="4533119"/>
                  </a:cubicBezTo>
                  <a:cubicBezTo>
                    <a:pt x="3161951" y="4541208"/>
                    <a:pt x="3166632" y="4548142"/>
                    <a:pt x="3172410" y="4553804"/>
                  </a:cubicBezTo>
                  <a:lnTo>
                    <a:pt x="3034253" y="4738071"/>
                  </a:lnTo>
                  <a:lnTo>
                    <a:pt x="2678374" y="5212866"/>
                  </a:lnTo>
                  <a:close/>
                  <a:moveTo>
                    <a:pt x="3215111" y="4458926"/>
                  </a:moveTo>
                  <a:lnTo>
                    <a:pt x="3170734" y="3678234"/>
                  </a:lnTo>
                  <a:cubicBezTo>
                    <a:pt x="3173681" y="3677656"/>
                    <a:pt x="3176570" y="3676962"/>
                    <a:pt x="3179459" y="3675922"/>
                  </a:cubicBezTo>
                  <a:cubicBezTo>
                    <a:pt x="3192923" y="3671011"/>
                    <a:pt x="3203208" y="3661477"/>
                    <a:pt x="3209448" y="3649747"/>
                  </a:cubicBezTo>
                  <a:lnTo>
                    <a:pt x="3497260" y="3776868"/>
                  </a:lnTo>
                  <a:lnTo>
                    <a:pt x="3224818" y="4460487"/>
                  </a:lnTo>
                  <a:cubicBezTo>
                    <a:pt x="3221698" y="4459678"/>
                    <a:pt x="3218404" y="4459157"/>
                    <a:pt x="3215111" y="4458926"/>
                  </a:cubicBezTo>
                  <a:close/>
                  <a:moveTo>
                    <a:pt x="3214475" y="3636342"/>
                  </a:moveTo>
                  <a:cubicBezTo>
                    <a:pt x="3216844" y="3626230"/>
                    <a:pt x="3216382" y="3615367"/>
                    <a:pt x="3212568" y="3604851"/>
                  </a:cubicBezTo>
                  <a:cubicBezTo>
                    <a:pt x="3210430" y="3599015"/>
                    <a:pt x="3207426" y="3593814"/>
                    <a:pt x="3203786" y="3589249"/>
                  </a:cubicBezTo>
                  <a:lnTo>
                    <a:pt x="3818066" y="2952550"/>
                  </a:lnTo>
                  <a:cubicBezTo>
                    <a:pt x="3820030" y="2953994"/>
                    <a:pt x="3822053" y="2955266"/>
                    <a:pt x="3824133" y="2956421"/>
                  </a:cubicBezTo>
                  <a:lnTo>
                    <a:pt x="3502576" y="3763520"/>
                  </a:lnTo>
                  <a:lnTo>
                    <a:pt x="3214475" y="3636342"/>
                  </a:lnTo>
                  <a:close/>
                  <a:moveTo>
                    <a:pt x="3798940" y="2927010"/>
                  </a:moveTo>
                  <a:cubicBezTo>
                    <a:pt x="3801020" y="2932788"/>
                    <a:pt x="3804025" y="2937931"/>
                    <a:pt x="3807608" y="2942496"/>
                  </a:cubicBezTo>
                  <a:lnTo>
                    <a:pt x="3191074" y="3577635"/>
                  </a:lnTo>
                  <a:cubicBezTo>
                    <a:pt x="3188473" y="3575902"/>
                    <a:pt x="3185700" y="3574399"/>
                    <a:pt x="3182811" y="3573128"/>
                  </a:cubicBezTo>
                  <a:lnTo>
                    <a:pt x="3388572" y="2873735"/>
                  </a:lnTo>
                  <a:lnTo>
                    <a:pt x="3795647" y="2910253"/>
                  </a:lnTo>
                  <a:cubicBezTo>
                    <a:pt x="3795878" y="2915858"/>
                    <a:pt x="3796918" y="2921463"/>
                    <a:pt x="3798940" y="2927010"/>
                  </a:cubicBezTo>
                  <a:close/>
                  <a:moveTo>
                    <a:pt x="3119770" y="3586302"/>
                  </a:moveTo>
                  <a:cubicBezTo>
                    <a:pt x="3113126" y="3593583"/>
                    <a:pt x="3108503" y="3602482"/>
                    <a:pt x="3106423" y="3612073"/>
                  </a:cubicBezTo>
                  <a:lnTo>
                    <a:pt x="2051786" y="3522165"/>
                  </a:lnTo>
                  <a:cubicBezTo>
                    <a:pt x="2051555" y="3516675"/>
                    <a:pt x="2050457" y="3511071"/>
                    <a:pt x="2048492" y="3505639"/>
                  </a:cubicBezTo>
                  <a:cubicBezTo>
                    <a:pt x="2048088" y="3504483"/>
                    <a:pt x="2047568" y="3503328"/>
                    <a:pt x="2047048" y="3502230"/>
                  </a:cubicBezTo>
                  <a:lnTo>
                    <a:pt x="2711656" y="3099142"/>
                  </a:lnTo>
                  <a:lnTo>
                    <a:pt x="3119770" y="3586302"/>
                  </a:lnTo>
                  <a:close/>
                  <a:moveTo>
                    <a:pt x="2039652" y="3489922"/>
                  </a:moveTo>
                  <a:cubicBezTo>
                    <a:pt x="2034971" y="3484029"/>
                    <a:pt x="2029193" y="3479290"/>
                    <a:pt x="2022722" y="3475823"/>
                  </a:cubicBezTo>
                  <a:lnTo>
                    <a:pt x="2322957" y="2693282"/>
                  </a:lnTo>
                  <a:cubicBezTo>
                    <a:pt x="2333242" y="2695767"/>
                    <a:pt x="2344278" y="2695362"/>
                    <a:pt x="2354968" y="2691491"/>
                  </a:cubicBezTo>
                  <a:cubicBezTo>
                    <a:pt x="2358840" y="2690104"/>
                    <a:pt x="2362480" y="2688255"/>
                    <a:pt x="2365831" y="2686117"/>
                  </a:cubicBezTo>
                  <a:lnTo>
                    <a:pt x="2702469" y="3087991"/>
                  </a:lnTo>
                  <a:lnTo>
                    <a:pt x="2039652" y="3489922"/>
                  </a:lnTo>
                  <a:close/>
                  <a:moveTo>
                    <a:pt x="2288577" y="2610654"/>
                  </a:moveTo>
                  <a:lnTo>
                    <a:pt x="1231686" y="2142388"/>
                  </a:lnTo>
                  <a:cubicBezTo>
                    <a:pt x="1235558" y="2130890"/>
                    <a:pt x="1235673" y="2118120"/>
                    <a:pt x="1231224" y="2105870"/>
                  </a:cubicBezTo>
                  <a:cubicBezTo>
                    <a:pt x="1228855" y="2099398"/>
                    <a:pt x="1225388" y="2093678"/>
                    <a:pt x="1221170" y="2088767"/>
                  </a:cubicBezTo>
                  <a:lnTo>
                    <a:pt x="1507537" y="1772988"/>
                  </a:lnTo>
                  <a:lnTo>
                    <a:pt x="2293026" y="2604413"/>
                  </a:lnTo>
                  <a:cubicBezTo>
                    <a:pt x="2291408" y="2606378"/>
                    <a:pt x="2289906" y="2608458"/>
                    <a:pt x="2288577" y="2610654"/>
                  </a:cubicBezTo>
                  <a:close/>
                  <a:moveTo>
                    <a:pt x="1225446" y="2155216"/>
                  </a:moveTo>
                  <a:lnTo>
                    <a:pt x="2282856" y="2623712"/>
                  </a:lnTo>
                  <a:cubicBezTo>
                    <a:pt x="2279563" y="2634691"/>
                    <a:pt x="2279620" y="2646767"/>
                    <a:pt x="2283839" y="2658382"/>
                  </a:cubicBezTo>
                  <a:cubicBezTo>
                    <a:pt x="2288692" y="2671671"/>
                    <a:pt x="2298053" y="2681899"/>
                    <a:pt x="2309609" y="2688139"/>
                  </a:cubicBezTo>
                  <a:lnTo>
                    <a:pt x="2009374" y="3470681"/>
                  </a:lnTo>
                  <a:cubicBezTo>
                    <a:pt x="1999147" y="3468196"/>
                    <a:pt x="1988052" y="3468601"/>
                    <a:pt x="1977363" y="3472472"/>
                  </a:cubicBezTo>
                  <a:cubicBezTo>
                    <a:pt x="1976438" y="3472819"/>
                    <a:pt x="1975629" y="3473223"/>
                    <a:pt x="1974763" y="3473570"/>
                  </a:cubicBezTo>
                  <a:lnTo>
                    <a:pt x="1211405" y="2169835"/>
                  </a:lnTo>
                  <a:cubicBezTo>
                    <a:pt x="1217010" y="2165848"/>
                    <a:pt x="1221748" y="2160821"/>
                    <a:pt x="1225446" y="2155216"/>
                  </a:cubicBezTo>
                  <a:close/>
                  <a:moveTo>
                    <a:pt x="1594326" y="2852009"/>
                  </a:moveTo>
                  <a:cubicBezTo>
                    <a:pt x="1580978" y="2843284"/>
                    <a:pt x="1564106" y="2840395"/>
                    <a:pt x="1547869" y="2845306"/>
                  </a:cubicBezTo>
                  <a:lnTo>
                    <a:pt x="1285770" y="2325095"/>
                  </a:lnTo>
                  <a:lnTo>
                    <a:pt x="1594326" y="2852009"/>
                  </a:lnTo>
                  <a:close/>
                  <a:moveTo>
                    <a:pt x="1078159" y="3555331"/>
                  </a:moveTo>
                  <a:lnTo>
                    <a:pt x="1569306" y="3542677"/>
                  </a:lnTo>
                  <a:lnTo>
                    <a:pt x="1577454" y="4027179"/>
                  </a:lnTo>
                  <a:cubicBezTo>
                    <a:pt x="1573813" y="4027699"/>
                    <a:pt x="1570173" y="4028624"/>
                    <a:pt x="1566533" y="4029953"/>
                  </a:cubicBezTo>
                  <a:cubicBezTo>
                    <a:pt x="1560524" y="4032149"/>
                    <a:pt x="1555208" y="4035269"/>
                    <a:pt x="1550527" y="4039082"/>
                  </a:cubicBezTo>
                  <a:lnTo>
                    <a:pt x="1067874" y="3582258"/>
                  </a:lnTo>
                  <a:cubicBezTo>
                    <a:pt x="1073595" y="3574399"/>
                    <a:pt x="1077119" y="3565097"/>
                    <a:pt x="1078159" y="3555331"/>
                  </a:cubicBezTo>
                  <a:close/>
                  <a:moveTo>
                    <a:pt x="1637605" y="4063062"/>
                  </a:moveTo>
                  <a:cubicBezTo>
                    <a:pt x="1634600" y="4054799"/>
                    <a:pt x="1629804" y="4047750"/>
                    <a:pt x="1623853" y="4042029"/>
                  </a:cubicBezTo>
                  <a:lnTo>
                    <a:pt x="1949454" y="3600170"/>
                  </a:lnTo>
                  <a:lnTo>
                    <a:pt x="1663202" y="4157304"/>
                  </a:lnTo>
                  <a:lnTo>
                    <a:pt x="1627666" y="4117955"/>
                  </a:lnTo>
                  <a:cubicBezTo>
                    <a:pt x="1640147" y="4103336"/>
                    <a:pt x="1644654" y="4082477"/>
                    <a:pt x="1637605" y="4063062"/>
                  </a:cubicBezTo>
                  <a:close/>
                  <a:moveTo>
                    <a:pt x="1977594" y="3576653"/>
                  </a:moveTo>
                  <a:cubicBezTo>
                    <a:pt x="1987475" y="3580235"/>
                    <a:pt x="1998338" y="3580987"/>
                    <a:pt x="2009085" y="3578444"/>
                  </a:cubicBezTo>
                  <a:lnTo>
                    <a:pt x="2624290" y="5208070"/>
                  </a:lnTo>
                  <a:lnTo>
                    <a:pt x="2622614" y="5212981"/>
                  </a:lnTo>
                  <a:cubicBezTo>
                    <a:pt x="2621401" y="5213675"/>
                    <a:pt x="2620245" y="5214484"/>
                    <a:pt x="2619090" y="5215235"/>
                  </a:cubicBezTo>
                  <a:lnTo>
                    <a:pt x="1673429" y="4168687"/>
                  </a:lnTo>
                  <a:lnTo>
                    <a:pt x="1977594" y="3576653"/>
                  </a:lnTo>
                  <a:close/>
                  <a:moveTo>
                    <a:pt x="3260296" y="4488684"/>
                  </a:moveTo>
                  <a:cubicBezTo>
                    <a:pt x="3255154" y="4478803"/>
                    <a:pt x="3247353" y="4470945"/>
                    <a:pt x="3238108" y="4465802"/>
                  </a:cubicBezTo>
                  <a:lnTo>
                    <a:pt x="3510319" y="3782588"/>
                  </a:lnTo>
                  <a:lnTo>
                    <a:pt x="4239470" y="4104665"/>
                  </a:lnTo>
                  <a:cubicBezTo>
                    <a:pt x="4236870" y="4113506"/>
                    <a:pt x="4236408" y="4122982"/>
                    <a:pt x="4238545" y="4132400"/>
                  </a:cubicBezTo>
                  <a:lnTo>
                    <a:pt x="3260296" y="4488684"/>
                  </a:lnTo>
                  <a:close/>
                  <a:moveTo>
                    <a:pt x="4245191" y="4091606"/>
                  </a:moveTo>
                  <a:lnTo>
                    <a:pt x="3515577" y="3769298"/>
                  </a:lnTo>
                  <a:lnTo>
                    <a:pt x="3837307" y="2961737"/>
                  </a:lnTo>
                  <a:cubicBezTo>
                    <a:pt x="3845570" y="2963875"/>
                    <a:pt x="3854411" y="2964048"/>
                    <a:pt x="3863136" y="2962084"/>
                  </a:cubicBezTo>
                  <a:lnTo>
                    <a:pt x="4267032" y="4071151"/>
                  </a:lnTo>
                  <a:cubicBezTo>
                    <a:pt x="4257787" y="4075947"/>
                    <a:pt x="4250333" y="4083112"/>
                    <a:pt x="4245191" y="4091606"/>
                  </a:cubicBezTo>
                  <a:close/>
                  <a:moveTo>
                    <a:pt x="6191172" y="3185353"/>
                  </a:moveTo>
                  <a:cubicBezTo>
                    <a:pt x="6189843" y="3181655"/>
                    <a:pt x="6188110" y="3178189"/>
                    <a:pt x="6186145" y="3175010"/>
                  </a:cubicBezTo>
                  <a:lnTo>
                    <a:pt x="6501057" y="2927357"/>
                  </a:lnTo>
                  <a:lnTo>
                    <a:pt x="7171964" y="3461956"/>
                  </a:lnTo>
                  <a:cubicBezTo>
                    <a:pt x="7170461" y="3464383"/>
                    <a:pt x="7169248" y="3466983"/>
                    <a:pt x="7168151" y="3469641"/>
                  </a:cubicBezTo>
                  <a:lnTo>
                    <a:pt x="6194119" y="3210604"/>
                  </a:lnTo>
                  <a:cubicBezTo>
                    <a:pt x="6195044" y="3202341"/>
                    <a:pt x="6194235" y="3193732"/>
                    <a:pt x="6191172" y="3185353"/>
                  </a:cubicBezTo>
                  <a:close/>
                  <a:moveTo>
                    <a:pt x="7241591" y="3439883"/>
                  </a:moveTo>
                  <a:lnTo>
                    <a:pt x="7501263" y="2547036"/>
                  </a:lnTo>
                  <a:lnTo>
                    <a:pt x="8382728" y="2736156"/>
                  </a:lnTo>
                  <a:cubicBezTo>
                    <a:pt x="8382092" y="2743899"/>
                    <a:pt x="8383017" y="2751931"/>
                    <a:pt x="8385848" y="2759673"/>
                  </a:cubicBezTo>
                  <a:cubicBezTo>
                    <a:pt x="8386310" y="2760945"/>
                    <a:pt x="8386888" y="2762158"/>
                    <a:pt x="8387408" y="2763429"/>
                  </a:cubicBezTo>
                  <a:lnTo>
                    <a:pt x="7262450" y="3455773"/>
                  </a:lnTo>
                  <a:cubicBezTo>
                    <a:pt x="7256788" y="3448781"/>
                    <a:pt x="7249623" y="3443408"/>
                    <a:pt x="7241591" y="3439883"/>
                  </a:cubicBezTo>
                  <a:close/>
                  <a:moveTo>
                    <a:pt x="7700785" y="1809622"/>
                  </a:moveTo>
                  <a:lnTo>
                    <a:pt x="7491209" y="2530279"/>
                  </a:lnTo>
                  <a:lnTo>
                    <a:pt x="7148793" y="2456780"/>
                  </a:lnTo>
                  <a:cubicBezTo>
                    <a:pt x="7149429" y="2449037"/>
                    <a:pt x="7148505" y="2441063"/>
                    <a:pt x="7145673" y="2433263"/>
                  </a:cubicBezTo>
                  <a:cubicBezTo>
                    <a:pt x="7143362" y="2426849"/>
                    <a:pt x="7139895" y="2421186"/>
                    <a:pt x="7135734" y="2416333"/>
                  </a:cubicBezTo>
                  <a:lnTo>
                    <a:pt x="7690037" y="1804190"/>
                  </a:lnTo>
                  <a:cubicBezTo>
                    <a:pt x="7693446" y="1806386"/>
                    <a:pt x="7697029" y="1808177"/>
                    <a:pt x="7700785" y="1809622"/>
                  </a:cubicBezTo>
                  <a:close/>
                  <a:moveTo>
                    <a:pt x="7051720" y="2415986"/>
                  </a:moveTo>
                  <a:cubicBezTo>
                    <a:pt x="7044323" y="2424538"/>
                    <a:pt x="7039758" y="2435170"/>
                    <a:pt x="7038545" y="2446437"/>
                  </a:cubicBezTo>
                  <a:lnTo>
                    <a:pt x="6337707" y="2463945"/>
                  </a:lnTo>
                  <a:lnTo>
                    <a:pt x="5982579" y="2472786"/>
                  </a:lnTo>
                  <a:cubicBezTo>
                    <a:pt x="5982348" y="2472150"/>
                    <a:pt x="5982233" y="2471515"/>
                    <a:pt x="5982002" y="2470879"/>
                  </a:cubicBezTo>
                  <a:cubicBezTo>
                    <a:pt x="5979979" y="2465332"/>
                    <a:pt x="5977148" y="2460363"/>
                    <a:pt x="5973739" y="2455913"/>
                  </a:cubicBezTo>
                  <a:lnTo>
                    <a:pt x="6560631" y="1866017"/>
                  </a:lnTo>
                  <a:lnTo>
                    <a:pt x="7051720" y="2415986"/>
                  </a:lnTo>
                  <a:close/>
                  <a:moveTo>
                    <a:pt x="5891573" y="2449846"/>
                  </a:moveTo>
                  <a:cubicBezTo>
                    <a:pt x="5878399" y="2462443"/>
                    <a:pt x="5872100" y="2481106"/>
                    <a:pt x="5875394" y="2499539"/>
                  </a:cubicBezTo>
                  <a:lnTo>
                    <a:pt x="5281395" y="2703972"/>
                  </a:lnTo>
                  <a:cubicBezTo>
                    <a:pt x="5276079" y="2690451"/>
                    <a:pt x="5266025" y="2680165"/>
                    <a:pt x="5253833" y="2674329"/>
                  </a:cubicBezTo>
                  <a:lnTo>
                    <a:pt x="5501775" y="1920679"/>
                  </a:lnTo>
                  <a:lnTo>
                    <a:pt x="5891573" y="2449846"/>
                  </a:lnTo>
                  <a:close/>
                  <a:moveTo>
                    <a:pt x="5174729" y="2728876"/>
                  </a:moveTo>
                  <a:lnTo>
                    <a:pt x="4242475" y="2849987"/>
                  </a:lnTo>
                  <a:lnTo>
                    <a:pt x="3904623" y="2893901"/>
                  </a:lnTo>
                  <a:cubicBezTo>
                    <a:pt x="3904219" y="2892283"/>
                    <a:pt x="3903699" y="2890665"/>
                    <a:pt x="3903121" y="2889105"/>
                  </a:cubicBezTo>
                  <a:cubicBezTo>
                    <a:pt x="3892720" y="2860561"/>
                    <a:pt x="3861345" y="2845769"/>
                    <a:pt x="3832800" y="2855765"/>
                  </a:cubicBezTo>
                  <a:lnTo>
                    <a:pt x="3579889" y="2351848"/>
                  </a:lnTo>
                  <a:cubicBezTo>
                    <a:pt x="3590521" y="2345954"/>
                    <a:pt x="3598610" y="2336883"/>
                    <a:pt x="3603348" y="2326308"/>
                  </a:cubicBezTo>
                  <a:lnTo>
                    <a:pt x="5174556" y="2721768"/>
                  </a:lnTo>
                  <a:cubicBezTo>
                    <a:pt x="5174441" y="2724080"/>
                    <a:pt x="5174498" y="2726506"/>
                    <a:pt x="5174729" y="2728876"/>
                  </a:cubicBezTo>
                  <a:close/>
                  <a:moveTo>
                    <a:pt x="3566599" y="2357222"/>
                  </a:moveTo>
                  <a:lnTo>
                    <a:pt x="3820030" y="2862179"/>
                  </a:lnTo>
                  <a:cubicBezTo>
                    <a:pt x="3808127" y="2870210"/>
                    <a:pt x="3800038" y="2882402"/>
                    <a:pt x="3796975" y="2896039"/>
                  </a:cubicBezTo>
                  <a:lnTo>
                    <a:pt x="3392675" y="2859752"/>
                  </a:lnTo>
                  <a:lnTo>
                    <a:pt x="3540481" y="2357511"/>
                  </a:lnTo>
                  <a:cubicBezTo>
                    <a:pt x="3548860" y="2359417"/>
                    <a:pt x="3557816" y="2359475"/>
                    <a:pt x="3566599" y="2357222"/>
                  </a:cubicBezTo>
                  <a:close/>
                  <a:moveTo>
                    <a:pt x="3169174" y="3569084"/>
                  </a:moveTo>
                  <a:cubicBezTo>
                    <a:pt x="3165476" y="3568506"/>
                    <a:pt x="3161662" y="3568275"/>
                    <a:pt x="3157849" y="3568448"/>
                  </a:cubicBezTo>
                  <a:lnTo>
                    <a:pt x="3125029" y="2901701"/>
                  </a:lnTo>
                  <a:cubicBezTo>
                    <a:pt x="3127051" y="2901239"/>
                    <a:pt x="3129016" y="2900661"/>
                    <a:pt x="3131038" y="2899910"/>
                  </a:cubicBezTo>
                  <a:cubicBezTo>
                    <a:pt x="3151551" y="2892456"/>
                    <a:pt x="3164898" y="2874140"/>
                    <a:pt x="3167094" y="2853858"/>
                  </a:cubicBezTo>
                  <a:lnTo>
                    <a:pt x="3374127" y="2872406"/>
                  </a:lnTo>
                  <a:lnTo>
                    <a:pt x="3169174" y="3569084"/>
                  </a:lnTo>
                  <a:close/>
                  <a:moveTo>
                    <a:pt x="3059966" y="2866801"/>
                  </a:moveTo>
                  <a:cubicBezTo>
                    <a:pt x="3060371" y="2867957"/>
                    <a:pt x="3060891" y="2869055"/>
                    <a:pt x="3061411" y="2870210"/>
                  </a:cubicBezTo>
                  <a:lnTo>
                    <a:pt x="2714719" y="3080479"/>
                  </a:lnTo>
                  <a:lnTo>
                    <a:pt x="2376694" y="2676930"/>
                  </a:lnTo>
                  <a:cubicBezTo>
                    <a:pt x="2381143" y="2672076"/>
                    <a:pt x="2384668" y="2666529"/>
                    <a:pt x="2387153" y="2660520"/>
                  </a:cubicBezTo>
                  <a:lnTo>
                    <a:pt x="3057193" y="2840453"/>
                  </a:lnTo>
                  <a:cubicBezTo>
                    <a:pt x="3055979" y="2849062"/>
                    <a:pt x="3056788" y="2858076"/>
                    <a:pt x="3059966" y="2866801"/>
                  </a:cubicBezTo>
                  <a:close/>
                  <a:moveTo>
                    <a:pt x="1507306" y="1751955"/>
                  </a:moveTo>
                  <a:lnTo>
                    <a:pt x="1255550" y="1485465"/>
                  </a:lnTo>
                  <a:cubicBezTo>
                    <a:pt x="1265489" y="1473273"/>
                    <a:pt x="1269996" y="1457152"/>
                    <a:pt x="1267222" y="1441088"/>
                  </a:cubicBezTo>
                  <a:lnTo>
                    <a:pt x="1964131" y="1226544"/>
                  </a:lnTo>
                  <a:cubicBezTo>
                    <a:pt x="1966095" y="1231397"/>
                    <a:pt x="1968638" y="1235847"/>
                    <a:pt x="1971700" y="1239776"/>
                  </a:cubicBezTo>
                  <a:lnTo>
                    <a:pt x="1507306" y="1751955"/>
                  </a:lnTo>
                  <a:close/>
                  <a:moveTo>
                    <a:pt x="1263062" y="1427509"/>
                  </a:moveTo>
                  <a:cubicBezTo>
                    <a:pt x="1251216" y="1401450"/>
                    <a:pt x="1221112" y="1388449"/>
                    <a:pt x="1193723" y="1398387"/>
                  </a:cubicBezTo>
                  <a:cubicBezTo>
                    <a:pt x="1174193" y="1405495"/>
                    <a:pt x="1161134" y="1422425"/>
                    <a:pt x="1158014" y="1441608"/>
                  </a:cubicBezTo>
                  <a:lnTo>
                    <a:pt x="337105" y="1415549"/>
                  </a:lnTo>
                  <a:lnTo>
                    <a:pt x="1935182" y="1220592"/>
                  </a:lnTo>
                  <a:lnTo>
                    <a:pt x="1263062" y="1427509"/>
                  </a:lnTo>
                  <a:close/>
                  <a:moveTo>
                    <a:pt x="298565" y="1428550"/>
                  </a:moveTo>
                  <a:lnTo>
                    <a:pt x="1157552" y="1455823"/>
                  </a:lnTo>
                  <a:cubicBezTo>
                    <a:pt x="1158014" y="1460387"/>
                    <a:pt x="1158939" y="1464894"/>
                    <a:pt x="1160557" y="1469401"/>
                  </a:cubicBezTo>
                  <a:cubicBezTo>
                    <a:pt x="1163619" y="1477838"/>
                    <a:pt x="1168530" y="1485003"/>
                    <a:pt x="1174655" y="1490723"/>
                  </a:cubicBezTo>
                  <a:lnTo>
                    <a:pt x="883319" y="1892828"/>
                  </a:lnTo>
                  <a:lnTo>
                    <a:pt x="292035" y="1447098"/>
                  </a:lnTo>
                  <a:cubicBezTo>
                    <a:pt x="295271" y="1441377"/>
                    <a:pt x="297525" y="1435079"/>
                    <a:pt x="298565" y="1428550"/>
                  </a:cubicBezTo>
                  <a:close/>
                  <a:moveTo>
                    <a:pt x="1186212" y="1499101"/>
                  </a:moveTo>
                  <a:cubicBezTo>
                    <a:pt x="1191354" y="1501875"/>
                    <a:pt x="1196901" y="1503840"/>
                    <a:pt x="1202680" y="1504937"/>
                  </a:cubicBezTo>
                  <a:lnTo>
                    <a:pt x="1173384" y="2069756"/>
                  </a:lnTo>
                  <a:cubicBezTo>
                    <a:pt x="1168993" y="2070219"/>
                    <a:pt x="1164543" y="2071143"/>
                    <a:pt x="1160210" y="2072761"/>
                  </a:cubicBezTo>
                  <a:cubicBezTo>
                    <a:pt x="1152178" y="2075708"/>
                    <a:pt x="1145244" y="2080330"/>
                    <a:pt x="1139639" y="2086109"/>
                  </a:cubicBezTo>
                  <a:lnTo>
                    <a:pt x="894759" y="1901495"/>
                  </a:lnTo>
                  <a:lnTo>
                    <a:pt x="1186212" y="1499101"/>
                  </a:lnTo>
                  <a:close/>
                  <a:moveTo>
                    <a:pt x="1131030" y="2097434"/>
                  </a:moveTo>
                  <a:cubicBezTo>
                    <a:pt x="1123287" y="2111071"/>
                    <a:pt x="1121323" y="2127885"/>
                    <a:pt x="1127101" y="2143775"/>
                  </a:cubicBezTo>
                  <a:cubicBezTo>
                    <a:pt x="1128199" y="2146780"/>
                    <a:pt x="1129585" y="2149611"/>
                    <a:pt x="1131088" y="2152269"/>
                  </a:cubicBezTo>
                  <a:lnTo>
                    <a:pt x="209812" y="2850333"/>
                  </a:lnTo>
                  <a:cubicBezTo>
                    <a:pt x="209349" y="2849871"/>
                    <a:pt x="208829" y="2849351"/>
                    <a:pt x="208367" y="2848889"/>
                  </a:cubicBezTo>
                  <a:lnTo>
                    <a:pt x="886381" y="1912994"/>
                  </a:lnTo>
                  <a:lnTo>
                    <a:pt x="1131030" y="2097434"/>
                  </a:lnTo>
                  <a:close/>
                  <a:moveTo>
                    <a:pt x="222408" y="2870268"/>
                  </a:moveTo>
                  <a:cubicBezTo>
                    <a:pt x="221310" y="2867263"/>
                    <a:pt x="219923" y="2864432"/>
                    <a:pt x="218421" y="2861774"/>
                  </a:cubicBezTo>
                  <a:lnTo>
                    <a:pt x="1139697" y="2163710"/>
                  </a:lnTo>
                  <a:cubicBezTo>
                    <a:pt x="1146978" y="2171106"/>
                    <a:pt x="1156107" y="2176306"/>
                    <a:pt x="1166104" y="2178733"/>
                  </a:cubicBezTo>
                  <a:lnTo>
                    <a:pt x="1088387" y="2888123"/>
                  </a:lnTo>
                  <a:lnTo>
                    <a:pt x="225355" y="2882460"/>
                  </a:lnTo>
                  <a:cubicBezTo>
                    <a:pt x="224835" y="2878358"/>
                    <a:pt x="223910" y="2874255"/>
                    <a:pt x="222408" y="2870268"/>
                  </a:cubicBezTo>
                  <a:close/>
                  <a:moveTo>
                    <a:pt x="1180260" y="2180178"/>
                  </a:moveTo>
                  <a:cubicBezTo>
                    <a:pt x="1185345" y="2180062"/>
                    <a:pt x="1190488" y="2179253"/>
                    <a:pt x="1195515" y="2177693"/>
                  </a:cubicBezTo>
                  <a:lnTo>
                    <a:pt x="1534810" y="2851142"/>
                  </a:lnTo>
                  <a:cubicBezTo>
                    <a:pt x="1520538" y="2859925"/>
                    <a:pt x="1511236" y="2874660"/>
                    <a:pt x="1509040" y="2890838"/>
                  </a:cubicBezTo>
                  <a:lnTo>
                    <a:pt x="1102717" y="2888181"/>
                  </a:lnTo>
                  <a:lnTo>
                    <a:pt x="1180260" y="2180178"/>
                  </a:lnTo>
                  <a:close/>
                  <a:moveTo>
                    <a:pt x="1508982" y="2905053"/>
                  </a:moveTo>
                  <a:cubicBezTo>
                    <a:pt x="1509502" y="2909155"/>
                    <a:pt x="1510426" y="2913200"/>
                    <a:pt x="1511871" y="2917245"/>
                  </a:cubicBezTo>
                  <a:cubicBezTo>
                    <a:pt x="1514471" y="2924410"/>
                    <a:pt x="1518458" y="2930766"/>
                    <a:pt x="1523312" y="2936024"/>
                  </a:cubicBezTo>
                  <a:lnTo>
                    <a:pt x="1052678" y="3502808"/>
                  </a:lnTo>
                  <a:cubicBezTo>
                    <a:pt x="1047593" y="3499572"/>
                    <a:pt x="1042046" y="3497203"/>
                    <a:pt x="1036152" y="3495758"/>
                  </a:cubicBezTo>
                  <a:lnTo>
                    <a:pt x="1101157" y="2902395"/>
                  </a:lnTo>
                  <a:lnTo>
                    <a:pt x="1508982" y="2905053"/>
                  </a:lnTo>
                  <a:close/>
                  <a:moveTo>
                    <a:pt x="1604496" y="4134134"/>
                  </a:moveTo>
                  <a:cubicBezTo>
                    <a:pt x="1609060" y="4132458"/>
                    <a:pt x="1613221" y="4130204"/>
                    <a:pt x="1617034" y="4127604"/>
                  </a:cubicBezTo>
                  <a:lnTo>
                    <a:pt x="1656211" y="4170941"/>
                  </a:lnTo>
                  <a:lnTo>
                    <a:pt x="1264969" y="4932392"/>
                  </a:lnTo>
                  <a:lnTo>
                    <a:pt x="1572369" y="4135925"/>
                  </a:lnTo>
                  <a:cubicBezTo>
                    <a:pt x="1582654" y="4138410"/>
                    <a:pt x="1593806" y="4138005"/>
                    <a:pt x="1604496" y="4134134"/>
                  </a:cubicBezTo>
                  <a:close/>
                  <a:moveTo>
                    <a:pt x="1263351" y="5069740"/>
                  </a:moveTo>
                  <a:lnTo>
                    <a:pt x="2595226" y="5260074"/>
                  </a:lnTo>
                  <a:cubicBezTo>
                    <a:pt x="2595168" y="5265794"/>
                    <a:pt x="2595977" y="5271572"/>
                    <a:pt x="2597768" y="5277235"/>
                  </a:cubicBezTo>
                  <a:lnTo>
                    <a:pt x="1839784" y="5626238"/>
                  </a:lnTo>
                  <a:lnTo>
                    <a:pt x="1255203" y="5086959"/>
                  </a:lnTo>
                  <a:cubicBezTo>
                    <a:pt x="1258901" y="5081701"/>
                    <a:pt x="1261617" y="5075923"/>
                    <a:pt x="1263351" y="5069740"/>
                  </a:cubicBezTo>
                  <a:close/>
                  <a:moveTo>
                    <a:pt x="2689699" y="5221591"/>
                  </a:moveTo>
                  <a:lnTo>
                    <a:pt x="3183909" y="4562414"/>
                  </a:lnTo>
                  <a:cubicBezTo>
                    <a:pt x="3197545" y="4570099"/>
                    <a:pt x="3214244" y="4572064"/>
                    <a:pt x="3230134" y="4566285"/>
                  </a:cubicBezTo>
                  <a:cubicBezTo>
                    <a:pt x="3254460" y="4557445"/>
                    <a:pt x="3268733" y="4533292"/>
                    <a:pt x="3266248" y="4508677"/>
                  </a:cubicBezTo>
                  <a:lnTo>
                    <a:pt x="3448319" y="4698086"/>
                  </a:lnTo>
                  <a:lnTo>
                    <a:pt x="2691722" y="5223613"/>
                  </a:lnTo>
                  <a:cubicBezTo>
                    <a:pt x="2691028" y="5222920"/>
                    <a:pt x="2690335" y="5222227"/>
                    <a:pt x="2689699" y="5221591"/>
                  </a:cubicBezTo>
                  <a:close/>
                  <a:moveTo>
                    <a:pt x="3275955" y="4498160"/>
                  </a:moveTo>
                  <a:lnTo>
                    <a:pt x="4243284" y="4145863"/>
                  </a:lnTo>
                  <a:lnTo>
                    <a:pt x="3460164" y="4689823"/>
                  </a:lnTo>
                  <a:lnTo>
                    <a:pt x="3275955" y="4498160"/>
                  </a:lnTo>
                  <a:close/>
                  <a:moveTo>
                    <a:pt x="4280437" y="4066298"/>
                  </a:moveTo>
                  <a:lnTo>
                    <a:pt x="3876541" y="2957230"/>
                  </a:lnTo>
                  <a:cubicBezTo>
                    <a:pt x="3881222" y="2954803"/>
                    <a:pt x="3885498" y="2951799"/>
                    <a:pt x="3889196" y="2948274"/>
                  </a:cubicBezTo>
                  <a:lnTo>
                    <a:pt x="4655038" y="3570355"/>
                  </a:lnTo>
                  <a:lnTo>
                    <a:pt x="4317302" y="4070863"/>
                  </a:lnTo>
                  <a:cubicBezTo>
                    <a:pt x="4306208" y="4065257"/>
                    <a:pt x="4293207" y="4063408"/>
                    <a:pt x="4280437" y="4066298"/>
                  </a:cubicBezTo>
                  <a:close/>
                  <a:moveTo>
                    <a:pt x="3898152" y="2937122"/>
                  </a:moveTo>
                  <a:cubicBezTo>
                    <a:pt x="3903468" y="2928455"/>
                    <a:pt x="3906415" y="2918401"/>
                    <a:pt x="3906415" y="2908058"/>
                  </a:cubicBezTo>
                  <a:lnTo>
                    <a:pt x="4604190" y="2817398"/>
                  </a:lnTo>
                  <a:lnTo>
                    <a:pt x="4809143" y="2790760"/>
                  </a:lnTo>
                  <a:lnTo>
                    <a:pt x="5177734" y="2742859"/>
                  </a:lnTo>
                  <a:cubicBezTo>
                    <a:pt x="5177792" y="2742974"/>
                    <a:pt x="5177792" y="2743090"/>
                    <a:pt x="5177850" y="2743263"/>
                  </a:cubicBezTo>
                  <a:cubicBezTo>
                    <a:pt x="5181605" y="2753549"/>
                    <a:pt x="5188135" y="2762043"/>
                    <a:pt x="5196224" y="2768225"/>
                  </a:cubicBezTo>
                  <a:lnTo>
                    <a:pt x="4663070" y="3558394"/>
                  </a:lnTo>
                  <a:lnTo>
                    <a:pt x="3898152" y="2937122"/>
                  </a:lnTo>
                  <a:close/>
                  <a:moveTo>
                    <a:pt x="5208590" y="2775390"/>
                  </a:moveTo>
                  <a:cubicBezTo>
                    <a:pt x="5213443" y="2777413"/>
                    <a:pt x="5218586" y="2778741"/>
                    <a:pt x="5223902" y="2779319"/>
                  </a:cubicBezTo>
                  <a:lnTo>
                    <a:pt x="5221937" y="2996002"/>
                  </a:lnTo>
                  <a:lnTo>
                    <a:pt x="5213155" y="3964775"/>
                  </a:lnTo>
                  <a:cubicBezTo>
                    <a:pt x="5209052" y="3965295"/>
                    <a:pt x="5204892" y="3966219"/>
                    <a:pt x="5200847" y="3967664"/>
                  </a:cubicBezTo>
                  <a:cubicBezTo>
                    <a:pt x="5193451" y="3970380"/>
                    <a:pt x="5187037" y="3974482"/>
                    <a:pt x="5181663" y="3979567"/>
                  </a:cubicBezTo>
                  <a:lnTo>
                    <a:pt x="4674222" y="3567408"/>
                  </a:lnTo>
                  <a:lnTo>
                    <a:pt x="5208590" y="2775390"/>
                  </a:lnTo>
                  <a:close/>
                  <a:moveTo>
                    <a:pt x="5265563" y="3988696"/>
                  </a:moveTo>
                  <a:lnTo>
                    <a:pt x="6101899" y="3245447"/>
                  </a:lnTo>
                  <a:cubicBezTo>
                    <a:pt x="6116633" y="3258736"/>
                    <a:pt x="6138071" y="3263706"/>
                    <a:pt x="6158005" y="3256425"/>
                  </a:cubicBezTo>
                  <a:cubicBezTo>
                    <a:pt x="6164246" y="3254172"/>
                    <a:pt x="6169793" y="3250820"/>
                    <a:pt x="6174647" y="3246776"/>
                  </a:cubicBezTo>
                  <a:lnTo>
                    <a:pt x="6606509" y="3643796"/>
                  </a:lnTo>
                  <a:lnTo>
                    <a:pt x="5268856" y="3994244"/>
                  </a:lnTo>
                  <a:cubicBezTo>
                    <a:pt x="5267932" y="3992279"/>
                    <a:pt x="5266776" y="3990430"/>
                    <a:pt x="5265563" y="3988696"/>
                  </a:cubicBezTo>
                  <a:close/>
                  <a:moveTo>
                    <a:pt x="6184354" y="3236259"/>
                  </a:moveTo>
                  <a:cubicBezTo>
                    <a:pt x="6186954" y="3232561"/>
                    <a:pt x="6189034" y="3228632"/>
                    <a:pt x="6190652" y="3224414"/>
                  </a:cubicBezTo>
                  <a:lnTo>
                    <a:pt x="7164395" y="3483335"/>
                  </a:lnTo>
                  <a:cubicBezTo>
                    <a:pt x="7163759" y="3488016"/>
                    <a:pt x="7163759" y="3492811"/>
                    <a:pt x="7164395" y="3497607"/>
                  </a:cubicBezTo>
                  <a:lnTo>
                    <a:pt x="6622919" y="3639462"/>
                  </a:lnTo>
                  <a:lnTo>
                    <a:pt x="6184354" y="3236259"/>
                  </a:lnTo>
                  <a:close/>
                  <a:moveTo>
                    <a:pt x="7168093" y="3511417"/>
                  </a:moveTo>
                  <a:cubicBezTo>
                    <a:pt x="7177973" y="3535743"/>
                    <a:pt x="7203340" y="3549495"/>
                    <a:pt x="7228532" y="3545220"/>
                  </a:cubicBezTo>
                  <a:lnTo>
                    <a:pt x="7494907" y="4421310"/>
                  </a:lnTo>
                  <a:cubicBezTo>
                    <a:pt x="7490170" y="4423448"/>
                    <a:pt x="7485894" y="4426164"/>
                    <a:pt x="7482138" y="4429342"/>
                  </a:cubicBezTo>
                  <a:lnTo>
                    <a:pt x="6635458" y="3650903"/>
                  </a:lnTo>
                  <a:lnTo>
                    <a:pt x="7168093" y="3511417"/>
                  </a:lnTo>
                  <a:close/>
                  <a:moveTo>
                    <a:pt x="7508544" y="4417208"/>
                  </a:moveTo>
                  <a:lnTo>
                    <a:pt x="7242169" y="3541117"/>
                  </a:lnTo>
                  <a:cubicBezTo>
                    <a:pt x="7268344" y="3529329"/>
                    <a:pt x="7281461" y="3499110"/>
                    <a:pt x="7271465" y="3471663"/>
                  </a:cubicBezTo>
                  <a:cubicBezTo>
                    <a:pt x="7271002" y="3470392"/>
                    <a:pt x="7270424" y="3469179"/>
                    <a:pt x="7269905" y="3467907"/>
                  </a:cubicBezTo>
                  <a:lnTo>
                    <a:pt x="8394862" y="2775563"/>
                  </a:lnTo>
                  <a:cubicBezTo>
                    <a:pt x="8398040" y="2779493"/>
                    <a:pt x="8401738" y="2782960"/>
                    <a:pt x="8405782" y="2785849"/>
                  </a:cubicBezTo>
                  <a:lnTo>
                    <a:pt x="7537204" y="4419924"/>
                  </a:lnTo>
                  <a:cubicBezTo>
                    <a:pt x="7528248" y="4416572"/>
                    <a:pt x="7518425" y="4415532"/>
                    <a:pt x="7508544" y="4417208"/>
                  </a:cubicBezTo>
                  <a:close/>
                  <a:moveTo>
                    <a:pt x="8491416" y="2754993"/>
                  </a:moveTo>
                  <a:lnTo>
                    <a:pt x="9213575" y="2850333"/>
                  </a:lnTo>
                  <a:cubicBezTo>
                    <a:pt x="9213575" y="2856689"/>
                    <a:pt x="9214557" y="2863103"/>
                    <a:pt x="9216868" y="2869401"/>
                  </a:cubicBezTo>
                  <a:cubicBezTo>
                    <a:pt x="9223629" y="2887949"/>
                    <a:pt x="9239230" y="2900661"/>
                    <a:pt x="9257200" y="2904533"/>
                  </a:cubicBezTo>
                  <a:lnTo>
                    <a:pt x="9243563" y="3065745"/>
                  </a:lnTo>
                  <a:cubicBezTo>
                    <a:pt x="9238074" y="3065976"/>
                    <a:pt x="9232527" y="3067074"/>
                    <a:pt x="9227096" y="3069038"/>
                  </a:cubicBezTo>
                  <a:cubicBezTo>
                    <a:pt x="9215192" y="3073372"/>
                    <a:pt x="9205717" y="3081404"/>
                    <a:pt x="9199418" y="3091284"/>
                  </a:cubicBezTo>
                  <a:lnTo>
                    <a:pt x="8490607" y="2757593"/>
                  </a:lnTo>
                  <a:cubicBezTo>
                    <a:pt x="8490895" y="2756784"/>
                    <a:pt x="8491184" y="2755860"/>
                    <a:pt x="8491416" y="2754993"/>
                  </a:cubicBezTo>
                  <a:close/>
                  <a:moveTo>
                    <a:pt x="9257778" y="3067016"/>
                  </a:moveTo>
                  <a:lnTo>
                    <a:pt x="9271415" y="2905804"/>
                  </a:lnTo>
                  <a:cubicBezTo>
                    <a:pt x="9276904" y="2905573"/>
                    <a:pt x="9282451" y="2904475"/>
                    <a:pt x="9287883" y="2902511"/>
                  </a:cubicBezTo>
                  <a:cubicBezTo>
                    <a:pt x="9301865" y="2897426"/>
                    <a:pt x="9312556" y="2887256"/>
                    <a:pt x="9318622" y="2874891"/>
                  </a:cubicBezTo>
                  <a:lnTo>
                    <a:pt x="9477985" y="2929090"/>
                  </a:lnTo>
                  <a:lnTo>
                    <a:pt x="9284704" y="3081577"/>
                  </a:lnTo>
                  <a:cubicBezTo>
                    <a:pt x="9277308" y="3074238"/>
                    <a:pt x="9267947" y="3069269"/>
                    <a:pt x="9257778" y="3067016"/>
                  </a:cubicBezTo>
                  <a:close/>
                  <a:moveTo>
                    <a:pt x="9323245" y="2861370"/>
                  </a:moveTo>
                  <a:cubicBezTo>
                    <a:pt x="9325209" y="2851720"/>
                    <a:pt x="9324690" y="2841435"/>
                    <a:pt x="9321049" y="2831496"/>
                  </a:cubicBezTo>
                  <a:cubicBezTo>
                    <a:pt x="9320644" y="2830456"/>
                    <a:pt x="9320182" y="2829474"/>
                    <a:pt x="9319778" y="2828492"/>
                  </a:cubicBezTo>
                  <a:lnTo>
                    <a:pt x="10491944" y="2129156"/>
                  </a:lnTo>
                  <a:lnTo>
                    <a:pt x="9491391" y="2918574"/>
                  </a:lnTo>
                  <a:lnTo>
                    <a:pt x="9323245" y="2861370"/>
                  </a:lnTo>
                  <a:close/>
                  <a:moveTo>
                    <a:pt x="10564749" y="2119333"/>
                  </a:moveTo>
                  <a:cubicBezTo>
                    <a:pt x="10576247" y="2123205"/>
                    <a:pt x="10589075" y="2123378"/>
                    <a:pt x="10601325" y="2118871"/>
                  </a:cubicBezTo>
                  <a:cubicBezTo>
                    <a:pt x="10614037" y="2114248"/>
                    <a:pt x="10623975" y="2105466"/>
                    <a:pt x="10630273" y="2094603"/>
                  </a:cubicBezTo>
                  <a:lnTo>
                    <a:pt x="10774671" y="2155100"/>
                  </a:lnTo>
                  <a:lnTo>
                    <a:pt x="10109426" y="3055922"/>
                  </a:lnTo>
                  <a:lnTo>
                    <a:pt x="10564749" y="2119333"/>
                  </a:lnTo>
                  <a:close/>
                  <a:moveTo>
                    <a:pt x="10635763" y="2081428"/>
                  </a:moveTo>
                  <a:cubicBezTo>
                    <a:pt x="10638710" y="2070739"/>
                    <a:pt x="10638537" y="2059067"/>
                    <a:pt x="10634434" y="2047799"/>
                  </a:cubicBezTo>
                  <a:cubicBezTo>
                    <a:pt x="10633047" y="2043928"/>
                    <a:pt x="10631198" y="2040288"/>
                    <a:pt x="10629060" y="2036994"/>
                  </a:cubicBezTo>
                  <a:lnTo>
                    <a:pt x="11238776" y="1526663"/>
                  </a:lnTo>
                  <a:lnTo>
                    <a:pt x="10783396" y="2143255"/>
                  </a:lnTo>
                  <a:lnTo>
                    <a:pt x="10635763" y="2081428"/>
                  </a:lnTo>
                  <a:close/>
                  <a:moveTo>
                    <a:pt x="10790330" y="713382"/>
                  </a:moveTo>
                  <a:cubicBezTo>
                    <a:pt x="10790908" y="716271"/>
                    <a:pt x="10791601" y="719160"/>
                    <a:pt x="10792641" y="721991"/>
                  </a:cubicBezTo>
                  <a:cubicBezTo>
                    <a:pt x="10798997" y="739441"/>
                    <a:pt x="10813269" y="751749"/>
                    <a:pt x="10829910" y="756372"/>
                  </a:cubicBezTo>
                  <a:lnTo>
                    <a:pt x="10732143" y="1259306"/>
                  </a:lnTo>
                  <a:lnTo>
                    <a:pt x="9766259" y="878869"/>
                  </a:lnTo>
                  <a:cubicBezTo>
                    <a:pt x="9766664" y="874998"/>
                    <a:pt x="9766606" y="871011"/>
                    <a:pt x="9766144" y="867082"/>
                  </a:cubicBezTo>
                  <a:lnTo>
                    <a:pt x="10006806" y="830968"/>
                  </a:lnTo>
                  <a:lnTo>
                    <a:pt x="10790330" y="713382"/>
                  </a:lnTo>
                  <a:close/>
                  <a:moveTo>
                    <a:pt x="9730088" y="925557"/>
                  </a:moveTo>
                  <a:cubicBezTo>
                    <a:pt x="9735462" y="923593"/>
                    <a:pt x="9740315" y="920877"/>
                    <a:pt x="9744649" y="917641"/>
                  </a:cubicBezTo>
                  <a:lnTo>
                    <a:pt x="10544409" y="2026420"/>
                  </a:lnTo>
                  <a:cubicBezTo>
                    <a:pt x="10538689" y="2031794"/>
                    <a:pt x="10534240" y="2038323"/>
                    <a:pt x="10531293" y="2045430"/>
                  </a:cubicBezTo>
                  <a:lnTo>
                    <a:pt x="9520686" y="1769001"/>
                  </a:lnTo>
                  <a:lnTo>
                    <a:pt x="9710558" y="928851"/>
                  </a:lnTo>
                  <a:cubicBezTo>
                    <a:pt x="9717029" y="928966"/>
                    <a:pt x="9723617" y="927926"/>
                    <a:pt x="9730088" y="925557"/>
                  </a:cubicBezTo>
                  <a:close/>
                  <a:moveTo>
                    <a:pt x="9274130" y="2795267"/>
                  </a:moveTo>
                  <a:cubicBezTo>
                    <a:pt x="9272397" y="2795094"/>
                    <a:pt x="9270664" y="2795036"/>
                    <a:pt x="9268872" y="2795036"/>
                  </a:cubicBezTo>
                  <a:lnTo>
                    <a:pt x="9219757" y="2422689"/>
                  </a:lnTo>
                  <a:lnTo>
                    <a:pt x="9126960" y="1719424"/>
                  </a:lnTo>
                  <a:cubicBezTo>
                    <a:pt x="9128635" y="1718962"/>
                    <a:pt x="9130253" y="1718500"/>
                    <a:pt x="9131929" y="1717922"/>
                  </a:cubicBezTo>
                  <a:cubicBezTo>
                    <a:pt x="9147414" y="1712317"/>
                    <a:pt x="9158740" y="1700472"/>
                    <a:pt x="9164402" y="1686315"/>
                  </a:cubicBezTo>
                  <a:lnTo>
                    <a:pt x="9503756" y="1779113"/>
                  </a:lnTo>
                  <a:lnTo>
                    <a:pt x="9274130" y="2795267"/>
                  </a:lnTo>
                  <a:close/>
                  <a:moveTo>
                    <a:pt x="9060857" y="1684813"/>
                  </a:moveTo>
                  <a:cubicBezTo>
                    <a:pt x="9064266" y="1694173"/>
                    <a:pt x="9069929" y="1701974"/>
                    <a:pt x="9076978" y="1707983"/>
                  </a:cubicBezTo>
                  <a:lnTo>
                    <a:pt x="8643729" y="2398998"/>
                  </a:lnTo>
                  <a:lnTo>
                    <a:pt x="7770528" y="1780789"/>
                  </a:lnTo>
                  <a:cubicBezTo>
                    <a:pt x="7773475" y="1774317"/>
                    <a:pt x="7775208" y="1767325"/>
                    <a:pt x="7775555" y="1760103"/>
                  </a:cubicBezTo>
                  <a:lnTo>
                    <a:pt x="9058430" y="1675452"/>
                  </a:lnTo>
                  <a:cubicBezTo>
                    <a:pt x="9058950" y="1678630"/>
                    <a:pt x="9059759" y="1681750"/>
                    <a:pt x="9060857" y="1684813"/>
                  </a:cubicBezTo>
                  <a:close/>
                  <a:moveTo>
                    <a:pt x="7668080" y="1776686"/>
                  </a:moveTo>
                  <a:cubicBezTo>
                    <a:pt x="7670623" y="1783678"/>
                    <a:pt x="7674436" y="1789803"/>
                    <a:pt x="7679174" y="1795003"/>
                  </a:cubicBezTo>
                  <a:lnTo>
                    <a:pt x="7125218" y="2406799"/>
                  </a:lnTo>
                  <a:cubicBezTo>
                    <a:pt x="7116147" y="2400558"/>
                    <a:pt x="7105399" y="2397034"/>
                    <a:pt x="7094189" y="2396918"/>
                  </a:cubicBezTo>
                  <a:lnTo>
                    <a:pt x="6986195" y="1495634"/>
                  </a:lnTo>
                  <a:cubicBezTo>
                    <a:pt x="6987986" y="1495172"/>
                    <a:pt x="6989778" y="1494652"/>
                    <a:pt x="6991511" y="1494017"/>
                  </a:cubicBezTo>
                  <a:cubicBezTo>
                    <a:pt x="7004165" y="1489394"/>
                    <a:pt x="7014104" y="1480669"/>
                    <a:pt x="7020402" y="1469921"/>
                  </a:cubicBezTo>
                  <a:lnTo>
                    <a:pt x="7666751" y="1742999"/>
                  </a:lnTo>
                  <a:cubicBezTo>
                    <a:pt x="7663804" y="1753631"/>
                    <a:pt x="7663977" y="1765361"/>
                    <a:pt x="7668080" y="1776686"/>
                  </a:cubicBezTo>
                  <a:close/>
                  <a:moveTo>
                    <a:pt x="6920496" y="1460792"/>
                  </a:moveTo>
                  <a:cubicBezTo>
                    <a:pt x="6922519" y="1466339"/>
                    <a:pt x="6925351" y="1471308"/>
                    <a:pt x="6928759" y="1475757"/>
                  </a:cubicBezTo>
                  <a:lnTo>
                    <a:pt x="6561208" y="1845215"/>
                  </a:lnTo>
                  <a:lnTo>
                    <a:pt x="5839107" y="1036441"/>
                  </a:lnTo>
                  <a:cubicBezTo>
                    <a:pt x="5841823" y="1033263"/>
                    <a:pt x="5844134" y="1029854"/>
                    <a:pt x="5846098" y="1026214"/>
                  </a:cubicBezTo>
                  <a:lnTo>
                    <a:pt x="6918705" y="1429243"/>
                  </a:lnTo>
                  <a:cubicBezTo>
                    <a:pt x="6916278" y="1439355"/>
                    <a:pt x="6916683" y="1450276"/>
                    <a:pt x="6920496" y="1460792"/>
                  </a:cubicBezTo>
                  <a:close/>
                  <a:moveTo>
                    <a:pt x="6551154" y="1855327"/>
                  </a:moveTo>
                  <a:lnTo>
                    <a:pt x="5963627" y="2445859"/>
                  </a:lnTo>
                  <a:cubicBezTo>
                    <a:pt x="5954613" y="2438983"/>
                    <a:pt x="5943634" y="2434939"/>
                    <a:pt x="5932194" y="2434476"/>
                  </a:cubicBezTo>
                  <a:lnTo>
                    <a:pt x="5809176" y="1054238"/>
                  </a:lnTo>
                  <a:cubicBezTo>
                    <a:pt x="5811487" y="1053718"/>
                    <a:pt x="5813856" y="1053082"/>
                    <a:pt x="5816167" y="1052273"/>
                  </a:cubicBezTo>
                  <a:cubicBezTo>
                    <a:pt x="5820617" y="1050655"/>
                    <a:pt x="5824719" y="1048460"/>
                    <a:pt x="5828475" y="1045917"/>
                  </a:cubicBezTo>
                  <a:lnTo>
                    <a:pt x="6551154" y="1855327"/>
                  </a:lnTo>
                  <a:close/>
                  <a:moveTo>
                    <a:pt x="5496922" y="1889997"/>
                  </a:moveTo>
                  <a:lnTo>
                    <a:pt x="5440989" y="1814013"/>
                  </a:lnTo>
                  <a:cubicBezTo>
                    <a:pt x="5456359" y="1799279"/>
                    <a:pt x="5462484" y="1776339"/>
                    <a:pt x="5454741" y="1755018"/>
                  </a:cubicBezTo>
                  <a:cubicBezTo>
                    <a:pt x="5450638" y="1743692"/>
                    <a:pt x="5443185" y="1734621"/>
                    <a:pt x="5433939" y="1728322"/>
                  </a:cubicBezTo>
                  <a:lnTo>
                    <a:pt x="5761448" y="1086018"/>
                  </a:lnTo>
                  <a:lnTo>
                    <a:pt x="5496922" y="1889997"/>
                  </a:lnTo>
                  <a:close/>
                  <a:moveTo>
                    <a:pt x="5385807" y="1826783"/>
                  </a:moveTo>
                  <a:lnTo>
                    <a:pt x="5232742" y="2668956"/>
                  </a:lnTo>
                  <a:cubicBezTo>
                    <a:pt x="5225520" y="2668609"/>
                    <a:pt x="5218182" y="2669649"/>
                    <a:pt x="5210959" y="2672249"/>
                  </a:cubicBezTo>
                  <a:cubicBezTo>
                    <a:pt x="5194144" y="2678374"/>
                    <a:pt x="5182126" y="2691837"/>
                    <a:pt x="5177098" y="2707670"/>
                  </a:cubicBezTo>
                  <a:lnTo>
                    <a:pt x="3607451" y="2312614"/>
                  </a:lnTo>
                  <a:cubicBezTo>
                    <a:pt x="3608606" y="2305738"/>
                    <a:pt x="3608433" y="2298515"/>
                    <a:pt x="3606815" y="2291408"/>
                  </a:cubicBezTo>
                  <a:lnTo>
                    <a:pt x="5351774" y="1795870"/>
                  </a:lnTo>
                  <a:cubicBezTo>
                    <a:pt x="5358303" y="1811124"/>
                    <a:pt x="5370957" y="1822045"/>
                    <a:pt x="5385807" y="1826783"/>
                  </a:cubicBezTo>
                  <a:close/>
                  <a:moveTo>
                    <a:pt x="3527076" y="2352484"/>
                  </a:moveTo>
                  <a:lnTo>
                    <a:pt x="3378230" y="2858423"/>
                  </a:lnTo>
                  <a:lnTo>
                    <a:pt x="3166863" y="2839470"/>
                  </a:lnTo>
                  <a:cubicBezTo>
                    <a:pt x="3166343" y="2835888"/>
                    <a:pt x="3165418" y="2832363"/>
                    <a:pt x="3164147" y="2828838"/>
                  </a:cubicBezTo>
                  <a:cubicBezTo>
                    <a:pt x="3161258" y="2820922"/>
                    <a:pt x="3156751" y="2814104"/>
                    <a:pt x="3151146" y="2808557"/>
                  </a:cubicBezTo>
                  <a:lnTo>
                    <a:pt x="3521876" y="2349363"/>
                  </a:lnTo>
                  <a:cubicBezTo>
                    <a:pt x="3523551" y="2350519"/>
                    <a:pt x="3525284" y="2351559"/>
                    <a:pt x="3527076" y="2352484"/>
                  </a:cubicBezTo>
                  <a:close/>
                  <a:moveTo>
                    <a:pt x="3075625" y="2806130"/>
                  </a:moveTo>
                  <a:cubicBezTo>
                    <a:pt x="3069153" y="2811793"/>
                    <a:pt x="3064126" y="2818900"/>
                    <a:pt x="3060891" y="2826701"/>
                  </a:cubicBezTo>
                  <a:lnTo>
                    <a:pt x="2390851" y="2646767"/>
                  </a:lnTo>
                  <a:cubicBezTo>
                    <a:pt x="2392006" y="2638158"/>
                    <a:pt x="2391197" y="2629144"/>
                    <a:pt x="2388019" y="2620419"/>
                  </a:cubicBezTo>
                  <a:cubicBezTo>
                    <a:pt x="2386459" y="2616085"/>
                    <a:pt x="2384321" y="2612098"/>
                    <a:pt x="2381837" y="2608400"/>
                  </a:cubicBezTo>
                  <a:lnTo>
                    <a:pt x="2735289" y="2296493"/>
                  </a:lnTo>
                  <a:lnTo>
                    <a:pt x="3075625" y="2806130"/>
                  </a:lnTo>
                  <a:close/>
                  <a:moveTo>
                    <a:pt x="2372418" y="2597711"/>
                  </a:moveTo>
                  <a:cubicBezTo>
                    <a:pt x="2361151" y="2587888"/>
                    <a:pt x="2346128" y="2582860"/>
                    <a:pt x="2330873" y="2584305"/>
                  </a:cubicBezTo>
                  <a:lnTo>
                    <a:pt x="2033527" y="1258093"/>
                  </a:lnTo>
                  <a:cubicBezTo>
                    <a:pt x="2033816" y="1257977"/>
                    <a:pt x="2034105" y="1257919"/>
                    <a:pt x="2034394" y="1257804"/>
                  </a:cubicBezTo>
                  <a:cubicBezTo>
                    <a:pt x="2036300" y="1257110"/>
                    <a:pt x="2038150" y="1256301"/>
                    <a:pt x="2039941" y="1255435"/>
                  </a:cubicBezTo>
                  <a:lnTo>
                    <a:pt x="2727257" y="2284532"/>
                  </a:lnTo>
                  <a:lnTo>
                    <a:pt x="2372418" y="2597711"/>
                  </a:lnTo>
                  <a:close/>
                  <a:moveTo>
                    <a:pt x="248237" y="1474891"/>
                  </a:moveTo>
                  <a:cubicBezTo>
                    <a:pt x="253090" y="1474486"/>
                    <a:pt x="258002" y="1473504"/>
                    <a:pt x="262798" y="1471771"/>
                  </a:cubicBezTo>
                  <a:cubicBezTo>
                    <a:pt x="270829" y="1468824"/>
                    <a:pt x="277763" y="1464201"/>
                    <a:pt x="283368" y="1458423"/>
                  </a:cubicBezTo>
                  <a:lnTo>
                    <a:pt x="874882" y="1904384"/>
                  </a:lnTo>
                  <a:lnTo>
                    <a:pt x="196753" y="2840568"/>
                  </a:lnTo>
                  <a:cubicBezTo>
                    <a:pt x="191610" y="2837795"/>
                    <a:pt x="186005" y="2835772"/>
                    <a:pt x="180169" y="2834732"/>
                  </a:cubicBezTo>
                  <a:lnTo>
                    <a:pt x="248237" y="1474891"/>
                  </a:lnTo>
                  <a:close/>
                  <a:moveTo>
                    <a:pt x="218190" y="2917245"/>
                  </a:moveTo>
                  <a:cubicBezTo>
                    <a:pt x="221888" y="2910947"/>
                    <a:pt x="224257" y="2904013"/>
                    <a:pt x="225297" y="2896732"/>
                  </a:cubicBezTo>
                  <a:lnTo>
                    <a:pt x="1086885" y="2902337"/>
                  </a:lnTo>
                  <a:lnTo>
                    <a:pt x="1022053" y="3494256"/>
                  </a:lnTo>
                  <a:cubicBezTo>
                    <a:pt x="1016102" y="3494371"/>
                    <a:pt x="1010092" y="3495411"/>
                    <a:pt x="1004198" y="3497549"/>
                  </a:cubicBezTo>
                  <a:cubicBezTo>
                    <a:pt x="996398" y="3500381"/>
                    <a:pt x="989637" y="3504830"/>
                    <a:pt x="984090" y="3510377"/>
                  </a:cubicBezTo>
                  <a:lnTo>
                    <a:pt x="218190" y="2917245"/>
                  </a:lnTo>
                  <a:close/>
                  <a:moveTo>
                    <a:pt x="1228566" y="5107125"/>
                  </a:moveTo>
                  <a:cubicBezTo>
                    <a:pt x="1228682" y="5107067"/>
                    <a:pt x="1228855" y="5107067"/>
                    <a:pt x="1228970" y="5107009"/>
                  </a:cubicBezTo>
                  <a:cubicBezTo>
                    <a:pt x="1235211" y="5104756"/>
                    <a:pt x="1240700" y="5101404"/>
                    <a:pt x="1245554" y="5097417"/>
                  </a:cubicBezTo>
                  <a:lnTo>
                    <a:pt x="1825801" y="5632710"/>
                  </a:lnTo>
                  <a:lnTo>
                    <a:pt x="1427683" y="5815994"/>
                  </a:lnTo>
                  <a:cubicBezTo>
                    <a:pt x="1416646" y="5798429"/>
                    <a:pt x="1396654" y="5788548"/>
                    <a:pt x="1376141" y="5790282"/>
                  </a:cubicBezTo>
                  <a:lnTo>
                    <a:pt x="1228566" y="5107125"/>
                  </a:lnTo>
                  <a:close/>
                  <a:moveTo>
                    <a:pt x="1435657" y="5852050"/>
                  </a:moveTo>
                  <a:cubicBezTo>
                    <a:pt x="1436581" y="5844481"/>
                    <a:pt x="1435946" y="5836622"/>
                    <a:pt x="1433519" y="5828938"/>
                  </a:cubicBezTo>
                  <a:lnTo>
                    <a:pt x="1837126" y="5643168"/>
                  </a:lnTo>
                  <a:lnTo>
                    <a:pt x="2283492" y="6054981"/>
                  </a:lnTo>
                  <a:cubicBezTo>
                    <a:pt x="2280949" y="6058563"/>
                    <a:pt x="2278869" y="6062434"/>
                    <a:pt x="2277251" y="6066537"/>
                  </a:cubicBezTo>
                  <a:lnTo>
                    <a:pt x="1435657" y="5852050"/>
                  </a:lnTo>
                  <a:close/>
                  <a:moveTo>
                    <a:pt x="2372129" y="6052554"/>
                  </a:moveTo>
                  <a:cubicBezTo>
                    <a:pt x="2366987" y="6046082"/>
                    <a:pt x="2360573" y="6040939"/>
                    <a:pt x="2353350" y="6037357"/>
                  </a:cubicBezTo>
                  <a:lnTo>
                    <a:pt x="2608689" y="5296996"/>
                  </a:lnTo>
                  <a:cubicBezTo>
                    <a:pt x="2623308" y="5313869"/>
                    <a:pt x="2647287" y="5320918"/>
                    <a:pt x="2669533" y="5312829"/>
                  </a:cubicBezTo>
                  <a:cubicBezTo>
                    <a:pt x="2691317" y="5304913"/>
                    <a:pt x="2705069" y="5284689"/>
                    <a:pt x="2705936" y="5262905"/>
                  </a:cubicBezTo>
                  <a:lnTo>
                    <a:pt x="3860478" y="5158146"/>
                  </a:lnTo>
                  <a:lnTo>
                    <a:pt x="2372129" y="6052554"/>
                  </a:lnTo>
                  <a:close/>
                  <a:moveTo>
                    <a:pt x="2704607" y="5248748"/>
                  </a:moveTo>
                  <a:cubicBezTo>
                    <a:pt x="2704087" y="5246437"/>
                    <a:pt x="2703451" y="5244126"/>
                    <a:pt x="2702642" y="5241872"/>
                  </a:cubicBezTo>
                  <a:cubicBezTo>
                    <a:pt x="2701833" y="5239619"/>
                    <a:pt x="2700793" y="5237481"/>
                    <a:pt x="2699753" y="5235401"/>
                  </a:cubicBezTo>
                  <a:lnTo>
                    <a:pt x="3458257" y="4708545"/>
                  </a:lnTo>
                  <a:lnTo>
                    <a:pt x="3875386" y="5142545"/>
                  </a:lnTo>
                  <a:lnTo>
                    <a:pt x="2704607" y="5248748"/>
                  </a:lnTo>
                  <a:close/>
                  <a:moveTo>
                    <a:pt x="3470161" y="4700224"/>
                  </a:moveTo>
                  <a:lnTo>
                    <a:pt x="4251489" y="4157536"/>
                  </a:lnTo>
                  <a:cubicBezTo>
                    <a:pt x="4255649" y="4162158"/>
                    <a:pt x="4260560" y="4165914"/>
                    <a:pt x="4265934" y="4168861"/>
                  </a:cubicBezTo>
                  <a:lnTo>
                    <a:pt x="3888271" y="5135265"/>
                  </a:lnTo>
                  <a:lnTo>
                    <a:pt x="3470161" y="4700224"/>
                  </a:lnTo>
                  <a:close/>
                  <a:moveTo>
                    <a:pt x="4346425" y="4107323"/>
                  </a:moveTo>
                  <a:cubicBezTo>
                    <a:pt x="4345962" y="4105358"/>
                    <a:pt x="4345385" y="4103336"/>
                    <a:pt x="4344633" y="4101371"/>
                  </a:cubicBezTo>
                  <a:cubicBezTo>
                    <a:pt x="4341340" y="4092357"/>
                    <a:pt x="4335966" y="4084672"/>
                    <a:pt x="4329205" y="4078779"/>
                  </a:cubicBezTo>
                  <a:lnTo>
                    <a:pt x="4666190" y="3579369"/>
                  </a:lnTo>
                  <a:lnTo>
                    <a:pt x="5172707" y="3990776"/>
                  </a:lnTo>
                  <a:cubicBezTo>
                    <a:pt x="5167564" y="3999097"/>
                    <a:pt x="5164675" y="4008747"/>
                    <a:pt x="5164444" y="4018685"/>
                  </a:cubicBezTo>
                  <a:lnTo>
                    <a:pt x="4346425" y="4107323"/>
                  </a:lnTo>
                  <a:close/>
                  <a:moveTo>
                    <a:pt x="5302948" y="4000080"/>
                  </a:moveTo>
                  <a:lnTo>
                    <a:pt x="6619048" y="3655294"/>
                  </a:lnTo>
                  <a:lnTo>
                    <a:pt x="7472488" y="4439916"/>
                  </a:lnTo>
                  <a:cubicBezTo>
                    <a:pt x="7469541" y="4444134"/>
                    <a:pt x="7467115" y="4448699"/>
                    <a:pt x="7465439" y="4453611"/>
                  </a:cubicBezTo>
                  <a:lnTo>
                    <a:pt x="5302948" y="4000080"/>
                  </a:lnTo>
                  <a:close/>
                  <a:moveTo>
                    <a:pt x="9300999" y="3114108"/>
                  </a:moveTo>
                  <a:cubicBezTo>
                    <a:pt x="9300479" y="3110121"/>
                    <a:pt x="9299555" y="3106134"/>
                    <a:pt x="9298110" y="3102205"/>
                  </a:cubicBezTo>
                  <a:cubicBezTo>
                    <a:pt x="9296896" y="3098854"/>
                    <a:pt x="9295336" y="3095676"/>
                    <a:pt x="9293603" y="3092729"/>
                  </a:cubicBezTo>
                  <a:lnTo>
                    <a:pt x="9494106" y="2934522"/>
                  </a:lnTo>
                  <a:lnTo>
                    <a:pt x="10014780" y="3111566"/>
                  </a:lnTo>
                  <a:cubicBezTo>
                    <a:pt x="10014549" y="3112779"/>
                    <a:pt x="10014318" y="3113992"/>
                    <a:pt x="10014144" y="3115264"/>
                  </a:cubicBezTo>
                  <a:lnTo>
                    <a:pt x="9300999" y="3114108"/>
                  </a:lnTo>
                  <a:close/>
                  <a:moveTo>
                    <a:pt x="10110351" y="3085448"/>
                  </a:moveTo>
                  <a:cubicBezTo>
                    <a:pt x="10109426" y="3084408"/>
                    <a:pt x="10108502" y="3083484"/>
                    <a:pt x="10107520" y="3082559"/>
                  </a:cubicBezTo>
                  <a:lnTo>
                    <a:pt x="10788250" y="2160763"/>
                  </a:lnTo>
                  <a:lnTo>
                    <a:pt x="11163544" y="2317930"/>
                  </a:lnTo>
                  <a:cubicBezTo>
                    <a:pt x="11160597" y="2328620"/>
                    <a:pt x="11160770" y="2340292"/>
                    <a:pt x="11164873" y="2351559"/>
                  </a:cubicBezTo>
                  <a:cubicBezTo>
                    <a:pt x="11165682" y="2353755"/>
                    <a:pt x="11166606" y="2355835"/>
                    <a:pt x="11167646" y="2357857"/>
                  </a:cubicBezTo>
                  <a:lnTo>
                    <a:pt x="10110351" y="3085448"/>
                  </a:lnTo>
                  <a:close/>
                  <a:moveTo>
                    <a:pt x="11213872" y="2277251"/>
                  </a:moveTo>
                  <a:cubicBezTo>
                    <a:pt x="11208556" y="2277540"/>
                    <a:pt x="11203182" y="2278580"/>
                    <a:pt x="11197924" y="2280487"/>
                  </a:cubicBezTo>
                  <a:cubicBezTo>
                    <a:pt x="11185212" y="2285110"/>
                    <a:pt x="11175274" y="2293893"/>
                    <a:pt x="11168975" y="2304756"/>
                  </a:cubicBezTo>
                  <a:lnTo>
                    <a:pt x="10796974" y="2148918"/>
                  </a:lnTo>
                  <a:lnTo>
                    <a:pt x="11250736" y="1534464"/>
                  </a:lnTo>
                  <a:cubicBezTo>
                    <a:pt x="11256110" y="1538162"/>
                    <a:pt x="11262119" y="1540935"/>
                    <a:pt x="11268418" y="1542611"/>
                  </a:cubicBezTo>
                  <a:lnTo>
                    <a:pt x="11213872" y="2277251"/>
                  </a:lnTo>
                  <a:close/>
                  <a:moveTo>
                    <a:pt x="11334347" y="1470037"/>
                  </a:moveTo>
                  <a:cubicBezTo>
                    <a:pt x="11334347" y="1470037"/>
                    <a:pt x="11334347" y="1470037"/>
                    <a:pt x="11334347" y="1470037"/>
                  </a:cubicBezTo>
                  <a:cubicBezTo>
                    <a:pt x="11331920" y="1463334"/>
                    <a:pt x="11328280" y="1457441"/>
                    <a:pt x="11323889" y="1452414"/>
                  </a:cubicBezTo>
                  <a:lnTo>
                    <a:pt x="11664340" y="1065274"/>
                  </a:lnTo>
                  <a:lnTo>
                    <a:pt x="12081469" y="1245670"/>
                  </a:lnTo>
                  <a:cubicBezTo>
                    <a:pt x="12079851" y="1251159"/>
                    <a:pt x="12079041" y="1256879"/>
                    <a:pt x="12079215" y="1262715"/>
                  </a:cubicBezTo>
                  <a:lnTo>
                    <a:pt x="11332498" y="1463103"/>
                  </a:lnTo>
                  <a:lnTo>
                    <a:pt x="11334347" y="1470037"/>
                  </a:lnTo>
                  <a:close/>
                  <a:moveTo>
                    <a:pt x="12087131" y="1232611"/>
                  </a:moveTo>
                  <a:lnTo>
                    <a:pt x="11674221" y="1054007"/>
                  </a:lnTo>
                  <a:lnTo>
                    <a:pt x="11858199" y="844836"/>
                  </a:lnTo>
                  <a:cubicBezTo>
                    <a:pt x="11872413" y="854370"/>
                    <a:pt x="11890731" y="857259"/>
                    <a:pt x="11908065" y="850961"/>
                  </a:cubicBezTo>
                  <a:lnTo>
                    <a:pt x="12098688" y="1219090"/>
                  </a:lnTo>
                  <a:cubicBezTo>
                    <a:pt x="12094065" y="1223019"/>
                    <a:pt x="12090193" y="1227584"/>
                    <a:pt x="12087131" y="1232611"/>
                  </a:cubicBezTo>
                  <a:close/>
                  <a:moveTo>
                    <a:pt x="11833699" y="800979"/>
                  </a:moveTo>
                  <a:cubicBezTo>
                    <a:pt x="11833930" y="806584"/>
                    <a:pt x="11834970" y="812305"/>
                    <a:pt x="11836993" y="817852"/>
                  </a:cubicBezTo>
                  <a:cubicBezTo>
                    <a:pt x="11839419" y="824497"/>
                    <a:pt x="11843003" y="830390"/>
                    <a:pt x="11847452" y="835417"/>
                  </a:cubicBezTo>
                  <a:lnTo>
                    <a:pt x="11660469" y="1048055"/>
                  </a:lnTo>
                  <a:lnTo>
                    <a:pt x="10897978" y="718293"/>
                  </a:lnTo>
                  <a:cubicBezTo>
                    <a:pt x="10898266" y="717253"/>
                    <a:pt x="10898556" y="716213"/>
                    <a:pt x="10898786" y="715173"/>
                  </a:cubicBezTo>
                  <a:lnTo>
                    <a:pt x="11833699" y="800979"/>
                  </a:lnTo>
                  <a:close/>
                  <a:moveTo>
                    <a:pt x="9684556" y="922090"/>
                  </a:moveTo>
                  <a:cubicBezTo>
                    <a:pt x="9688311" y="924113"/>
                    <a:pt x="9692241" y="925731"/>
                    <a:pt x="9696343" y="926886"/>
                  </a:cubicBezTo>
                  <a:lnTo>
                    <a:pt x="9506876" y="1765245"/>
                  </a:lnTo>
                  <a:lnTo>
                    <a:pt x="9167927" y="1672505"/>
                  </a:lnTo>
                  <a:cubicBezTo>
                    <a:pt x="9168967" y="1664127"/>
                    <a:pt x="9168101" y="1655402"/>
                    <a:pt x="9165038" y="1646908"/>
                  </a:cubicBezTo>
                  <a:cubicBezTo>
                    <a:pt x="9161975" y="1638587"/>
                    <a:pt x="9157122" y="1631422"/>
                    <a:pt x="9151112" y="1625702"/>
                  </a:cubicBezTo>
                  <a:lnTo>
                    <a:pt x="9684556" y="922090"/>
                  </a:lnTo>
                  <a:close/>
                  <a:moveTo>
                    <a:pt x="8851455" y="1180607"/>
                  </a:moveTo>
                  <a:lnTo>
                    <a:pt x="9081196" y="1620501"/>
                  </a:lnTo>
                  <a:cubicBezTo>
                    <a:pt x="9067618" y="1629978"/>
                    <a:pt x="9059124" y="1645001"/>
                    <a:pt x="9057736" y="1661238"/>
                  </a:cubicBezTo>
                  <a:lnTo>
                    <a:pt x="7774225" y="1745946"/>
                  </a:lnTo>
                  <a:cubicBezTo>
                    <a:pt x="7773705" y="1743577"/>
                    <a:pt x="7773070" y="1741150"/>
                    <a:pt x="7772203" y="1738781"/>
                  </a:cubicBezTo>
                  <a:lnTo>
                    <a:pt x="8851455" y="1180607"/>
                  </a:lnTo>
                  <a:close/>
                  <a:moveTo>
                    <a:pt x="3551807" y="2248129"/>
                  </a:moveTo>
                  <a:cubicBezTo>
                    <a:pt x="3545855" y="2248245"/>
                    <a:pt x="3539788" y="2249285"/>
                    <a:pt x="3533836" y="2251423"/>
                  </a:cubicBezTo>
                  <a:cubicBezTo>
                    <a:pt x="3505061" y="2261882"/>
                    <a:pt x="3490269" y="2293719"/>
                    <a:pt x="3500727" y="2322495"/>
                  </a:cubicBezTo>
                  <a:cubicBezTo>
                    <a:pt x="3503154" y="2329140"/>
                    <a:pt x="3506737" y="2334976"/>
                    <a:pt x="3511128" y="2339945"/>
                  </a:cubicBezTo>
                  <a:lnTo>
                    <a:pt x="3139763" y="2799890"/>
                  </a:lnTo>
                  <a:cubicBezTo>
                    <a:pt x="3139417" y="2799658"/>
                    <a:pt x="3139012" y="2799485"/>
                    <a:pt x="3138607" y="2799312"/>
                  </a:cubicBezTo>
                  <a:lnTo>
                    <a:pt x="3630621" y="1538855"/>
                  </a:lnTo>
                  <a:cubicBezTo>
                    <a:pt x="3630679" y="1538855"/>
                    <a:pt x="3630737" y="1538855"/>
                    <a:pt x="3630794" y="1538913"/>
                  </a:cubicBezTo>
                  <a:lnTo>
                    <a:pt x="3551807" y="2248129"/>
                  </a:lnTo>
                  <a:close/>
                  <a:moveTo>
                    <a:pt x="3588614" y="1482691"/>
                  </a:moveTo>
                  <a:cubicBezTo>
                    <a:pt x="3588325" y="1489741"/>
                    <a:pt x="3589365" y="1496963"/>
                    <a:pt x="3591907" y="1503955"/>
                  </a:cubicBezTo>
                  <a:cubicBezTo>
                    <a:pt x="3593467" y="1508289"/>
                    <a:pt x="3595605" y="1512276"/>
                    <a:pt x="3598090" y="1515974"/>
                  </a:cubicBezTo>
                  <a:lnTo>
                    <a:pt x="2738063" y="2274998"/>
                  </a:lnTo>
                  <a:lnTo>
                    <a:pt x="2051844" y="1247519"/>
                  </a:lnTo>
                  <a:cubicBezTo>
                    <a:pt x="2060107" y="1240296"/>
                    <a:pt x="2065943" y="1230877"/>
                    <a:pt x="2068832" y="1220477"/>
                  </a:cubicBezTo>
                  <a:lnTo>
                    <a:pt x="3588614" y="1482691"/>
                  </a:lnTo>
                  <a:close/>
                  <a:moveTo>
                    <a:pt x="2004809" y="1151427"/>
                  </a:moveTo>
                  <a:cubicBezTo>
                    <a:pt x="2002036" y="1152005"/>
                    <a:pt x="1999204" y="1152698"/>
                    <a:pt x="1996431" y="1153681"/>
                  </a:cubicBezTo>
                  <a:cubicBezTo>
                    <a:pt x="1986550" y="1157263"/>
                    <a:pt x="1978403" y="1163388"/>
                    <a:pt x="1972278" y="1171015"/>
                  </a:cubicBezTo>
                  <a:lnTo>
                    <a:pt x="1349908" y="806122"/>
                  </a:lnTo>
                  <a:lnTo>
                    <a:pt x="1935817" y="476764"/>
                  </a:lnTo>
                  <a:cubicBezTo>
                    <a:pt x="1945872" y="490690"/>
                    <a:pt x="1961819" y="499068"/>
                    <a:pt x="1978807" y="499646"/>
                  </a:cubicBezTo>
                  <a:lnTo>
                    <a:pt x="2004809" y="1151427"/>
                  </a:lnTo>
                  <a:close/>
                  <a:moveTo>
                    <a:pt x="1925821" y="437415"/>
                  </a:moveTo>
                  <a:cubicBezTo>
                    <a:pt x="1924723" y="445851"/>
                    <a:pt x="1925590" y="454692"/>
                    <a:pt x="1928710" y="463301"/>
                  </a:cubicBezTo>
                  <a:cubicBezTo>
                    <a:pt x="1928826" y="463648"/>
                    <a:pt x="1928999" y="463937"/>
                    <a:pt x="1929115" y="464284"/>
                  </a:cubicBezTo>
                  <a:lnTo>
                    <a:pt x="1335752" y="797801"/>
                  </a:lnTo>
                  <a:lnTo>
                    <a:pt x="106440" y="77086"/>
                  </a:lnTo>
                  <a:cubicBezTo>
                    <a:pt x="106960" y="75815"/>
                    <a:pt x="107480" y="74544"/>
                    <a:pt x="107942" y="73273"/>
                  </a:cubicBezTo>
                  <a:lnTo>
                    <a:pt x="1925821" y="437415"/>
                  </a:lnTo>
                  <a:close/>
                </a:path>
              </a:pathLst>
            </a:custGeom>
            <a:grpFill/>
            <a:ln w="5778" cap="flat">
              <a:noFill/>
              <a:prstDash val="solid"/>
              <a:miter/>
            </a:ln>
          </p:spPr>
          <p:txBody>
            <a:bodyPr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350">
                <a:solidFill>
                  <a:schemeClr val="accent1"/>
                </a:solidFill>
              </a:endParaRPr>
            </a:p>
          </p:txBody>
        </p:sp>
        <p:sp>
          <p:nvSpPr>
            <p:cNvPr id="313" name="任意多边形: 形状 312"/>
            <p:cNvSpPr/>
            <p:nvPr/>
          </p:nvSpPr>
          <p:spPr>
            <a:xfrm rot="746634">
              <a:off x="2975043" y="753935"/>
              <a:ext cx="2613602" cy="454282"/>
            </a:xfrm>
            <a:custGeom>
              <a:avLst/>
              <a:gdLst>
                <a:gd name="connsiteX0" fmla="*/ 3357 w 12190161"/>
                <a:gd name="connsiteY0" fmla="*/ 74428 h 6142467"/>
                <a:gd name="connsiteX1" fmla="*/ 55880 w 12190161"/>
                <a:gd name="connsiteY1" fmla="*/ 110831 h 6142467"/>
                <a:gd name="connsiteX2" fmla="*/ 229284 w 12190161"/>
                <a:gd name="connsiteY2" fmla="*/ 1366261 h 6142467"/>
                <a:gd name="connsiteX3" fmla="*/ 224893 w 12190161"/>
                <a:gd name="connsiteY3" fmla="*/ 1367589 h 6142467"/>
                <a:gd name="connsiteX4" fmla="*/ 191784 w 12190161"/>
                <a:gd name="connsiteY4" fmla="*/ 1438661 h 6142467"/>
                <a:gd name="connsiteX5" fmla="*/ 233965 w 12190161"/>
                <a:gd name="connsiteY5" fmla="*/ 1474197 h 6142467"/>
                <a:gd name="connsiteX6" fmla="*/ 165955 w 12190161"/>
                <a:gd name="connsiteY6" fmla="*/ 2833981 h 6142467"/>
                <a:gd name="connsiteX7" fmla="*/ 151394 w 12190161"/>
                <a:gd name="connsiteY7" fmla="*/ 2837101 h 6142467"/>
                <a:gd name="connsiteX8" fmla="*/ 118285 w 12190161"/>
                <a:gd name="connsiteY8" fmla="*/ 2908173 h 6142467"/>
                <a:gd name="connsiteX9" fmla="*/ 189357 w 12190161"/>
                <a:gd name="connsiteY9" fmla="*/ 2941282 h 6142467"/>
                <a:gd name="connsiteX10" fmla="*/ 209465 w 12190161"/>
                <a:gd name="connsiteY10" fmla="*/ 2928455 h 6142467"/>
                <a:gd name="connsiteX11" fmla="*/ 975307 w 12190161"/>
                <a:gd name="connsiteY11" fmla="*/ 3521587 h 6142467"/>
                <a:gd name="connsiteX12" fmla="*/ 971032 w 12190161"/>
                <a:gd name="connsiteY12" fmla="*/ 3568564 h 6142467"/>
                <a:gd name="connsiteX13" fmla="*/ 1042103 w 12190161"/>
                <a:gd name="connsiteY13" fmla="*/ 3601673 h 6142467"/>
                <a:gd name="connsiteX14" fmla="*/ 1058109 w 12190161"/>
                <a:gd name="connsiteY14" fmla="*/ 3592543 h 6142467"/>
                <a:gd name="connsiteX15" fmla="*/ 1540704 w 12190161"/>
                <a:gd name="connsiteY15" fmla="*/ 4049367 h 6142467"/>
                <a:gd name="connsiteX16" fmla="*/ 1533424 w 12190161"/>
                <a:gd name="connsiteY16" fmla="*/ 4100967 h 6142467"/>
                <a:gd name="connsiteX17" fmla="*/ 1559079 w 12190161"/>
                <a:gd name="connsiteY17" fmla="*/ 4130667 h 6142467"/>
                <a:gd name="connsiteX18" fmla="*/ 1223134 w 12190161"/>
                <a:gd name="connsiteY18" fmla="*/ 5001095 h 6142467"/>
                <a:gd name="connsiteX19" fmla="*/ 1191065 w 12190161"/>
                <a:gd name="connsiteY19" fmla="*/ 5002886 h 6142467"/>
                <a:gd name="connsiteX20" fmla="*/ 1157956 w 12190161"/>
                <a:gd name="connsiteY20" fmla="*/ 5073958 h 6142467"/>
                <a:gd name="connsiteX21" fmla="*/ 1214641 w 12190161"/>
                <a:gd name="connsiteY21" fmla="*/ 5110187 h 6142467"/>
                <a:gd name="connsiteX22" fmla="*/ 1362158 w 12190161"/>
                <a:gd name="connsiteY22" fmla="*/ 5793286 h 6142467"/>
                <a:gd name="connsiteX23" fmla="*/ 1361753 w 12190161"/>
                <a:gd name="connsiteY23" fmla="*/ 5793402 h 6142467"/>
                <a:gd name="connsiteX24" fmla="*/ 1328644 w 12190161"/>
                <a:gd name="connsiteY24" fmla="*/ 5864473 h 6142467"/>
                <a:gd name="connsiteX25" fmla="*/ 1399716 w 12190161"/>
                <a:gd name="connsiteY25" fmla="*/ 5897582 h 6142467"/>
                <a:gd name="connsiteX26" fmla="*/ 1432190 w 12190161"/>
                <a:gd name="connsiteY26" fmla="*/ 5865976 h 6142467"/>
                <a:gd name="connsiteX27" fmla="*/ 2273785 w 12190161"/>
                <a:gd name="connsiteY27" fmla="*/ 6080405 h 6142467"/>
                <a:gd name="connsiteX28" fmla="*/ 2276674 w 12190161"/>
                <a:gd name="connsiteY28" fmla="*/ 6106002 h 6142467"/>
                <a:gd name="connsiteX29" fmla="*/ 2347745 w 12190161"/>
                <a:gd name="connsiteY29" fmla="*/ 6139111 h 6142467"/>
                <a:gd name="connsiteX30" fmla="*/ 2380855 w 12190161"/>
                <a:gd name="connsiteY30" fmla="*/ 6068040 h 6142467"/>
                <a:gd name="connsiteX31" fmla="*/ 2379525 w 12190161"/>
                <a:gd name="connsiteY31" fmla="*/ 6064861 h 6142467"/>
                <a:gd name="connsiteX32" fmla="*/ 3889716 w 12190161"/>
                <a:gd name="connsiteY32" fmla="*/ 5157337 h 6142467"/>
                <a:gd name="connsiteX33" fmla="*/ 3893529 w 12190161"/>
                <a:gd name="connsiteY33" fmla="*/ 5161266 h 6142467"/>
                <a:gd name="connsiteX34" fmla="*/ 3896707 w 12190161"/>
                <a:gd name="connsiteY34" fmla="*/ 5153119 h 6142467"/>
                <a:gd name="connsiteX35" fmla="*/ 3921322 w 12190161"/>
                <a:gd name="connsiteY35" fmla="*/ 5138327 h 6142467"/>
                <a:gd name="connsiteX36" fmla="*/ 3901792 w 12190161"/>
                <a:gd name="connsiteY36" fmla="*/ 5140118 h 6142467"/>
                <a:gd name="connsiteX37" fmla="*/ 4279282 w 12190161"/>
                <a:gd name="connsiteY37" fmla="*/ 4174119 h 6142467"/>
                <a:gd name="connsiteX38" fmla="*/ 4311640 w 12190161"/>
                <a:gd name="connsiteY38" fmla="*/ 4172386 h 6142467"/>
                <a:gd name="connsiteX39" fmla="*/ 4348042 w 12190161"/>
                <a:gd name="connsiteY39" fmla="*/ 4121480 h 6142467"/>
                <a:gd name="connsiteX40" fmla="*/ 5166062 w 12190161"/>
                <a:gd name="connsiteY40" fmla="*/ 4032784 h 6142467"/>
                <a:gd name="connsiteX41" fmla="*/ 5167853 w 12190161"/>
                <a:gd name="connsiteY41" fmla="*/ 4038736 h 6142467"/>
                <a:gd name="connsiteX42" fmla="*/ 5238925 w 12190161"/>
                <a:gd name="connsiteY42" fmla="*/ 4071845 h 6142467"/>
                <a:gd name="connsiteX43" fmla="*/ 5274172 w 12190161"/>
                <a:gd name="connsiteY43" fmla="*/ 4008516 h 6142467"/>
                <a:gd name="connsiteX44" fmla="*/ 7462665 w 12190161"/>
                <a:gd name="connsiteY44" fmla="*/ 4467421 h 6142467"/>
                <a:gd name="connsiteX45" fmla="*/ 7465786 w 12190161"/>
                <a:gd name="connsiteY45" fmla="*/ 4490706 h 6142467"/>
                <a:gd name="connsiteX46" fmla="*/ 7536857 w 12190161"/>
                <a:gd name="connsiteY46" fmla="*/ 4523815 h 6142467"/>
                <a:gd name="connsiteX47" fmla="*/ 7569966 w 12190161"/>
                <a:gd name="connsiteY47" fmla="*/ 4452744 h 6142467"/>
                <a:gd name="connsiteX48" fmla="*/ 7549974 w 12190161"/>
                <a:gd name="connsiteY48" fmla="*/ 4426511 h 6142467"/>
                <a:gd name="connsiteX49" fmla="*/ 8418552 w 12190161"/>
                <a:gd name="connsiteY49" fmla="*/ 2792436 h 6142467"/>
                <a:gd name="connsiteX50" fmla="*/ 8456977 w 12190161"/>
                <a:gd name="connsiteY50" fmla="*/ 2792667 h 6142467"/>
                <a:gd name="connsiteX51" fmla="*/ 8484655 w 12190161"/>
                <a:gd name="connsiteY51" fmla="*/ 2770421 h 6142467"/>
                <a:gd name="connsiteX52" fmla="*/ 9193467 w 12190161"/>
                <a:gd name="connsiteY52" fmla="*/ 3104112 h 6142467"/>
                <a:gd name="connsiteX53" fmla="*/ 9194102 w 12190161"/>
                <a:gd name="connsiteY53" fmla="*/ 3139994 h 6142467"/>
                <a:gd name="connsiteX54" fmla="*/ 9265174 w 12190161"/>
                <a:gd name="connsiteY54" fmla="*/ 3173104 h 6142467"/>
                <a:gd name="connsiteX55" fmla="*/ 9301114 w 12190161"/>
                <a:gd name="connsiteY55" fmla="*/ 3128265 h 6142467"/>
                <a:gd name="connsiteX56" fmla="*/ 10014260 w 12190161"/>
                <a:gd name="connsiteY56" fmla="*/ 3129421 h 6142467"/>
                <a:gd name="connsiteX57" fmla="*/ 10017149 w 12190161"/>
                <a:gd name="connsiteY57" fmla="*/ 3141324 h 6142467"/>
                <a:gd name="connsiteX58" fmla="*/ 10088221 w 12190161"/>
                <a:gd name="connsiteY58" fmla="*/ 3174433 h 6142467"/>
                <a:gd name="connsiteX59" fmla="*/ 10121330 w 12190161"/>
                <a:gd name="connsiteY59" fmla="*/ 3103361 h 6142467"/>
                <a:gd name="connsiteX60" fmla="*/ 10118556 w 12190161"/>
                <a:gd name="connsiteY60" fmla="*/ 3097062 h 6142467"/>
                <a:gd name="connsiteX61" fmla="*/ 11175851 w 12190161"/>
                <a:gd name="connsiteY61" fmla="*/ 2369472 h 6142467"/>
                <a:gd name="connsiteX62" fmla="*/ 11236060 w 12190161"/>
                <a:gd name="connsiteY62" fmla="*/ 2384553 h 6142467"/>
                <a:gd name="connsiteX63" fmla="*/ 11269169 w 12190161"/>
                <a:gd name="connsiteY63" fmla="*/ 2313481 h 6142467"/>
                <a:gd name="connsiteX64" fmla="*/ 11228259 w 12190161"/>
                <a:gd name="connsiteY64" fmla="*/ 2278234 h 6142467"/>
                <a:gd name="connsiteX65" fmla="*/ 11282748 w 12190161"/>
                <a:gd name="connsiteY65" fmla="*/ 1544229 h 6142467"/>
                <a:gd name="connsiteX66" fmla="*/ 11301354 w 12190161"/>
                <a:gd name="connsiteY66" fmla="*/ 1540935 h 6142467"/>
                <a:gd name="connsiteX67" fmla="*/ 11336428 w 12190161"/>
                <a:gd name="connsiteY67" fmla="*/ 1476740 h 6142467"/>
                <a:gd name="connsiteX68" fmla="*/ 12081583 w 12190161"/>
                <a:gd name="connsiteY68" fmla="*/ 1276756 h 6142467"/>
                <a:gd name="connsiteX69" fmla="*/ 12082624 w 12190161"/>
                <a:gd name="connsiteY69" fmla="*/ 1280108 h 6142467"/>
                <a:gd name="connsiteX70" fmla="*/ 12153696 w 12190161"/>
                <a:gd name="connsiteY70" fmla="*/ 1313217 h 6142467"/>
                <a:gd name="connsiteX71" fmla="*/ 12186805 w 12190161"/>
                <a:gd name="connsiteY71" fmla="*/ 1242145 h 6142467"/>
                <a:gd name="connsiteX72" fmla="*/ 12115733 w 12190161"/>
                <a:gd name="connsiteY72" fmla="*/ 1209036 h 6142467"/>
                <a:gd name="connsiteX73" fmla="*/ 12110821 w 12190161"/>
                <a:gd name="connsiteY73" fmla="*/ 1211116 h 6142467"/>
                <a:gd name="connsiteX74" fmla="*/ 11920835 w 12190161"/>
                <a:gd name="connsiteY74" fmla="*/ 844200 h 6142467"/>
                <a:gd name="connsiteX75" fmla="*/ 11941348 w 12190161"/>
                <a:gd name="connsiteY75" fmla="*/ 779773 h 6142467"/>
                <a:gd name="connsiteX76" fmla="*/ 11870275 w 12190161"/>
                <a:gd name="connsiteY76" fmla="*/ 746664 h 6142467"/>
                <a:gd name="connsiteX77" fmla="*/ 11835201 w 12190161"/>
                <a:gd name="connsiteY77" fmla="*/ 786649 h 6142467"/>
                <a:gd name="connsiteX78" fmla="*/ 10900231 w 12190161"/>
                <a:gd name="connsiteY78" fmla="*/ 700843 h 6142467"/>
                <a:gd name="connsiteX79" fmla="*/ 10896937 w 12190161"/>
                <a:gd name="connsiteY79" fmla="*/ 683971 h 6142467"/>
                <a:gd name="connsiteX80" fmla="*/ 10825865 w 12190161"/>
                <a:gd name="connsiteY80" fmla="*/ 650862 h 6142467"/>
                <a:gd name="connsiteX81" fmla="*/ 10789579 w 12190161"/>
                <a:gd name="connsiteY81" fmla="*/ 698994 h 6142467"/>
                <a:gd name="connsiteX82" fmla="*/ 10632758 w 12190161"/>
                <a:gd name="connsiteY82" fmla="*/ 722511 h 6142467"/>
                <a:gd name="connsiteX83" fmla="*/ 9762735 w 12190161"/>
                <a:gd name="connsiteY83" fmla="*/ 853099 h 6142467"/>
                <a:gd name="connsiteX84" fmla="*/ 9692241 w 12190161"/>
                <a:gd name="connsiteY84" fmla="*/ 821261 h 6142467"/>
                <a:gd name="connsiteX85" fmla="*/ 9659132 w 12190161"/>
                <a:gd name="connsiteY85" fmla="*/ 892333 h 6142467"/>
                <a:gd name="connsiteX86" fmla="*/ 9673115 w 12190161"/>
                <a:gd name="connsiteY86" fmla="*/ 913539 h 6142467"/>
                <a:gd name="connsiteX87" fmla="*/ 9139729 w 12190161"/>
                <a:gd name="connsiteY87" fmla="*/ 1617150 h 6142467"/>
                <a:gd name="connsiteX88" fmla="*/ 9094139 w 12190161"/>
                <a:gd name="connsiteY88" fmla="*/ 1613625 h 6142467"/>
                <a:gd name="connsiteX89" fmla="*/ 9093966 w 12190161"/>
                <a:gd name="connsiteY89" fmla="*/ 1613683 h 6142467"/>
                <a:gd name="connsiteX90" fmla="*/ 8857637 w 12190161"/>
                <a:gd name="connsiteY90" fmla="*/ 1161192 h 6142467"/>
                <a:gd name="connsiteX91" fmla="*/ 7765789 w 12190161"/>
                <a:gd name="connsiteY91" fmla="*/ 1725954 h 6142467"/>
                <a:gd name="connsiteX92" fmla="*/ 7701304 w 12190161"/>
                <a:gd name="connsiteY92" fmla="*/ 1705441 h 6142467"/>
                <a:gd name="connsiteX93" fmla="*/ 7672413 w 12190161"/>
                <a:gd name="connsiteY93" fmla="*/ 1729536 h 6142467"/>
                <a:gd name="connsiteX94" fmla="*/ 7026064 w 12190161"/>
                <a:gd name="connsiteY94" fmla="*/ 1456458 h 6142467"/>
                <a:gd name="connsiteX95" fmla="*/ 7024793 w 12190161"/>
                <a:gd name="connsiteY95" fmla="*/ 1422714 h 6142467"/>
                <a:gd name="connsiteX96" fmla="*/ 6953721 w 12190161"/>
                <a:gd name="connsiteY96" fmla="*/ 1389605 h 6142467"/>
                <a:gd name="connsiteX97" fmla="*/ 6923790 w 12190161"/>
                <a:gd name="connsiteY97" fmla="*/ 1415722 h 6142467"/>
                <a:gd name="connsiteX98" fmla="*/ 5851183 w 12190161"/>
                <a:gd name="connsiteY98" fmla="*/ 1012692 h 6142467"/>
                <a:gd name="connsiteX99" fmla="*/ 5849334 w 12190161"/>
                <a:gd name="connsiteY99" fmla="*/ 981086 h 6142467"/>
                <a:gd name="connsiteX100" fmla="*/ 5778262 w 12190161"/>
                <a:gd name="connsiteY100" fmla="*/ 947977 h 6142467"/>
                <a:gd name="connsiteX101" fmla="*/ 5745153 w 12190161"/>
                <a:gd name="connsiteY101" fmla="*/ 1019049 h 6142467"/>
                <a:gd name="connsiteX102" fmla="*/ 5765955 w 12190161"/>
                <a:gd name="connsiteY102" fmla="*/ 1045744 h 6142467"/>
                <a:gd name="connsiteX103" fmla="*/ 5421285 w 12190161"/>
                <a:gd name="connsiteY103" fmla="*/ 1721678 h 6142467"/>
                <a:gd name="connsiteX104" fmla="*/ 5383727 w 12190161"/>
                <a:gd name="connsiteY104" fmla="*/ 1721793 h 6142467"/>
                <a:gd name="connsiteX105" fmla="*/ 5347844 w 12190161"/>
                <a:gd name="connsiteY105" fmla="*/ 1782002 h 6142467"/>
                <a:gd name="connsiteX106" fmla="*/ 3603001 w 12190161"/>
                <a:gd name="connsiteY106" fmla="*/ 2277483 h 6142467"/>
                <a:gd name="connsiteX107" fmla="*/ 3604966 w 12190161"/>
                <a:gd name="connsiteY107" fmla="*/ 2284359 h 6142467"/>
                <a:gd name="connsiteX108" fmla="*/ 3566079 w 12190161"/>
                <a:gd name="connsiteY108" fmla="*/ 2249516 h 6142467"/>
                <a:gd name="connsiteX109" fmla="*/ 3645067 w 12190161"/>
                <a:gd name="connsiteY109" fmla="*/ 1540242 h 6142467"/>
                <a:gd name="connsiteX110" fmla="*/ 3663037 w 12190161"/>
                <a:gd name="connsiteY110" fmla="*/ 1536948 h 6142467"/>
                <a:gd name="connsiteX111" fmla="*/ 3696146 w 12190161"/>
                <a:gd name="connsiteY111" fmla="*/ 1465877 h 6142467"/>
                <a:gd name="connsiteX112" fmla="*/ 3625074 w 12190161"/>
                <a:gd name="connsiteY112" fmla="*/ 1432768 h 6142467"/>
                <a:gd name="connsiteX113" fmla="*/ 3591156 w 12190161"/>
                <a:gd name="connsiteY113" fmla="*/ 1468477 h 6142467"/>
                <a:gd name="connsiteX114" fmla="*/ 2070854 w 12190161"/>
                <a:gd name="connsiteY114" fmla="*/ 1206147 h 6142467"/>
                <a:gd name="connsiteX115" fmla="*/ 2067561 w 12190161"/>
                <a:gd name="connsiteY115" fmla="*/ 1186616 h 6142467"/>
                <a:gd name="connsiteX116" fmla="*/ 2019081 w 12190161"/>
                <a:gd name="connsiteY116" fmla="*/ 1150271 h 6142467"/>
                <a:gd name="connsiteX117" fmla="*/ 1993079 w 12190161"/>
                <a:gd name="connsiteY117" fmla="*/ 498144 h 6142467"/>
                <a:gd name="connsiteX118" fmla="*/ 1999724 w 12190161"/>
                <a:gd name="connsiteY118" fmla="*/ 496237 h 6142467"/>
                <a:gd name="connsiteX119" fmla="*/ 2032833 w 12190161"/>
                <a:gd name="connsiteY119" fmla="*/ 425165 h 6142467"/>
                <a:gd name="connsiteX120" fmla="*/ 1961762 w 12190161"/>
                <a:gd name="connsiteY120" fmla="*/ 392056 h 6142467"/>
                <a:gd name="connsiteX121" fmla="*/ 1929404 w 12190161"/>
                <a:gd name="connsiteY121" fmla="*/ 423432 h 6142467"/>
                <a:gd name="connsiteX122" fmla="*/ 110716 w 12190161"/>
                <a:gd name="connsiteY122" fmla="*/ 59232 h 6142467"/>
                <a:gd name="connsiteX123" fmla="*/ 107538 w 12190161"/>
                <a:gd name="connsiteY123" fmla="*/ 36466 h 6142467"/>
                <a:gd name="connsiteX124" fmla="*/ 36466 w 12190161"/>
                <a:gd name="connsiteY124" fmla="*/ 3357 h 6142467"/>
                <a:gd name="connsiteX125" fmla="*/ 3357 w 12190161"/>
                <a:gd name="connsiteY125" fmla="*/ 74428 h 6142467"/>
                <a:gd name="connsiteX126" fmla="*/ 70037 w 12190161"/>
                <a:gd name="connsiteY126" fmla="*/ 108867 h 6142467"/>
                <a:gd name="connsiteX127" fmla="*/ 74428 w 12190161"/>
                <a:gd name="connsiteY127" fmla="*/ 107538 h 6142467"/>
                <a:gd name="connsiteX128" fmla="*/ 99217 w 12190161"/>
                <a:gd name="connsiteY128" fmla="*/ 89394 h 6142467"/>
                <a:gd name="connsiteX129" fmla="*/ 1321306 w 12190161"/>
                <a:gd name="connsiteY129" fmla="*/ 805891 h 6142467"/>
                <a:gd name="connsiteX130" fmla="*/ 288280 w 12190161"/>
                <a:gd name="connsiteY130" fmla="*/ 1386542 h 6142467"/>
                <a:gd name="connsiteX131" fmla="*/ 243441 w 12190161"/>
                <a:gd name="connsiteY131" fmla="*/ 1364296 h 6142467"/>
                <a:gd name="connsiteX132" fmla="*/ 70037 w 12190161"/>
                <a:gd name="connsiteY132" fmla="*/ 108867 h 6142467"/>
                <a:gd name="connsiteX133" fmla="*/ 1964824 w 12190161"/>
                <a:gd name="connsiteY133" fmla="*/ 1183207 h 6142467"/>
                <a:gd name="connsiteX134" fmla="*/ 1960028 w 12190161"/>
                <a:gd name="connsiteY134" fmla="*/ 1203200 h 6142467"/>
                <a:gd name="connsiteX135" fmla="*/ 297582 w 12190161"/>
                <a:gd name="connsiteY135" fmla="*/ 1405957 h 6142467"/>
                <a:gd name="connsiteX136" fmla="*/ 295965 w 12190161"/>
                <a:gd name="connsiteY136" fmla="*/ 1400756 h 6142467"/>
                <a:gd name="connsiteX137" fmla="*/ 295213 w 12190161"/>
                <a:gd name="connsiteY137" fmla="*/ 1399023 h 6142467"/>
                <a:gd name="connsiteX138" fmla="*/ 1335520 w 12190161"/>
                <a:gd name="connsiteY138" fmla="*/ 814269 h 6142467"/>
                <a:gd name="connsiteX139" fmla="*/ 1964824 w 12190161"/>
                <a:gd name="connsiteY139" fmla="*/ 1183207 h 6142467"/>
                <a:gd name="connsiteX140" fmla="*/ 3617389 w 12190161"/>
                <a:gd name="connsiteY140" fmla="*/ 1533597 h 6142467"/>
                <a:gd name="connsiteX141" fmla="*/ 3125376 w 12190161"/>
                <a:gd name="connsiteY141" fmla="*/ 2794054 h 6142467"/>
                <a:gd name="connsiteX142" fmla="*/ 3093075 w 12190161"/>
                <a:gd name="connsiteY142" fmla="*/ 2795787 h 6142467"/>
                <a:gd name="connsiteX143" fmla="*/ 3087471 w 12190161"/>
                <a:gd name="connsiteY143" fmla="*/ 2798214 h 6142467"/>
                <a:gd name="connsiteX144" fmla="*/ 2746094 w 12190161"/>
                <a:gd name="connsiteY144" fmla="*/ 2287017 h 6142467"/>
                <a:gd name="connsiteX145" fmla="*/ 3607566 w 12190161"/>
                <a:gd name="connsiteY145" fmla="*/ 1526779 h 6142467"/>
                <a:gd name="connsiteX146" fmla="*/ 3617389 w 12190161"/>
                <a:gd name="connsiteY146" fmla="*/ 1533597 h 6142467"/>
                <a:gd name="connsiteX147" fmla="*/ 11650530 w 12190161"/>
                <a:gd name="connsiteY147" fmla="*/ 1059323 h 6142467"/>
                <a:gd name="connsiteX148" fmla="*/ 11313141 w 12190161"/>
                <a:gd name="connsiteY148" fmla="*/ 1442995 h 6142467"/>
                <a:gd name="connsiteX149" fmla="*/ 11263275 w 12190161"/>
                <a:gd name="connsiteY149" fmla="*/ 1436870 h 6142467"/>
                <a:gd name="connsiteX150" fmla="*/ 11262986 w 12190161"/>
                <a:gd name="connsiteY150" fmla="*/ 1436986 h 6142467"/>
                <a:gd name="connsiteX151" fmla="*/ 10882261 w 12190161"/>
                <a:gd name="connsiteY151" fmla="*/ 743775 h 6142467"/>
                <a:gd name="connsiteX152" fmla="*/ 10892315 w 12190161"/>
                <a:gd name="connsiteY152" fmla="*/ 731352 h 6142467"/>
                <a:gd name="connsiteX153" fmla="*/ 11650530 w 12190161"/>
                <a:gd name="connsiteY153" fmla="*/ 1059323 h 6142467"/>
                <a:gd name="connsiteX154" fmla="*/ 9507512 w 12190161"/>
                <a:gd name="connsiteY154" fmla="*/ 2924005 h 6142467"/>
                <a:gd name="connsiteX155" fmla="*/ 10543716 w 12190161"/>
                <a:gd name="connsiteY155" fmla="*/ 2106448 h 6142467"/>
                <a:gd name="connsiteX156" fmla="*/ 10551979 w 12190161"/>
                <a:gd name="connsiteY156" fmla="*/ 2113093 h 6142467"/>
                <a:gd name="connsiteX157" fmla="*/ 10086776 w 12190161"/>
                <a:gd name="connsiteY157" fmla="*/ 3069963 h 6142467"/>
                <a:gd name="connsiteX158" fmla="*/ 10050200 w 12190161"/>
                <a:gd name="connsiteY158" fmla="*/ 3070425 h 6142467"/>
                <a:gd name="connsiteX159" fmla="*/ 10019460 w 12190161"/>
                <a:gd name="connsiteY159" fmla="*/ 3098045 h 6142467"/>
                <a:gd name="connsiteX160" fmla="*/ 9507512 w 12190161"/>
                <a:gd name="connsiteY160" fmla="*/ 2924005 h 6142467"/>
                <a:gd name="connsiteX161" fmla="*/ 2309725 w 12190161"/>
                <a:gd name="connsiteY161" fmla="*/ 6034873 h 6142467"/>
                <a:gd name="connsiteX162" fmla="*/ 2293199 w 12190161"/>
                <a:gd name="connsiteY162" fmla="*/ 6044464 h 6142467"/>
                <a:gd name="connsiteX163" fmla="*/ 1851167 w 12190161"/>
                <a:gd name="connsiteY163" fmla="*/ 5636697 h 6142467"/>
                <a:gd name="connsiteX164" fmla="*/ 2594532 w 12190161"/>
                <a:gd name="connsiteY164" fmla="*/ 5294454 h 6142467"/>
                <a:gd name="connsiteX165" fmla="*/ 2339887 w 12190161"/>
                <a:gd name="connsiteY165" fmla="*/ 6032677 h 6142467"/>
                <a:gd name="connsiteX166" fmla="*/ 2309725 w 12190161"/>
                <a:gd name="connsiteY166" fmla="*/ 6034873 h 6142467"/>
                <a:gd name="connsiteX167" fmla="*/ 2019544 w 12190161"/>
                <a:gd name="connsiteY167" fmla="*/ 1260982 h 6142467"/>
                <a:gd name="connsiteX168" fmla="*/ 2316948 w 12190161"/>
                <a:gd name="connsiteY168" fmla="*/ 2587367 h 6142467"/>
                <a:gd name="connsiteX169" fmla="*/ 2303369 w 12190161"/>
                <a:gd name="connsiteY169" fmla="*/ 2594590 h 6142467"/>
                <a:gd name="connsiteX170" fmla="*/ 1517129 w 12190161"/>
                <a:gd name="connsiteY170" fmla="*/ 1762356 h 6142467"/>
                <a:gd name="connsiteX171" fmla="*/ 1981928 w 12190161"/>
                <a:gd name="connsiteY171" fmla="*/ 1249830 h 6142467"/>
                <a:gd name="connsiteX172" fmla="*/ 2019544 w 12190161"/>
                <a:gd name="connsiteY172" fmla="*/ 1260982 h 6142467"/>
                <a:gd name="connsiteX173" fmla="*/ 5421574 w 12190161"/>
                <a:gd name="connsiteY173" fmla="*/ 1826090 h 6142467"/>
                <a:gd name="connsiteX174" fmla="*/ 5429433 w 12190161"/>
                <a:gd name="connsiteY174" fmla="*/ 1822449 h 6142467"/>
                <a:gd name="connsiteX175" fmla="*/ 5491432 w 12190161"/>
                <a:gd name="connsiteY175" fmla="*/ 1906638 h 6142467"/>
                <a:gd name="connsiteX176" fmla="*/ 5255335 w 12190161"/>
                <a:gd name="connsiteY176" fmla="*/ 2624117 h 6142467"/>
                <a:gd name="connsiteX177" fmla="*/ 5399790 w 12190161"/>
                <a:gd name="connsiteY177" fmla="*/ 1829383 h 6142467"/>
                <a:gd name="connsiteX178" fmla="*/ 5421574 w 12190161"/>
                <a:gd name="connsiteY178" fmla="*/ 1826090 h 6142467"/>
                <a:gd name="connsiteX179" fmla="*/ 5794961 w 12190161"/>
                <a:gd name="connsiteY179" fmla="*/ 1055567 h 6142467"/>
                <a:gd name="connsiteX180" fmla="*/ 5917922 w 12190161"/>
                <a:gd name="connsiteY180" fmla="*/ 2435805 h 6142467"/>
                <a:gd name="connsiteX181" fmla="*/ 5910930 w 12190161"/>
                <a:gd name="connsiteY181" fmla="*/ 2437770 h 6142467"/>
                <a:gd name="connsiteX182" fmla="*/ 5903071 w 12190161"/>
                <a:gd name="connsiteY182" fmla="*/ 2441410 h 6142467"/>
                <a:gd name="connsiteX183" fmla="*/ 5507265 w 12190161"/>
                <a:gd name="connsiteY183" fmla="*/ 1904038 h 6142467"/>
                <a:gd name="connsiteX184" fmla="*/ 5786756 w 12190161"/>
                <a:gd name="connsiteY184" fmla="*/ 1054527 h 6142467"/>
                <a:gd name="connsiteX185" fmla="*/ 5794961 w 12190161"/>
                <a:gd name="connsiteY185" fmla="*/ 1055567 h 6142467"/>
                <a:gd name="connsiteX186" fmla="*/ 6972038 w 12190161"/>
                <a:gd name="connsiteY186" fmla="*/ 1497194 h 6142467"/>
                <a:gd name="connsiteX187" fmla="*/ 7080033 w 12190161"/>
                <a:gd name="connsiteY187" fmla="*/ 2398478 h 6142467"/>
                <a:gd name="connsiteX188" fmla="*/ 7074659 w 12190161"/>
                <a:gd name="connsiteY188" fmla="*/ 2400154 h 6142467"/>
                <a:gd name="connsiteX189" fmla="*/ 7062351 w 12190161"/>
                <a:gd name="connsiteY189" fmla="*/ 2406510 h 6142467"/>
                <a:gd name="connsiteX190" fmla="*/ 6570685 w 12190161"/>
                <a:gd name="connsiteY190" fmla="*/ 1855847 h 6142467"/>
                <a:gd name="connsiteX191" fmla="*/ 6938871 w 12190161"/>
                <a:gd name="connsiteY191" fmla="*/ 1485812 h 6142467"/>
                <a:gd name="connsiteX192" fmla="*/ 6972038 w 12190161"/>
                <a:gd name="connsiteY192" fmla="*/ 1497194 h 6142467"/>
                <a:gd name="connsiteX193" fmla="*/ 8636159 w 12190161"/>
                <a:gd name="connsiteY193" fmla="*/ 2411132 h 6142467"/>
                <a:gd name="connsiteX194" fmla="*/ 8461080 w 12190161"/>
                <a:gd name="connsiteY194" fmla="*/ 2690393 h 6142467"/>
                <a:gd name="connsiteX195" fmla="*/ 8418957 w 12190161"/>
                <a:gd name="connsiteY195" fmla="*/ 2688659 h 6142467"/>
                <a:gd name="connsiteX196" fmla="*/ 8411445 w 12190161"/>
                <a:gd name="connsiteY196" fmla="*/ 2692126 h 6142467"/>
                <a:gd name="connsiteX197" fmla="*/ 7760820 w 12190161"/>
                <a:gd name="connsiteY197" fmla="*/ 1795407 h 6142467"/>
                <a:gd name="connsiteX198" fmla="*/ 7762958 w 12190161"/>
                <a:gd name="connsiteY198" fmla="*/ 1792981 h 6142467"/>
                <a:gd name="connsiteX199" fmla="*/ 8636159 w 12190161"/>
                <a:gd name="connsiteY199" fmla="*/ 2411132 h 6142467"/>
                <a:gd name="connsiteX200" fmla="*/ 9112803 w 12190161"/>
                <a:gd name="connsiteY200" fmla="*/ 1721273 h 6142467"/>
                <a:gd name="connsiteX201" fmla="*/ 9206121 w 12190161"/>
                <a:gd name="connsiteY201" fmla="*/ 2428814 h 6142467"/>
                <a:gd name="connsiteX202" fmla="*/ 9254658 w 12190161"/>
                <a:gd name="connsiteY202" fmla="*/ 2796943 h 6142467"/>
                <a:gd name="connsiteX203" fmla="*/ 9249977 w 12190161"/>
                <a:gd name="connsiteY203" fmla="*/ 2798387 h 6142467"/>
                <a:gd name="connsiteX204" fmla="*/ 9228251 w 12190161"/>
                <a:gd name="connsiteY204" fmla="*/ 2812891 h 6142467"/>
                <a:gd name="connsiteX205" fmla="*/ 8655400 w 12190161"/>
                <a:gd name="connsiteY205" fmla="*/ 2407319 h 6142467"/>
                <a:gd name="connsiteX206" fmla="*/ 9088939 w 12190161"/>
                <a:gd name="connsiteY206" fmla="*/ 1715842 h 6142467"/>
                <a:gd name="connsiteX207" fmla="*/ 9112803 w 12190161"/>
                <a:gd name="connsiteY207" fmla="*/ 1721273 h 6142467"/>
                <a:gd name="connsiteX208" fmla="*/ 9762966 w 12190161"/>
                <a:gd name="connsiteY208" fmla="*/ 893026 h 6142467"/>
                <a:gd name="connsiteX209" fmla="*/ 10729370 w 12190161"/>
                <a:gd name="connsiteY209" fmla="*/ 1273636 h 6142467"/>
                <a:gd name="connsiteX210" fmla="*/ 10585897 w 12190161"/>
                <a:gd name="connsiteY210" fmla="*/ 2011512 h 6142467"/>
                <a:gd name="connsiteX211" fmla="*/ 10563478 w 12190161"/>
                <a:gd name="connsiteY211" fmla="*/ 2014748 h 6142467"/>
                <a:gd name="connsiteX212" fmla="*/ 10556082 w 12190161"/>
                <a:gd name="connsiteY212" fmla="*/ 2018099 h 6142467"/>
                <a:gd name="connsiteX213" fmla="*/ 9754934 w 12190161"/>
                <a:gd name="connsiteY213" fmla="*/ 907414 h 6142467"/>
                <a:gd name="connsiteX214" fmla="*/ 9762966 w 12190161"/>
                <a:gd name="connsiteY214" fmla="*/ 893026 h 6142467"/>
                <a:gd name="connsiteX215" fmla="*/ 10863655 w 12190161"/>
                <a:gd name="connsiteY215" fmla="*/ 755158 h 6142467"/>
                <a:gd name="connsiteX216" fmla="*/ 10870474 w 12190161"/>
                <a:gd name="connsiteY216" fmla="*/ 752096 h 6142467"/>
                <a:gd name="connsiteX217" fmla="*/ 11250332 w 12190161"/>
                <a:gd name="connsiteY217" fmla="*/ 1443746 h 6142467"/>
                <a:gd name="connsiteX218" fmla="*/ 11236349 w 12190161"/>
                <a:gd name="connsiteY218" fmla="*/ 1458018 h 6142467"/>
                <a:gd name="connsiteX219" fmla="*/ 10745607 w 12190161"/>
                <a:gd name="connsiteY219" fmla="*/ 1264738 h 6142467"/>
                <a:gd name="connsiteX220" fmla="*/ 10844067 w 12190161"/>
                <a:gd name="connsiteY220" fmla="*/ 758452 h 6142467"/>
                <a:gd name="connsiteX221" fmla="*/ 10863655 w 12190161"/>
                <a:gd name="connsiteY221" fmla="*/ 755158 h 6142467"/>
                <a:gd name="connsiteX222" fmla="*/ 10599880 w 12190161"/>
                <a:gd name="connsiteY222" fmla="*/ 2014228 h 6142467"/>
                <a:gd name="connsiteX223" fmla="*/ 10742833 w 12190161"/>
                <a:gd name="connsiteY223" fmla="*/ 1278894 h 6142467"/>
                <a:gd name="connsiteX224" fmla="*/ 11229877 w 12190161"/>
                <a:gd name="connsiteY224" fmla="*/ 1470730 h 6142467"/>
                <a:gd name="connsiteX225" fmla="*/ 11230109 w 12190161"/>
                <a:gd name="connsiteY225" fmla="*/ 1507884 h 6142467"/>
                <a:gd name="connsiteX226" fmla="*/ 11232420 w 12190161"/>
                <a:gd name="connsiteY226" fmla="*/ 1513258 h 6142467"/>
                <a:gd name="connsiteX227" fmla="*/ 10619873 w 12190161"/>
                <a:gd name="connsiteY227" fmla="*/ 2026015 h 6142467"/>
                <a:gd name="connsiteX228" fmla="*/ 10599880 w 12190161"/>
                <a:gd name="connsiteY228" fmla="*/ 2014228 h 6142467"/>
                <a:gd name="connsiteX229" fmla="*/ 10530311 w 12190161"/>
                <a:gd name="connsiteY229" fmla="*/ 2085762 h 6142467"/>
                <a:gd name="connsiteX230" fmla="*/ 10531582 w 12190161"/>
                <a:gd name="connsiteY230" fmla="*/ 2088767 h 6142467"/>
                <a:gd name="connsiteX231" fmla="*/ 10107809 w 12190161"/>
                <a:gd name="connsiteY231" fmla="*/ 2341621 h 6142467"/>
                <a:gd name="connsiteX232" fmla="*/ 9312498 w 12190161"/>
                <a:gd name="connsiteY232" fmla="*/ 2816126 h 6142467"/>
                <a:gd name="connsiteX233" fmla="*/ 9288056 w 12190161"/>
                <a:gd name="connsiteY233" fmla="*/ 2798387 h 6142467"/>
                <a:gd name="connsiteX234" fmla="*/ 9517508 w 12190161"/>
                <a:gd name="connsiteY234" fmla="*/ 1782926 h 6142467"/>
                <a:gd name="connsiteX235" fmla="*/ 10527480 w 12190161"/>
                <a:gd name="connsiteY235" fmla="*/ 2059182 h 6142467"/>
                <a:gd name="connsiteX236" fmla="*/ 10530311 w 12190161"/>
                <a:gd name="connsiteY236" fmla="*/ 2085762 h 6142467"/>
                <a:gd name="connsiteX237" fmla="*/ 9220047 w 12190161"/>
                <a:gd name="connsiteY237" fmla="*/ 2824505 h 6142467"/>
                <a:gd name="connsiteX238" fmla="*/ 9215424 w 12190161"/>
                <a:gd name="connsiteY238" fmla="*/ 2836119 h 6142467"/>
                <a:gd name="connsiteX239" fmla="*/ 8493207 w 12190161"/>
                <a:gd name="connsiteY239" fmla="*/ 2740779 h 6142467"/>
                <a:gd name="connsiteX240" fmla="*/ 8489913 w 12190161"/>
                <a:gd name="connsiteY240" fmla="*/ 2721653 h 6142467"/>
                <a:gd name="connsiteX241" fmla="*/ 8473041 w 12190161"/>
                <a:gd name="connsiteY241" fmla="*/ 2697904 h 6142467"/>
                <a:gd name="connsiteX242" fmla="*/ 8647716 w 12190161"/>
                <a:gd name="connsiteY242" fmla="*/ 2419280 h 6142467"/>
                <a:gd name="connsiteX243" fmla="*/ 9220047 w 12190161"/>
                <a:gd name="connsiteY243" fmla="*/ 2824505 h 6142467"/>
                <a:gd name="connsiteX244" fmla="*/ 5249846 w 12190161"/>
                <a:gd name="connsiteY244" fmla="*/ 3973326 h 6142467"/>
                <a:gd name="connsiteX245" fmla="*/ 5717302 w 12190161"/>
                <a:gd name="connsiteY245" fmla="*/ 2990859 h 6142467"/>
                <a:gd name="connsiteX246" fmla="*/ 6087454 w 12190161"/>
                <a:gd name="connsiteY246" fmla="*/ 3184487 h 6142467"/>
                <a:gd name="connsiteX247" fmla="*/ 6087049 w 12190161"/>
                <a:gd name="connsiteY247" fmla="*/ 3223316 h 6142467"/>
                <a:gd name="connsiteX248" fmla="*/ 6092712 w 12190161"/>
                <a:gd name="connsiteY248" fmla="*/ 3234583 h 6142467"/>
                <a:gd name="connsiteX249" fmla="*/ 5256144 w 12190161"/>
                <a:gd name="connsiteY249" fmla="*/ 3978007 h 6142467"/>
                <a:gd name="connsiteX250" fmla="*/ 5249846 w 12190161"/>
                <a:gd name="connsiteY250" fmla="*/ 3973326 h 6142467"/>
                <a:gd name="connsiteX251" fmla="*/ 5236152 w 12190161"/>
                <a:gd name="connsiteY251" fmla="*/ 3006056 h 6142467"/>
                <a:gd name="connsiteX252" fmla="*/ 5238232 w 12190161"/>
                <a:gd name="connsiteY252" fmla="*/ 2779088 h 6142467"/>
                <a:gd name="connsiteX253" fmla="*/ 5248922 w 12190161"/>
                <a:gd name="connsiteY253" fmla="*/ 2776372 h 6142467"/>
                <a:gd name="connsiteX254" fmla="*/ 5273421 w 12190161"/>
                <a:gd name="connsiteY254" fmla="*/ 2758633 h 6142467"/>
                <a:gd name="connsiteX255" fmla="*/ 5704648 w 12190161"/>
                <a:gd name="connsiteY255" fmla="*/ 2984214 h 6142467"/>
                <a:gd name="connsiteX256" fmla="*/ 5236961 w 12190161"/>
                <a:gd name="connsiteY256" fmla="*/ 3967144 h 6142467"/>
                <a:gd name="connsiteX257" fmla="*/ 5227427 w 12190161"/>
                <a:gd name="connsiteY257" fmla="*/ 3964890 h 6142467"/>
                <a:gd name="connsiteX258" fmla="*/ 5236152 w 12190161"/>
                <a:gd name="connsiteY258" fmla="*/ 3006056 h 6142467"/>
                <a:gd name="connsiteX259" fmla="*/ 1262080 w 12190161"/>
                <a:gd name="connsiteY259" fmla="*/ 5035937 h 6142467"/>
                <a:gd name="connsiteX260" fmla="*/ 1241451 w 12190161"/>
                <a:gd name="connsiteY260" fmla="*/ 5009300 h 6142467"/>
                <a:gd name="connsiteX261" fmla="*/ 1666438 w 12190161"/>
                <a:gd name="connsiteY261" fmla="*/ 4182208 h 6142467"/>
                <a:gd name="connsiteX262" fmla="*/ 2608458 w 12190161"/>
                <a:gd name="connsiteY262" fmla="*/ 5224769 h 6142467"/>
                <a:gd name="connsiteX263" fmla="*/ 2597248 w 12190161"/>
                <a:gd name="connsiteY263" fmla="*/ 5245917 h 6142467"/>
                <a:gd name="connsiteX264" fmla="*/ 1265373 w 12190161"/>
                <a:gd name="connsiteY264" fmla="*/ 5055583 h 6142467"/>
                <a:gd name="connsiteX265" fmla="*/ 1262080 w 12190161"/>
                <a:gd name="connsiteY265" fmla="*/ 5035937 h 6142467"/>
                <a:gd name="connsiteX266" fmla="*/ 1075155 w 12190161"/>
                <a:gd name="connsiteY266" fmla="*/ 3530659 h 6142467"/>
                <a:gd name="connsiteX267" fmla="*/ 1063656 w 12190161"/>
                <a:gd name="connsiteY267" fmla="*/ 3511880 h 6142467"/>
                <a:gd name="connsiteX268" fmla="*/ 1534290 w 12190161"/>
                <a:gd name="connsiteY268" fmla="*/ 2945096 h 6142467"/>
                <a:gd name="connsiteX269" fmla="*/ 1559368 w 12190161"/>
                <a:gd name="connsiteY269" fmla="*/ 2953474 h 6142467"/>
                <a:gd name="connsiteX270" fmla="*/ 1569018 w 12190161"/>
                <a:gd name="connsiteY270" fmla="*/ 3528405 h 6142467"/>
                <a:gd name="connsiteX271" fmla="*/ 1077755 w 12190161"/>
                <a:gd name="connsiteY271" fmla="*/ 3541059 h 6142467"/>
                <a:gd name="connsiteX272" fmla="*/ 1075155 w 12190161"/>
                <a:gd name="connsiteY272" fmla="*/ 3530659 h 6142467"/>
                <a:gd name="connsiteX273" fmla="*/ 1231628 w 12190161"/>
                <a:gd name="connsiteY273" fmla="*/ 1502510 h 6142467"/>
                <a:gd name="connsiteX274" fmla="*/ 1245207 w 12190161"/>
                <a:gd name="connsiteY274" fmla="*/ 1495230 h 6142467"/>
                <a:gd name="connsiteX275" fmla="*/ 1497715 w 12190161"/>
                <a:gd name="connsiteY275" fmla="*/ 1762529 h 6142467"/>
                <a:gd name="connsiteX276" fmla="*/ 1210596 w 12190161"/>
                <a:gd name="connsiteY276" fmla="*/ 2079175 h 6142467"/>
                <a:gd name="connsiteX277" fmla="*/ 1187656 w 12190161"/>
                <a:gd name="connsiteY277" fmla="*/ 2070045 h 6142467"/>
                <a:gd name="connsiteX278" fmla="*/ 1216952 w 12190161"/>
                <a:gd name="connsiteY278" fmla="*/ 1505688 h 6142467"/>
                <a:gd name="connsiteX279" fmla="*/ 1231628 w 12190161"/>
                <a:gd name="connsiteY279" fmla="*/ 1502510 h 6142467"/>
                <a:gd name="connsiteX280" fmla="*/ 3110814 w 12190161"/>
                <a:gd name="connsiteY280" fmla="*/ 2903204 h 6142467"/>
                <a:gd name="connsiteX281" fmla="*/ 3143692 w 12190161"/>
                <a:gd name="connsiteY281" fmla="*/ 3571048 h 6142467"/>
                <a:gd name="connsiteX282" fmla="*/ 3141554 w 12190161"/>
                <a:gd name="connsiteY282" fmla="*/ 3571684 h 6142467"/>
                <a:gd name="connsiteX283" fmla="*/ 3130691 w 12190161"/>
                <a:gd name="connsiteY283" fmla="*/ 3577057 h 6142467"/>
                <a:gd name="connsiteX284" fmla="*/ 2723964 w 12190161"/>
                <a:gd name="connsiteY284" fmla="*/ 3091516 h 6142467"/>
                <a:gd name="connsiteX285" fmla="*/ 3068749 w 12190161"/>
                <a:gd name="connsiteY285" fmla="*/ 2882402 h 6142467"/>
                <a:gd name="connsiteX286" fmla="*/ 3110814 w 12190161"/>
                <a:gd name="connsiteY286" fmla="*/ 2903204 h 6142467"/>
                <a:gd name="connsiteX287" fmla="*/ 7739094 w 12190161"/>
                <a:gd name="connsiteY287" fmla="*/ 1809795 h 6142467"/>
                <a:gd name="connsiteX288" fmla="*/ 7749784 w 12190161"/>
                <a:gd name="connsiteY288" fmla="*/ 1804537 h 6142467"/>
                <a:gd name="connsiteX289" fmla="*/ 8399831 w 12190161"/>
                <a:gd name="connsiteY289" fmla="*/ 2700447 h 6142467"/>
                <a:gd name="connsiteX290" fmla="*/ 8385617 w 12190161"/>
                <a:gd name="connsiteY290" fmla="*/ 2722231 h 6142467"/>
                <a:gd name="connsiteX291" fmla="*/ 7505193 w 12190161"/>
                <a:gd name="connsiteY291" fmla="*/ 2533284 h 6142467"/>
                <a:gd name="connsiteX292" fmla="*/ 7714710 w 12190161"/>
                <a:gd name="connsiteY292" fmla="*/ 1812800 h 6142467"/>
                <a:gd name="connsiteX293" fmla="*/ 7739094 w 12190161"/>
                <a:gd name="connsiteY293" fmla="*/ 1809795 h 6142467"/>
                <a:gd name="connsiteX294" fmla="*/ 7227897 w 12190161"/>
                <a:gd name="connsiteY294" fmla="*/ 3435838 h 6142467"/>
                <a:gd name="connsiteX295" fmla="*/ 7219865 w 12190161"/>
                <a:gd name="connsiteY295" fmla="*/ 3435203 h 6142467"/>
                <a:gd name="connsiteX296" fmla="*/ 7153300 w 12190161"/>
                <a:gd name="connsiteY296" fmla="*/ 2885407 h 6142467"/>
                <a:gd name="connsiteX297" fmla="*/ 7107364 w 12190161"/>
                <a:gd name="connsiteY297" fmla="*/ 2505895 h 6142467"/>
                <a:gd name="connsiteX298" fmla="*/ 7112621 w 12190161"/>
                <a:gd name="connsiteY298" fmla="*/ 2504277 h 6142467"/>
                <a:gd name="connsiteX299" fmla="*/ 7145904 w 12190161"/>
                <a:gd name="connsiteY299" fmla="*/ 2470706 h 6142467"/>
                <a:gd name="connsiteX300" fmla="*/ 7487280 w 12190161"/>
                <a:gd name="connsiteY300" fmla="*/ 2543973 h 6142467"/>
                <a:gd name="connsiteX301" fmla="*/ 7227897 w 12190161"/>
                <a:gd name="connsiteY301" fmla="*/ 3435838 h 6142467"/>
                <a:gd name="connsiteX302" fmla="*/ 5723427 w 12190161"/>
                <a:gd name="connsiteY302" fmla="*/ 2977974 h 6142467"/>
                <a:gd name="connsiteX303" fmla="*/ 5929305 w 12190161"/>
                <a:gd name="connsiteY303" fmla="*/ 2545244 h 6142467"/>
                <a:gd name="connsiteX304" fmla="*/ 5948951 w 12190161"/>
                <a:gd name="connsiteY304" fmla="*/ 2541951 h 6142467"/>
                <a:gd name="connsiteX305" fmla="*/ 5959293 w 12190161"/>
                <a:gd name="connsiteY305" fmla="*/ 2536924 h 6142467"/>
                <a:gd name="connsiteX306" fmla="*/ 6118425 w 12190161"/>
                <a:gd name="connsiteY306" fmla="*/ 3152995 h 6142467"/>
                <a:gd name="connsiteX307" fmla="*/ 6094214 w 12190161"/>
                <a:gd name="connsiteY307" fmla="*/ 3171890 h 6142467"/>
                <a:gd name="connsiteX308" fmla="*/ 5723427 w 12190161"/>
                <a:gd name="connsiteY308" fmla="*/ 2977974 h 6142467"/>
                <a:gd name="connsiteX309" fmla="*/ 6132177 w 12190161"/>
                <a:gd name="connsiteY309" fmla="*/ 3149355 h 6142467"/>
                <a:gd name="connsiteX310" fmla="*/ 5971312 w 12190161"/>
                <a:gd name="connsiteY310" fmla="*/ 2526696 h 6142467"/>
                <a:gd name="connsiteX311" fmla="*/ 5980499 w 12190161"/>
                <a:gd name="connsiteY311" fmla="*/ 2512482 h 6142467"/>
                <a:gd name="connsiteX312" fmla="*/ 6489616 w 12190161"/>
                <a:gd name="connsiteY312" fmla="*/ 2918169 h 6142467"/>
                <a:gd name="connsiteX313" fmla="*/ 6177074 w 12190161"/>
                <a:gd name="connsiteY313" fmla="*/ 3163974 h 6142467"/>
                <a:gd name="connsiteX314" fmla="*/ 6132177 w 12190161"/>
                <a:gd name="connsiteY314" fmla="*/ 3149355 h 6142467"/>
                <a:gd name="connsiteX315" fmla="*/ 5984775 w 12190161"/>
                <a:gd name="connsiteY315" fmla="*/ 2497690 h 6142467"/>
                <a:gd name="connsiteX316" fmla="*/ 5985237 w 12190161"/>
                <a:gd name="connsiteY316" fmla="*/ 2487058 h 6142467"/>
                <a:gd name="connsiteX317" fmla="*/ 7038834 w 12190161"/>
                <a:gd name="connsiteY317" fmla="*/ 2460767 h 6142467"/>
                <a:gd name="connsiteX318" fmla="*/ 7041492 w 12190161"/>
                <a:gd name="connsiteY318" fmla="*/ 2471226 h 6142467"/>
                <a:gd name="connsiteX319" fmla="*/ 7045999 w 12190161"/>
                <a:gd name="connsiteY319" fmla="*/ 2480586 h 6142467"/>
                <a:gd name="connsiteX320" fmla="*/ 6501057 w 12190161"/>
                <a:gd name="connsiteY320" fmla="*/ 2909155 h 6142467"/>
                <a:gd name="connsiteX321" fmla="*/ 5984775 w 12190161"/>
                <a:gd name="connsiteY321" fmla="*/ 2497690 h 6142467"/>
                <a:gd name="connsiteX322" fmla="*/ 7054897 w 12190161"/>
                <a:gd name="connsiteY322" fmla="*/ 2491796 h 6142467"/>
                <a:gd name="connsiteX323" fmla="*/ 7093149 w 12190161"/>
                <a:gd name="connsiteY323" fmla="*/ 2507628 h 6142467"/>
                <a:gd name="connsiteX324" fmla="*/ 7140011 w 12190161"/>
                <a:gd name="connsiteY324" fmla="*/ 2894421 h 6142467"/>
                <a:gd name="connsiteX325" fmla="*/ 7205709 w 12190161"/>
                <a:gd name="connsiteY325" fmla="*/ 3436878 h 6142467"/>
                <a:gd name="connsiteX326" fmla="*/ 7200451 w 12190161"/>
                <a:gd name="connsiteY326" fmla="*/ 3438496 h 6142467"/>
                <a:gd name="connsiteX327" fmla="*/ 7180920 w 12190161"/>
                <a:gd name="connsiteY327" fmla="*/ 3450746 h 6142467"/>
                <a:gd name="connsiteX328" fmla="*/ 6512671 w 12190161"/>
                <a:gd name="connsiteY328" fmla="*/ 2918227 h 6142467"/>
                <a:gd name="connsiteX329" fmla="*/ 7054897 w 12190161"/>
                <a:gd name="connsiteY329" fmla="*/ 2491796 h 6142467"/>
                <a:gd name="connsiteX330" fmla="*/ 5879670 w 12190161"/>
                <a:gd name="connsiteY330" fmla="*/ 2513175 h 6142467"/>
                <a:gd name="connsiteX331" fmla="*/ 5914512 w 12190161"/>
                <a:gd name="connsiteY331" fmla="*/ 2543049 h 6142467"/>
                <a:gd name="connsiteX332" fmla="*/ 5710773 w 12190161"/>
                <a:gd name="connsiteY332" fmla="*/ 2971329 h 6142467"/>
                <a:gd name="connsiteX333" fmla="*/ 5280702 w 12190161"/>
                <a:gd name="connsiteY333" fmla="*/ 2746383 h 6142467"/>
                <a:gd name="connsiteX334" fmla="*/ 5284920 w 12190161"/>
                <a:gd name="connsiteY334" fmla="*/ 2717897 h 6142467"/>
                <a:gd name="connsiteX335" fmla="*/ 5879670 w 12190161"/>
                <a:gd name="connsiteY335" fmla="*/ 2513175 h 6142467"/>
                <a:gd name="connsiteX336" fmla="*/ 1591726 w 12190161"/>
                <a:gd name="connsiteY336" fmla="*/ 4027006 h 6142467"/>
                <a:gd name="connsiteX337" fmla="*/ 1583579 w 12190161"/>
                <a:gd name="connsiteY337" fmla="*/ 3542330 h 6142467"/>
                <a:gd name="connsiteX338" fmla="*/ 1941596 w 12190161"/>
                <a:gd name="connsiteY338" fmla="*/ 3533085 h 6142467"/>
                <a:gd name="connsiteX339" fmla="*/ 1944254 w 12190161"/>
                <a:gd name="connsiteY339" fmla="*/ 3543486 h 6142467"/>
                <a:gd name="connsiteX340" fmla="*/ 1958006 w 12190161"/>
                <a:gd name="connsiteY340" fmla="*/ 3564519 h 6142467"/>
                <a:gd name="connsiteX341" fmla="*/ 1612296 w 12190161"/>
                <a:gd name="connsiteY341" fmla="*/ 4033593 h 6142467"/>
                <a:gd name="connsiteX342" fmla="*/ 1591726 w 12190161"/>
                <a:gd name="connsiteY342" fmla="*/ 4027006 h 6142467"/>
                <a:gd name="connsiteX343" fmla="*/ 1582885 w 12190161"/>
                <a:gd name="connsiteY343" fmla="*/ 2950412 h 6142467"/>
                <a:gd name="connsiteX344" fmla="*/ 1591264 w 12190161"/>
                <a:gd name="connsiteY344" fmla="*/ 2946483 h 6142467"/>
                <a:gd name="connsiteX345" fmla="*/ 1959393 w 12190161"/>
                <a:gd name="connsiteY345" fmla="*/ 3483277 h 6142467"/>
                <a:gd name="connsiteX346" fmla="*/ 1941249 w 12190161"/>
                <a:gd name="connsiteY346" fmla="*/ 3518813 h 6142467"/>
                <a:gd name="connsiteX347" fmla="*/ 1583290 w 12190161"/>
                <a:gd name="connsiteY347" fmla="*/ 3528058 h 6142467"/>
                <a:gd name="connsiteX348" fmla="*/ 1573640 w 12190161"/>
                <a:gd name="connsiteY348" fmla="*/ 2952839 h 6142467"/>
                <a:gd name="connsiteX349" fmla="*/ 1582885 w 12190161"/>
                <a:gd name="connsiteY349" fmla="*/ 2950412 h 6142467"/>
                <a:gd name="connsiteX350" fmla="*/ 1602704 w 12190161"/>
                <a:gd name="connsiteY350" fmla="*/ 2937873 h 6142467"/>
                <a:gd name="connsiteX351" fmla="*/ 1619172 w 12190161"/>
                <a:gd name="connsiteY351" fmla="*/ 2894537 h 6142467"/>
                <a:gd name="connsiteX352" fmla="*/ 1889188 w 12190161"/>
                <a:gd name="connsiteY352" fmla="*/ 3355695 h 6142467"/>
                <a:gd name="connsiteX353" fmla="*/ 1602704 w 12190161"/>
                <a:gd name="connsiteY353" fmla="*/ 2937873 h 6142467"/>
                <a:gd name="connsiteX354" fmla="*/ 3156116 w 12190161"/>
                <a:gd name="connsiteY354" fmla="*/ 3679043 h 6142467"/>
                <a:gd name="connsiteX355" fmla="*/ 3200839 w 12190161"/>
                <a:gd name="connsiteY355" fmla="*/ 4459793 h 6142467"/>
                <a:gd name="connsiteX356" fmla="*/ 3192114 w 12190161"/>
                <a:gd name="connsiteY356" fmla="*/ 4462104 h 6142467"/>
                <a:gd name="connsiteX357" fmla="*/ 3172988 w 12190161"/>
                <a:gd name="connsiteY357" fmla="*/ 4473950 h 6142467"/>
                <a:gd name="connsiteX358" fmla="*/ 2958039 w 12190161"/>
                <a:gd name="connsiteY358" fmla="*/ 4298870 h 6142467"/>
                <a:gd name="connsiteX359" fmla="*/ 3150915 w 12190161"/>
                <a:gd name="connsiteY359" fmla="*/ 3678407 h 6142467"/>
                <a:gd name="connsiteX360" fmla="*/ 3156116 w 12190161"/>
                <a:gd name="connsiteY360" fmla="*/ 3679043 h 6142467"/>
                <a:gd name="connsiteX361" fmla="*/ 3108388 w 12190161"/>
                <a:gd name="connsiteY361" fmla="*/ 3642756 h 6142467"/>
                <a:gd name="connsiteX362" fmla="*/ 3137336 w 12190161"/>
                <a:gd name="connsiteY362" fmla="*/ 3674131 h 6142467"/>
                <a:gd name="connsiteX363" fmla="*/ 2946136 w 12190161"/>
                <a:gd name="connsiteY363" fmla="*/ 4289105 h 6142467"/>
                <a:gd name="connsiteX364" fmla="*/ 2043465 w 12190161"/>
                <a:gd name="connsiteY364" fmla="*/ 3553714 h 6142467"/>
                <a:gd name="connsiteX365" fmla="*/ 2050515 w 12190161"/>
                <a:gd name="connsiteY365" fmla="*/ 3536321 h 6142467"/>
                <a:gd name="connsiteX366" fmla="*/ 3105152 w 12190161"/>
                <a:gd name="connsiteY366" fmla="*/ 3626288 h 6142467"/>
                <a:gd name="connsiteX367" fmla="*/ 3108388 w 12190161"/>
                <a:gd name="connsiteY367" fmla="*/ 3642756 h 6142467"/>
                <a:gd name="connsiteX368" fmla="*/ 2034451 w 12190161"/>
                <a:gd name="connsiteY368" fmla="*/ 3564750 h 6142467"/>
                <a:gd name="connsiteX369" fmla="*/ 2941571 w 12190161"/>
                <a:gd name="connsiteY369" fmla="*/ 4303782 h 6142467"/>
                <a:gd name="connsiteX370" fmla="*/ 2660924 w 12190161"/>
                <a:gd name="connsiteY370" fmla="*/ 5206394 h 6142467"/>
                <a:gd name="connsiteX371" fmla="*/ 2638967 w 12190161"/>
                <a:gd name="connsiteY371" fmla="*/ 5206626 h 6142467"/>
                <a:gd name="connsiteX372" fmla="*/ 2022433 w 12190161"/>
                <a:gd name="connsiteY372" fmla="*/ 3573359 h 6142467"/>
                <a:gd name="connsiteX373" fmla="*/ 2034451 w 12190161"/>
                <a:gd name="connsiteY373" fmla="*/ 3564750 h 6142467"/>
                <a:gd name="connsiteX374" fmla="*/ 2678374 w 12190161"/>
                <a:gd name="connsiteY374" fmla="*/ 5212866 h 6142467"/>
                <a:gd name="connsiteX375" fmla="*/ 2674502 w 12190161"/>
                <a:gd name="connsiteY375" fmla="*/ 5210843 h 6142467"/>
                <a:gd name="connsiteX376" fmla="*/ 2953474 w 12190161"/>
                <a:gd name="connsiteY376" fmla="*/ 4313489 h 6142467"/>
                <a:gd name="connsiteX377" fmla="*/ 3163974 w 12190161"/>
                <a:gd name="connsiteY377" fmla="*/ 4484986 h 6142467"/>
                <a:gd name="connsiteX378" fmla="*/ 3159005 w 12190161"/>
                <a:gd name="connsiteY378" fmla="*/ 4533119 h 6142467"/>
                <a:gd name="connsiteX379" fmla="*/ 3172410 w 12190161"/>
                <a:gd name="connsiteY379" fmla="*/ 4553804 h 6142467"/>
                <a:gd name="connsiteX380" fmla="*/ 3034253 w 12190161"/>
                <a:gd name="connsiteY380" fmla="*/ 4738071 h 6142467"/>
                <a:gd name="connsiteX381" fmla="*/ 2678374 w 12190161"/>
                <a:gd name="connsiteY381" fmla="*/ 5212866 h 6142467"/>
                <a:gd name="connsiteX382" fmla="*/ 3215111 w 12190161"/>
                <a:gd name="connsiteY382" fmla="*/ 4458926 h 6142467"/>
                <a:gd name="connsiteX383" fmla="*/ 3170734 w 12190161"/>
                <a:gd name="connsiteY383" fmla="*/ 3678234 h 6142467"/>
                <a:gd name="connsiteX384" fmla="*/ 3179459 w 12190161"/>
                <a:gd name="connsiteY384" fmla="*/ 3675922 h 6142467"/>
                <a:gd name="connsiteX385" fmla="*/ 3209448 w 12190161"/>
                <a:gd name="connsiteY385" fmla="*/ 3649747 h 6142467"/>
                <a:gd name="connsiteX386" fmla="*/ 3497260 w 12190161"/>
                <a:gd name="connsiteY386" fmla="*/ 3776868 h 6142467"/>
                <a:gd name="connsiteX387" fmla="*/ 3224818 w 12190161"/>
                <a:gd name="connsiteY387" fmla="*/ 4460487 h 6142467"/>
                <a:gd name="connsiteX388" fmla="*/ 3215111 w 12190161"/>
                <a:gd name="connsiteY388" fmla="*/ 4458926 h 6142467"/>
                <a:gd name="connsiteX389" fmla="*/ 3214475 w 12190161"/>
                <a:gd name="connsiteY389" fmla="*/ 3636342 h 6142467"/>
                <a:gd name="connsiteX390" fmla="*/ 3212568 w 12190161"/>
                <a:gd name="connsiteY390" fmla="*/ 3604851 h 6142467"/>
                <a:gd name="connsiteX391" fmla="*/ 3203786 w 12190161"/>
                <a:gd name="connsiteY391" fmla="*/ 3589249 h 6142467"/>
                <a:gd name="connsiteX392" fmla="*/ 3818066 w 12190161"/>
                <a:gd name="connsiteY392" fmla="*/ 2952550 h 6142467"/>
                <a:gd name="connsiteX393" fmla="*/ 3824133 w 12190161"/>
                <a:gd name="connsiteY393" fmla="*/ 2956421 h 6142467"/>
                <a:gd name="connsiteX394" fmla="*/ 3502576 w 12190161"/>
                <a:gd name="connsiteY394" fmla="*/ 3763520 h 6142467"/>
                <a:gd name="connsiteX395" fmla="*/ 3214475 w 12190161"/>
                <a:gd name="connsiteY395" fmla="*/ 3636342 h 6142467"/>
                <a:gd name="connsiteX396" fmla="*/ 3798940 w 12190161"/>
                <a:gd name="connsiteY396" fmla="*/ 2927010 h 6142467"/>
                <a:gd name="connsiteX397" fmla="*/ 3807608 w 12190161"/>
                <a:gd name="connsiteY397" fmla="*/ 2942496 h 6142467"/>
                <a:gd name="connsiteX398" fmla="*/ 3191074 w 12190161"/>
                <a:gd name="connsiteY398" fmla="*/ 3577635 h 6142467"/>
                <a:gd name="connsiteX399" fmla="*/ 3182811 w 12190161"/>
                <a:gd name="connsiteY399" fmla="*/ 3573128 h 6142467"/>
                <a:gd name="connsiteX400" fmla="*/ 3388572 w 12190161"/>
                <a:gd name="connsiteY400" fmla="*/ 2873735 h 6142467"/>
                <a:gd name="connsiteX401" fmla="*/ 3795647 w 12190161"/>
                <a:gd name="connsiteY401" fmla="*/ 2910253 h 6142467"/>
                <a:gd name="connsiteX402" fmla="*/ 3798940 w 12190161"/>
                <a:gd name="connsiteY402" fmla="*/ 2927010 h 6142467"/>
                <a:gd name="connsiteX403" fmla="*/ 3119770 w 12190161"/>
                <a:gd name="connsiteY403" fmla="*/ 3586302 h 6142467"/>
                <a:gd name="connsiteX404" fmla="*/ 3106423 w 12190161"/>
                <a:gd name="connsiteY404" fmla="*/ 3612073 h 6142467"/>
                <a:gd name="connsiteX405" fmla="*/ 2051786 w 12190161"/>
                <a:gd name="connsiteY405" fmla="*/ 3522165 h 6142467"/>
                <a:gd name="connsiteX406" fmla="*/ 2048492 w 12190161"/>
                <a:gd name="connsiteY406" fmla="*/ 3505639 h 6142467"/>
                <a:gd name="connsiteX407" fmla="*/ 2047048 w 12190161"/>
                <a:gd name="connsiteY407" fmla="*/ 3502230 h 6142467"/>
                <a:gd name="connsiteX408" fmla="*/ 2711656 w 12190161"/>
                <a:gd name="connsiteY408" fmla="*/ 3099142 h 6142467"/>
                <a:gd name="connsiteX409" fmla="*/ 3119770 w 12190161"/>
                <a:gd name="connsiteY409" fmla="*/ 3586302 h 6142467"/>
                <a:gd name="connsiteX410" fmla="*/ 2039652 w 12190161"/>
                <a:gd name="connsiteY410" fmla="*/ 3489922 h 6142467"/>
                <a:gd name="connsiteX411" fmla="*/ 2022722 w 12190161"/>
                <a:gd name="connsiteY411" fmla="*/ 3475823 h 6142467"/>
                <a:gd name="connsiteX412" fmla="*/ 2322957 w 12190161"/>
                <a:gd name="connsiteY412" fmla="*/ 2693282 h 6142467"/>
                <a:gd name="connsiteX413" fmla="*/ 2354968 w 12190161"/>
                <a:gd name="connsiteY413" fmla="*/ 2691491 h 6142467"/>
                <a:gd name="connsiteX414" fmla="*/ 2365831 w 12190161"/>
                <a:gd name="connsiteY414" fmla="*/ 2686117 h 6142467"/>
                <a:gd name="connsiteX415" fmla="*/ 2702469 w 12190161"/>
                <a:gd name="connsiteY415" fmla="*/ 3087991 h 6142467"/>
                <a:gd name="connsiteX416" fmla="*/ 2039652 w 12190161"/>
                <a:gd name="connsiteY416" fmla="*/ 3489922 h 6142467"/>
                <a:gd name="connsiteX417" fmla="*/ 2288577 w 12190161"/>
                <a:gd name="connsiteY417" fmla="*/ 2610654 h 6142467"/>
                <a:gd name="connsiteX418" fmla="*/ 1231686 w 12190161"/>
                <a:gd name="connsiteY418" fmla="*/ 2142388 h 6142467"/>
                <a:gd name="connsiteX419" fmla="*/ 1231224 w 12190161"/>
                <a:gd name="connsiteY419" fmla="*/ 2105870 h 6142467"/>
                <a:gd name="connsiteX420" fmla="*/ 1221170 w 12190161"/>
                <a:gd name="connsiteY420" fmla="*/ 2088767 h 6142467"/>
                <a:gd name="connsiteX421" fmla="*/ 1507537 w 12190161"/>
                <a:gd name="connsiteY421" fmla="*/ 1772988 h 6142467"/>
                <a:gd name="connsiteX422" fmla="*/ 2293026 w 12190161"/>
                <a:gd name="connsiteY422" fmla="*/ 2604413 h 6142467"/>
                <a:gd name="connsiteX423" fmla="*/ 2288577 w 12190161"/>
                <a:gd name="connsiteY423" fmla="*/ 2610654 h 6142467"/>
                <a:gd name="connsiteX424" fmla="*/ 1225446 w 12190161"/>
                <a:gd name="connsiteY424" fmla="*/ 2155216 h 6142467"/>
                <a:gd name="connsiteX425" fmla="*/ 2282856 w 12190161"/>
                <a:gd name="connsiteY425" fmla="*/ 2623712 h 6142467"/>
                <a:gd name="connsiteX426" fmla="*/ 2283839 w 12190161"/>
                <a:gd name="connsiteY426" fmla="*/ 2658382 h 6142467"/>
                <a:gd name="connsiteX427" fmla="*/ 2309609 w 12190161"/>
                <a:gd name="connsiteY427" fmla="*/ 2688139 h 6142467"/>
                <a:gd name="connsiteX428" fmla="*/ 2009374 w 12190161"/>
                <a:gd name="connsiteY428" fmla="*/ 3470681 h 6142467"/>
                <a:gd name="connsiteX429" fmla="*/ 1977363 w 12190161"/>
                <a:gd name="connsiteY429" fmla="*/ 3472472 h 6142467"/>
                <a:gd name="connsiteX430" fmla="*/ 1974763 w 12190161"/>
                <a:gd name="connsiteY430" fmla="*/ 3473570 h 6142467"/>
                <a:gd name="connsiteX431" fmla="*/ 1211405 w 12190161"/>
                <a:gd name="connsiteY431" fmla="*/ 2169835 h 6142467"/>
                <a:gd name="connsiteX432" fmla="*/ 1225446 w 12190161"/>
                <a:gd name="connsiteY432" fmla="*/ 2155216 h 6142467"/>
                <a:gd name="connsiteX433" fmla="*/ 1594326 w 12190161"/>
                <a:gd name="connsiteY433" fmla="*/ 2852009 h 6142467"/>
                <a:gd name="connsiteX434" fmla="*/ 1547869 w 12190161"/>
                <a:gd name="connsiteY434" fmla="*/ 2845306 h 6142467"/>
                <a:gd name="connsiteX435" fmla="*/ 1285770 w 12190161"/>
                <a:gd name="connsiteY435" fmla="*/ 2325095 h 6142467"/>
                <a:gd name="connsiteX436" fmla="*/ 1594326 w 12190161"/>
                <a:gd name="connsiteY436" fmla="*/ 2852009 h 6142467"/>
                <a:gd name="connsiteX437" fmla="*/ 1078159 w 12190161"/>
                <a:gd name="connsiteY437" fmla="*/ 3555331 h 6142467"/>
                <a:gd name="connsiteX438" fmla="*/ 1569306 w 12190161"/>
                <a:gd name="connsiteY438" fmla="*/ 3542677 h 6142467"/>
                <a:gd name="connsiteX439" fmla="*/ 1577454 w 12190161"/>
                <a:gd name="connsiteY439" fmla="*/ 4027179 h 6142467"/>
                <a:gd name="connsiteX440" fmla="*/ 1566533 w 12190161"/>
                <a:gd name="connsiteY440" fmla="*/ 4029953 h 6142467"/>
                <a:gd name="connsiteX441" fmla="*/ 1550527 w 12190161"/>
                <a:gd name="connsiteY441" fmla="*/ 4039082 h 6142467"/>
                <a:gd name="connsiteX442" fmla="*/ 1067874 w 12190161"/>
                <a:gd name="connsiteY442" fmla="*/ 3582258 h 6142467"/>
                <a:gd name="connsiteX443" fmla="*/ 1078159 w 12190161"/>
                <a:gd name="connsiteY443" fmla="*/ 3555331 h 6142467"/>
                <a:gd name="connsiteX444" fmla="*/ 1637605 w 12190161"/>
                <a:gd name="connsiteY444" fmla="*/ 4063062 h 6142467"/>
                <a:gd name="connsiteX445" fmla="*/ 1623853 w 12190161"/>
                <a:gd name="connsiteY445" fmla="*/ 4042029 h 6142467"/>
                <a:gd name="connsiteX446" fmla="*/ 1949454 w 12190161"/>
                <a:gd name="connsiteY446" fmla="*/ 3600170 h 6142467"/>
                <a:gd name="connsiteX447" fmla="*/ 1663202 w 12190161"/>
                <a:gd name="connsiteY447" fmla="*/ 4157304 h 6142467"/>
                <a:gd name="connsiteX448" fmla="*/ 1627666 w 12190161"/>
                <a:gd name="connsiteY448" fmla="*/ 4117955 h 6142467"/>
                <a:gd name="connsiteX449" fmla="*/ 1637605 w 12190161"/>
                <a:gd name="connsiteY449" fmla="*/ 4063062 h 6142467"/>
                <a:gd name="connsiteX450" fmla="*/ 1977594 w 12190161"/>
                <a:gd name="connsiteY450" fmla="*/ 3576653 h 6142467"/>
                <a:gd name="connsiteX451" fmla="*/ 2009085 w 12190161"/>
                <a:gd name="connsiteY451" fmla="*/ 3578444 h 6142467"/>
                <a:gd name="connsiteX452" fmla="*/ 2624290 w 12190161"/>
                <a:gd name="connsiteY452" fmla="*/ 5208070 h 6142467"/>
                <a:gd name="connsiteX453" fmla="*/ 2622614 w 12190161"/>
                <a:gd name="connsiteY453" fmla="*/ 5212981 h 6142467"/>
                <a:gd name="connsiteX454" fmla="*/ 2619090 w 12190161"/>
                <a:gd name="connsiteY454" fmla="*/ 5215235 h 6142467"/>
                <a:gd name="connsiteX455" fmla="*/ 1673429 w 12190161"/>
                <a:gd name="connsiteY455" fmla="*/ 4168687 h 6142467"/>
                <a:gd name="connsiteX456" fmla="*/ 1977594 w 12190161"/>
                <a:gd name="connsiteY456" fmla="*/ 3576653 h 6142467"/>
                <a:gd name="connsiteX457" fmla="*/ 3260296 w 12190161"/>
                <a:gd name="connsiteY457" fmla="*/ 4488684 h 6142467"/>
                <a:gd name="connsiteX458" fmla="*/ 3238108 w 12190161"/>
                <a:gd name="connsiteY458" fmla="*/ 4465802 h 6142467"/>
                <a:gd name="connsiteX459" fmla="*/ 3510319 w 12190161"/>
                <a:gd name="connsiteY459" fmla="*/ 3782588 h 6142467"/>
                <a:gd name="connsiteX460" fmla="*/ 4239470 w 12190161"/>
                <a:gd name="connsiteY460" fmla="*/ 4104665 h 6142467"/>
                <a:gd name="connsiteX461" fmla="*/ 4238545 w 12190161"/>
                <a:gd name="connsiteY461" fmla="*/ 4132400 h 6142467"/>
                <a:gd name="connsiteX462" fmla="*/ 3260296 w 12190161"/>
                <a:gd name="connsiteY462" fmla="*/ 4488684 h 6142467"/>
                <a:gd name="connsiteX463" fmla="*/ 4245191 w 12190161"/>
                <a:gd name="connsiteY463" fmla="*/ 4091606 h 6142467"/>
                <a:gd name="connsiteX464" fmla="*/ 3515577 w 12190161"/>
                <a:gd name="connsiteY464" fmla="*/ 3769298 h 6142467"/>
                <a:gd name="connsiteX465" fmla="*/ 3837307 w 12190161"/>
                <a:gd name="connsiteY465" fmla="*/ 2961737 h 6142467"/>
                <a:gd name="connsiteX466" fmla="*/ 3863136 w 12190161"/>
                <a:gd name="connsiteY466" fmla="*/ 2962084 h 6142467"/>
                <a:gd name="connsiteX467" fmla="*/ 4267032 w 12190161"/>
                <a:gd name="connsiteY467" fmla="*/ 4071151 h 6142467"/>
                <a:gd name="connsiteX468" fmla="*/ 4245191 w 12190161"/>
                <a:gd name="connsiteY468" fmla="*/ 4091606 h 6142467"/>
                <a:gd name="connsiteX469" fmla="*/ 6191172 w 12190161"/>
                <a:gd name="connsiteY469" fmla="*/ 3185353 h 6142467"/>
                <a:gd name="connsiteX470" fmla="*/ 6186145 w 12190161"/>
                <a:gd name="connsiteY470" fmla="*/ 3175010 h 6142467"/>
                <a:gd name="connsiteX471" fmla="*/ 6501057 w 12190161"/>
                <a:gd name="connsiteY471" fmla="*/ 2927357 h 6142467"/>
                <a:gd name="connsiteX472" fmla="*/ 7171964 w 12190161"/>
                <a:gd name="connsiteY472" fmla="*/ 3461956 h 6142467"/>
                <a:gd name="connsiteX473" fmla="*/ 7168151 w 12190161"/>
                <a:gd name="connsiteY473" fmla="*/ 3469641 h 6142467"/>
                <a:gd name="connsiteX474" fmla="*/ 6194119 w 12190161"/>
                <a:gd name="connsiteY474" fmla="*/ 3210604 h 6142467"/>
                <a:gd name="connsiteX475" fmla="*/ 6191172 w 12190161"/>
                <a:gd name="connsiteY475" fmla="*/ 3185353 h 6142467"/>
                <a:gd name="connsiteX476" fmla="*/ 7241591 w 12190161"/>
                <a:gd name="connsiteY476" fmla="*/ 3439883 h 6142467"/>
                <a:gd name="connsiteX477" fmla="*/ 7501263 w 12190161"/>
                <a:gd name="connsiteY477" fmla="*/ 2547036 h 6142467"/>
                <a:gd name="connsiteX478" fmla="*/ 8382728 w 12190161"/>
                <a:gd name="connsiteY478" fmla="*/ 2736156 h 6142467"/>
                <a:gd name="connsiteX479" fmla="*/ 8385848 w 12190161"/>
                <a:gd name="connsiteY479" fmla="*/ 2759673 h 6142467"/>
                <a:gd name="connsiteX480" fmla="*/ 8387408 w 12190161"/>
                <a:gd name="connsiteY480" fmla="*/ 2763429 h 6142467"/>
                <a:gd name="connsiteX481" fmla="*/ 7262450 w 12190161"/>
                <a:gd name="connsiteY481" fmla="*/ 3455773 h 6142467"/>
                <a:gd name="connsiteX482" fmla="*/ 7241591 w 12190161"/>
                <a:gd name="connsiteY482" fmla="*/ 3439883 h 6142467"/>
                <a:gd name="connsiteX483" fmla="*/ 7700785 w 12190161"/>
                <a:gd name="connsiteY483" fmla="*/ 1809622 h 6142467"/>
                <a:gd name="connsiteX484" fmla="*/ 7491209 w 12190161"/>
                <a:gd name="connsiteY484" fmla="*/ 2530279 h 6142467"/>
                <a:gd name="connsiteX485" fmla="*/ 7148793 w 12190161"/>
                <a:gd name="connsiteY485" fmla="*/ 2456780 h 6142467"/>
                <a:gd name="connsiteX486" fmla="*/ 7145673 w 12190161"/>
                <a:gd name="connsiteY486" fmla="*/ 2433263 h 6142467"/>
                <a:gd name="connsiteX487" fmla="*/ 7135734 w 12190161"/>
                <a:gd name="connsiteY487" fmla="*/ 2416333 h 6142467"/>
                <a:gd name="connsiteX488" fmla="*/ 7690037 w 12190161"/>
                <a:gd name="connsiteY488" fmla="*/ 1804190 h 6142467"/>
                <a:gd name="connsiteX489" fmla="*/ 7700785 w 12190161"/>
                <a:gd name="connsiteY489" fmla="*/ 1809622 h 6142467"/>
                <a:gd name="connsiteX490" fmla="*/ 7051720 w 12190161"/>
                <a:gd name="connsiteY490" fmla="*/ 2415986 h 6142467"/>
                <a:gd name="connsiteX491" fmla="*/ 7038545 w 12190161"/>
                <a:gd name="connsiteY491" fmla="*/ 2446437 h 6142467"/>
                <a:gd name="connsiteX492" fmla="*/ 6337707 w 12190161"/>
                <a:gd name="connsiteY492" fmla="*/ 2463945 h 6142467"/>
                <a:gd name="connsiteX493" fmla="*/ 5982579 w 12190161"/>
                <a:gd name="connsiteY493" fmla="*/ 2472786 h 6142467"/>
                <a:gd name="connsiteX494" fmla="*/ 5982002 w 12190161"/>
                <a:gd name="connsiteY494" fmla="*/ 2470879 h 6142467"/>
                <a:gd name="connsiteX495" fmla="*/ 5973739 w 12190161"/>
                <a:gd name="connsiteY495" fmla="*/ 2455913 h 6142467"/>
                <a:gd name="connsiteX496" fmla="*/ 6560631 w 12190161"/>
                <a:gd name="connsiteY496" fmla="*/ 1866017 h 6142467"/>
                <a:gd name="connsiteX497" fmla="*/ 7051720 w 12190161"/>
                <a:gd name="connsiteY497" fmla="*/ 2415986 h 6142467"/>
                <a:gd name="connsiteX498" fmla="*/ 5891573 w 12190161"/>
                <a:gd name="connsiteY498" fmla="*/ 2449846 h 6142467"/>
                <a:gd name="connsiteX499" fmla="*/ 5875394 w 12190161"/>
                <a:gd name="connsiteY499" fmla="*/ 2499539 h 6142467"/>
                <a:gd name="connsiteX500" fmla="*/ 5281395 w 12190161"/>
                <a:gd name="connsiteY500" fmla="*/ 2703972 h 6142467"/>
                <a:gd name="connsiteX501" fmla="*/ 5253833 w 12190161"/>
                <a:gd name="connsiteY501" fmla="*/ 2674329 h 6142467"/>
                <a:gd name="connsiteX502" fmla="*/ 5501775 w 12190161"/>
                <a:gd name="connsiteY502" fmla="*/ 1920679 h 6142467"/>
                <a:gd name="connsiteX503" fmla="*/ 5891573 w 12190161"/>
                <a:gd name="connsiteY503" fmla="*/ 2449846 h 6142467"/>
                <a:gd name="connsiteX504" fmla="*/ 5174729 w 12190161"/>
                <a:gd name="connsiteY504" fmla="*/ 2728876 h 6142467"/>
                <a:gd name="connsiteX505" fmla="*/ 4242475 w 12190161"/>
                <a:gd name="connsiteY505" fmla="*/ 2849987 h 6142467"/>
                <a:gd name="connsiteX506" fmla="*/ 3904623 w 12190161"/>
                <a:gd name="connsiteY506" fmla="*/ 2893901 h 6142467"/>
                <a:gd name="connsiteX507" fmla="*/ 3903121 w 12190161"/>
                <a:gd name="connsiteY507" fmla="*/ 2889105 h 6142467"/>
                <a:gd name="connsiteX508" fmla="*/ 3832800 w 12190161"/>
                <a:gd name="connsiteY508" fmla="*/ 2855765 h 6142467"/>
                <a:gd name="connsiteX509" fmla="*/ 3579889 w 12190161"/>
                <a:gd name="connsiteY509" fmla="*/ 2351848 h 6142467"/>
                <a:gd name="connsiteX510" fmla="*/ 3603348 w 12190161"/>
                <a:gd name="connsiteY510" fmla="*/ 2326308 h 6142467"/>
                <a:gd name="connsiteX511" fmla="*/ 5174556 w 12190161"/>
                <a:gd name="connsiteY511" fmla="*/ 2721768 h 6142467"/>
                <a:gd name="connsiteX512" fmla="*/ 5174729 w 12190161"/>
                <a:gd name="connsiteY512" fmla="*/ 2728876 h 6142467"/>
                <a:gd name="connsiteX513" fmla="*/ 3566599 w 12190161"/>
                <a:gd name="connsiteY513" fmla="*/ 2357222 h 6142467"/>
                <a:gd name="connsiteX514" fmla="*/ 3820030 w 12190161"/>
                <a:gd name="connsiteY514" fmla="*/ 2862179 h 6142467"/>
                <a:gd name="connsiteX515" fmla="*/ 3796975 w 12190161"/>
                <a:gd name="connsiteY515" fmla="*/ 2896039 h 6142467"/>
                <a:gd name="connsiteX516" fmla="*/ 3392675 w 12190161"/>
                <a:gd name="connsiteY516" fmla="*/ 2859752 h 6142467"/>
                <a:gd name="connsiteX517" fmla="*/ 3540481 w 12190161"/>
                <a:gd name="connsiteY517" fmla="*/ 2357511 h 6142467"/>
                <a:gd name="connsiteX518" fmla="*/ 3566599 w 12190161"/>
                <a:gd name="connsiteY518" fmla="*/ 2357222 h 6142467"/>
                <a:gd name="connsiteX519" fmla="*/ 3169174 w 12190161"/>
                <a:gd name="connsiteY519" fmla="*/ 3569084 h 6142467"/>
                <a:gd name="connsiteX520" fmla="*/ 3157849 w 12190161"/>
                <a:gd name="connsiteY520" fmla="*/ 3568448 h 6142467"/>
                <a:gd name="connsiteX521" fmla="*/ 3125029 w 12190161"/>
                <a:gd name="connsiteY521" fmla="*/ 2901701 h 6142467"/>
                <a:gd name="connsiteX522" fmla="*/ 3131038 w 12190161"/>
                <a:gd name="connsiteY522" fmla="*/ 2899910 h 6142467"/>
                <a:gd name="connsiteX523" fmla="*/ 3167094 w 12190161"/>
                <a:gd name="connsiteY523" fmla="*/ 2853858 h 6142467"/>
                <a:gd name="connsiteX524" fmla="*/ 3374127 w 12190161"/>
                <a:gd name="connsiteY524" fmla="*/ 2872406 h 6142467"/>
                <a:gd name="connsiteX525" fmla="*/ 3169174 w 12190161"/>
                <a:gd name="connsiteY525" fmla="*/ 3569084 h 6142467"/>
                <a:gd name="connsiteX526" fmla="*/ 3059966 w 12190161"/>
                <a:gd name="connsiteY526" fmla="*/ 2866801 h 6142467"/>
                <a:gd name="connsiteX527" fmla="*/ 3061411 w 12190161"/>
                <a:gd name="connsiteY527" fmla="*/ 2870210 h 6142467"/>
                <a:gd name="connsiteX528" fmla="*/ 2714719 w 12190161"/>
                <a:gd name="connsiteY528" fmla="*/ 3080479 h 6142467"/>
                <a:gd name="connsiteX529" fmla="*/ 2376694 w 12190161"/>
                <a:gd name="connsiteY529" fmla="*/ 2676930 h 6142467"/>
                <a:gd name="connsiteX530" fmla="*/ 2387153 w 12190161"/>
                <a:gd name="connsiteY530" fmla="*/ 2660520 h 6142467"/>
                <a:gd name="connsiteX531" fmla="*/ 3057193 w 12190161"/>
                <a:gd name="connsiteY531" fmla="*/ 2840453 h 6142467"/>
                <a:gd name="connsiteX532" fmla="*/ 3059966 w 12190161"/>
                <a:gd name="connsiteY532" fmla="*/ 2866801 h 6142467"/>
                <a:gd name="connsiteX533" fmla="*/ 1507306 w 12190161"/>
                <a:gd name="connsiteY533" fmla="*/ 1751955 h 6142467"/>
                <a:gd name="connsiteX534" fmla="*/ 1255550 w 12190161"/>
                <a:gd name="connsiteY534" fmla="*/ 1485465 h 6142467"/>
                <a:gd name="connsiteX535" fmla="*/ 1267222 w 12190161"/>
                <a:gd name="connsiteY535" fmla="*/ 1441088 h 6142467"/>
                <a:gd name="connsiteX536" fmla="*/ 1964131 w 12190161"/>
                <a:gd name="connsiteY536" fmla="*/ 1226544 h 6142467"/>
                <a:gd name="connsiteX537" fmla="*/ 1971700 w 12190161"/>
                <a:gd name="connsiteY537" fmla="*/ 1239776 h 6142467"/>
                <a:gd name="connsiteX538" fmla="*/ 1507306 w 12190161"/>
                <a:gd name="connsiteY538" fmla="*/ 1751955 h 6142467"/>
                <a:gd name="connsiteX539" fmla="*/ 1263062 w 12190161"/>
                <a:gd name="connsiteY539" fmla="*/ 1427509 h 6142467"/>
                <a:gd name="connsiteX540" fmla="*/ 1193723 w 12190161"/>
                <a:gd name="connsiteY540" fmla="*/ 1398387 h 6142467"/>
                <a:gd name="connsiteX541" fmla="*/ 1158014 w 12190161"/>
                <a:gd name="connsiteY541" fmla="*/ 1441608 h 6142467"/>
                <a:gd name="connsiteX542" fmla="*/ 337105 w 12190161"/>
                <a:gd name="connsiteY542" fmla="*/ 1415549 h 6142467"/>
                <a:gd name="connsiteX543" fmla="*/ 1935182 w 12190161"/>
                <a:gd name="connsiteY543" fmla="*/ 1220592 h 6142467"/>
                <a:gd name="connsiteX544" fmla="*/ 1263062 w 12190161"/>
                <a:gd name="connsiteY544" fmla="*/ 1427509 h 6142467"/>
                <a:gd name="connsiteX545" fmla="*/ 298565 w 12190161"/>
                <a:gd name="connsiteY545" fmla="*/ 1428550 h 6142467"/>
                <a:gd name="connsiteX546" fmla="*/ 1157552 w 12190161"/>
                <a:gd name="connsiteY546" fmla="*/ 1455823 h 6142467"/>
                <a:gd name="connsiteX547" fmla="*/ 1160557 w 12190161"/>
                <a:gd name="connsiteY547" fmla="*/ 1469401 h 6142467"/>
                <a:gd name="connsiteX548" fmla="*/ 1174655 w 12190161"/>
                <a:gd name="connsiteY548" fmla="*/ 1490723 h 6142467"/>
                <a:gd name="connsiteX549" fmla="*/ 883319 w 12190161"/>
                <a:gd name="connsiteY549" fmla="*/ 1892828 h 6142467"/>
                <a:gd name="connsiteX550" fmla="*/ 292035 w 12190161"/>
                <a:gd name="connsiteY550" fmla="*/ 1447098 h 6142467"/>
                <a:gd name="connsiteX551" fmla="*/ 298565 w 12190161"/>
                <a:gd name="connsiteY551" fmla="*/ 1428550 h 6142467"/>
                <a:gd name="connsiteX552" fmla="*/ 1186212 w 12190161"/>
                <a:gd name="connsiteY552" fmla="*/ 1499101 h 6142467"/>
                <a:gd name="connsiteX553" fmla="*/ 1202680 w 12190161"/>
                <a:gd name="connsiteY553" fmla="*/ 1504937 h 6142467"/>
                <a:gd name="connsiteX554" fmla="*/ 1173384 w 12190161"/>
                <a:gd name="connsiteY554" fmla="*/ 2069756 h 6142467"/>
                <a:gd name="connsiteX555" fmla="*/ 1160210 w 12190161"/>
                <a:gd name="connsiteY555" fmla="*/ 2072761 h 6142467"/>
                <a:gd name="connsiteX556" fmla="*/ 1139639 w 12190161"/>
                <a:gd name="connsiteY556" fmla="*/ 2086109 h 6142467"/>
                <a:gd name="connsiteX557" fmla="*/ 894759 w 12190161"/>
                <a:gd name="connsiteY557" fmla="*/ 1901495 h 6142467"/>
                <a:gd name="connsiteX558" fmla="*/ 1186212 w 12190161"/>
                <a:gd name="connsiteY558" fmla="*/ 1499101 h 6142467"/>
                <a:gd name="connsiteX559" fmla="*/ 1131030 w 12190161"/>
                <a:gd name="connsiteY559" fmla="*/ 2097434 h 6142467"/>
                <a:gd name="connsiteX560" fmla="*/ 1127101 w 12190161"/>
                <a:gd name="connsiteY560" fmla="*/ 2143775 h 6142467"/>
                <a:gd name="connsiteX561" fmla="*/ 1131088 w 12190161"/>
                <a:gd name="connsiteY561" fmla="*/ 2152269 h 6142467"/>
                <a:gd name="connsiteX562" fmla="*/ 209812 w 12190161"/>
                <a:gd name="connsiteY562" fmla="*/ 2850333 h 6142467"/>
                <a:gd name="connsiteX563" fmla="*/ 208367 w 12190161"/>
                <a:gd name="connsiteY563" fmla="*/ 2848889 h 6142467"/>
                <a:gd name="connsiteX564" fmla="*/ 886381 w 12190161"/>
                <a:gd name="connsiteY564" fmla="*/ 1912994 h 6142467"/>
                <a:gd name="connsiteX565" fmla="*/ 1131030 w 12190161"/>
                <a:gd name="connsiteY565" fmla="*/ 2097434 h 6142467"/>
                <a:gd name="connsiteX566" fmla="*/ 222408 w 12190161"/>
                <a:gd name="connsiteY566" fmla="*/ 2870268 h 6142467"/>
                <a:gd name="connsiteX567" fmla="*/ 218421 w 12190161"/>
                <a:gd name="connsiteY567" fmla="*/ 2861774 h 6142467"/>
                <a:gd name="connsiteX568" fmla="*/ 1139697 w 12190161"/>
                <a:gd name="connsiteY568" fmla="*/ 2163710 h 6142467"/>
                <a:gd name="connsiteX569" fmla="*/ 1166104 w 12190161"/>
                <a:gd name="connsiteY569" fmla="*/ 2178733 h 6142467"/>
                <a:gd name="connsiteX570" fmla="*/ 1088387 w 12190161"/>
                <a:gd name="connsiteY570" fmla="*/ 2888123 h 6142467"/>
                <a:gd name="connsiteX571" fmla="*/ 225355 w 12190161"/>
                <a:gd name="connsiteY571" fmla="*/ 2882460 h 6142467"/>
                <a:gd name="connsiteX572" fmla="*/ 222408 w 12190161"/>
                <a:gd name="connsiteY572" fmla="*/ 2870268 h 6142467"/>
                <a:gd name="connsiteX573" fmla="*/ 1180260 w 12190161"/>
                <a:gd name="connsiteY573" fmla="*/ 2180178 h 6142467"/>
                <a:gd name="connsiteX574" fmla="*/ 1195515 w 12190161"/>
                <a:gd name="connsiteY574" fmla="*/ 2177693 h 6142467"/>
                <a:gd name="connsiteX575" fmla="*/ 1534810 w 12190161"/>
                <a:gd name="connsiteY575" fmla="*/ 2851142 h 6142467"/>
                <a:gd name="connsiteX576" fmla="*/ 1509040 w 12190161"/>
                <a:gd name="connsiteY576" fmla="*/ 2890838 h 6142467"/>
                <a:gd name="connsiteX577" fmla="*/ 1102717 w 12190161"/>
                <a:gd name="connsiteY577" fmla="*/ 2888181 h 6142467"/>
                <a:gd name="connsiteX578" fmla="*/ 1180260 w 12190161"/>
                <a:gd name="connsiteY578" fmla="*/ 2180178 h 6142467"/>
                <a:gd name="connsiteX579" fmla="*/ 1508982 w 12190161"/>
                <a:gd name="connsiteY579" fmla="*/ 2905053 h 6142467"/>
                <a:gd name="connsiteX580" fmla="*/ 1511871 w 12190161"/>
                <a:gd name="connsiteY580" fmla="*/ 2917245 h 6142467"/>
                <a:gd name="connsiteX581" fmla="*/ 1523312 w 12190161"/>
                <a:gd name="connsiteY581" fmla="*/ 2936024 h 6142467"/>
                <a:gd name="connsiteX582" fmla="*/ 1052678 w 12190161"/>
                <a:gd name="connsiteY582" fmla="*/ 3502808 h 6142467"/>
                <a:gd name="connsiteX583" fmla="*/ 1036152 w 12190161"/>
                <a:gd name="connsiteY583" fmla="*/ 3495758 h 6142467"/>
                <a:gd name="connsiteX584" fmla="*/ 1101157 w 12190161"/>
                <a:gd name="connsiteY584" fmla="*/ 2902395 h 6142467"/>
                <a:gd name="connsiteX585" fmla="*/ 1508982 w 12190161"/>
                <a:gd name="connsiteY585" fmla="*/ 2905053 h 6142467"/>
                <a:gd name="connsiteX586" fmla="*/ 1604496 w 12190161"/>
                <a:gd name="connsiteY586" fmla="*/ 4134134 h 6142467"/>
                <a:gd name="connsiteX587" fmla="*/ 1617034 w 12190161"/>
                <a:gd name="connsiteY587" fmla="*/ 4127604 h 6142467"/>
                <a:gd name="connsiteX588" fmla="*/ 1656211 w 12190161"/>
                <a:gd name="connsiteY588" fmla="*/ 4170941 h 6142467"/>
                <a:gd name="connsiteX589" fmla="*/ 1264969 w 12190161"/>
                <a:gd name="connsiteY589" fmla="*/ 4932392 h 6142467"/>
                <a:gd name="connsiteX590" fmla="*/ 1572369 w 12190161"/>
                <a:gd name="connsiteY590" fmla="*/ 4135925 h 6142467"/>
                <a:gd name="connsiteX591" fmla="*/ 1604496 w 12190161"/>
                <a:gd name="connsiteY591" fmla="*/ 4134134 h 6142467"/>
                <a:gd name="connsiteX592" fmla="*/ 1263351 w 12190161"/>
                <a:gd name="connsiteY592" fmla="*/ 5069740 h 6142467"/>
                <a:gd name="connsiteX593" fmla="*/ 2595226 w 12190161"/>
                <a:gd name="connsiteY593" fmla="*/ 5260074 h 6142467"/>
                <a:gd name="connsiteX594" fmla="*/ 2597768 w 12190161"/>
                <a:gd name="connsiteY594" fmla="*/ 5277235 h 6142467"/>
                <a:gd name="connsiteX595" fmla="*/ 1839784 w 12190161"/>
                <a:gd name="connsiteY595" fmla="*/ 5626238 h 6142467"/>
                <a:gd name="connsiteX596" fmla="*/ 1255203 w 12190161"/>
                <a:gd name="connsiteY596" fmla="*/ 5086959 h 6142467"/>
                <a:gd name="connsiteX597" fmla="*/ 1263351 w 12190161"/>
                <a:gd name="connsiteY597" fmla="*/ 5069740 h 6142467"/>
                <a:gd name="connsiteX598" fmla="*/ 2689699 w 12190161"/>
                <a:gd name="connsiteY598" fmla="*/ 5221591 h 6142467"/>
                <a:gd name="connsiteX599" fmla="*/ 3183909 w 12190161"/>
                <a:gd name="connsiteY599" fmla="*/ 4562414 h 6142467"/>
                <a:gd name="connsiteX600" fmla="*/ 3230134 w 12190161"/>
                <a:gd name="connsiteY600" fmla="*/ 4566285 h 6142467"/>
                <a:gd name="connsiteX601" fmla="*/ 3266248 w 12190161"/>
                <a:gd name="connsiteY601" fmla="*/ 4508677 h 6142467"/>
                <a:gd name="connsiteX602" fmla="*/ 3448319 w 12190161"/>
                <a:gd name="connsiteY602" fmla="*/ 4698086 h 6142467"/>
                <a:gd name="connsiteX603" fmla="*/ 2691722 w 12190161"/>
                <a:gd name="connsiteY603" fmla="*/ 5223613 h 6142467"/>
                <a:gd name="connsiteX604" fmla="*/ 2689699 w 12190161"/>
                <a:gd name="connsiteY604" fmla="*/ 5221591 h 6142467"/>
                <a:gd name="connsiteX605" fmla="*/ 3275955 w 12190161"/>
                <a:gd name="connsiteY605" fmla="*/ 4498160 h 6142467"/>
                <a:gd name="connsiteX606" fmla="*/ 4243284 w 12190161"/>
                <a:gd name="connsiteY606" fmla="*/ 4145863 h 6142467"/>
                <a:gd name="connsiteX607" fmla="*/ 3460164 w 12190161"/>
                <a:gd name="connsiteY607" fmla="*/ 4689823 h 6142467"/>
                <a:gd name="connsiteX608" fmla="*/ 3275955 w 12190161"/>
                <a:gd name="connsiteY608" fmla="*/ 4498160 h 6142467"/>
                <a:gd name="connsiteX609" fmla="*/ 4280437 w 12190161"/>
                <a:gd name="connsiteY609" fmla="*/ 4066298 h 6142467"/>
                <a:gd name="connsiteX610" fmla="*/ 3876541 w 12190161"/>
                <a:gd name="connsiteY610" fmla="*/ 2957230 h 6142467"/>
                <a:gd name="connsiteX611" fmla="*/ 3889196 w 12190161"/>
                <a:gd name="connsiteY611" fmla="*/ 2948274 h 6142467"/>
                <a:gd name="connsiteX612" fmla="*/ 4655038 w 12190161"/>
                <a:gd name="connsiteY612" fmla="*/ 3570355 h 6142467"/>
                <a:gd name="connsiteX613" fmla="*/ 4317302 w 12190161"/>
                <a:gd name="connsiteY613" fmla="*/ 4070863 h 6142467"/>
                <a:gd name="connsiteX614" fmla="*/ 4280437 w 12190161"/>
                <a:gd name="connsiteY614" fmla="*/ 4066298 h 6142467"/>
                <a:gd name="connsiteX615" fmla="*/ 3898152 w 12190161"/>
                <a:gd name="connsiteY615" fmla="*/ 2937122 h 6142467"/>
                <a:gd name="connsiteX616" fmla="*/ 3906415 w 12190161"/>
                <a:gd name="connsiteY616" fmla="*/ 2908058 h 6142467"/>
                <a:gd name="connsiteX617" fmla="*/ 4604190 w 12190161"/>
                <a:gd name="connsiteY617" fmla="*/ 2817398 h 6142467"/>
                <a:gd name="connsiteX618" fmla="*/ 4809143 w 12190161"/>
                <a:gd name="connsiteY618" fmla="*/ 2790760 h 6142467"/>
                <a:gd name="connsiteX619" fmla="*/ 5177734 w 12190161"/>
                <a:gd name="connsiteY619" fmla="*/ 2742859 h 6142467"/>
                <a:gd name="connsiteX620" fmla="*/ 5177850 w 12190161"/>
                <a:gd name="connsiteY620" fmla="*/ 2743263 h 6142467"/>
                <a:gd name="connsiteX621" fmla="*/ 5196224 w 12190161"/>
                <a:gd name="connsiteY621" fmla="*/ 2768225 h 6142467"/>
                <a:gd name="connsiteX622" fmla="*/ 4663070 w 12190161"/>
                <a:gd name="connsiteY622" fmla="*/ 3558394 h 6142467"/>
                <a:gd name="connsiteX623" fmla="*/ 3898152 w 12190161"/>
                <a:gd name="connsiteY623" fmla="*/ 2937122 h 6142467"/>
                <a:gd name="connsiteX624" fmla="*/ 5208590 w 12190161"/>
                <a:gd name="connsiteY624" fmla="*/ 2775390 h 6142467"/>
                <a:gd name="connsiteX625" fmla="*/ 5223902 w 12190161"/>
                <a:gd name="connsiteY625" fmla="*/ 2779319 h 6142467"/>
                <a:gd name="connsiteX626" fmla="*/ 5221937 w 12190161"/>
                <a:gd name="connsiteY626" fmla="*/ 2996002 h 6142467"/>
                <a:gd name="connsiteX627" fmla="*/ 5213155 w 12190161"/>
                <a:gd name="connsiteY627" fmla="*/ 3964775 h 6142467"/>
                <a:gd name="connsiteX628" fmla="*/ 5200847 w 12190161"/>
                <a:gd name="connsiteY628" fmla="*/ 3967664 h 6142467"/>
                <a:gd name="connsiteX629" fmla="*/ 5181663 w 12190161"/>
                <a:gd name="connsiteY629" fmla="*/ 3979567 h 6142467"/>
                <a:gd name="connsiteX630" fmla="*/ 4674222 w 12190161"/>
                <a:gd name="connsiteY630" fmla="*/ 3567408 h 6142467"/>
                <a:gd name="connsiteX631" fmla="*/ 5208590 w 12190161"/>
                <a:gd name="connsiteY631" fmla="*/ 2775390 h 6142467"/>
                <a:gd name="connsiteX632" fmla="*/ 5265563 w 12190161"/>
                <a:gd name="connsiteY632" fmla="*/ 3988696 h 6142467"/>
                <a:gd name="connsiteX633" fmla="*/ 6101899 w 12190161"/>
                <a:gd name="connsiteY633" fmla="*/ 3245447 h 6142467"/>
                <a:gd name="connsiteX634" fmla="*/ 6158005 w 12190161"/>
                <a:gd name="connsiteY634" fmla="*/ 3256425 h 6142467"/>
                <a:gd name="connsiteX635" fmla="*/ 6174647 w 12190161"/>
                <a:gd name="connsiteY635" fmla="*/ 3246776 h 6142467"/>
                <a:gd name="connsiteX636" fmla="*/ 6606509 w 12190161"/>
                <a:gd name="connsiteY636" fmla="*/ 3643796 h 6142467"/>
                <a:gd name="connsiteX637" fmla="*/ 5268856 w 12190161"/>
                <a:gd name="connsiteY637" fmla="*/ 3994244 h 6142467"/>
                <a:gd name="connsiteX638" fmla="*/ 5265563 w 12190161"/>
                <a:gd name="connsiteY638" fmla="*/ 3988696 h 6142467"/>
                <a:gd name="connsiteX639" fmla="*/ 6184354 w 12190161"/>
                <a:gd name="connsiteY639" fmla="*/ 3236259 h 6142467"/>
                <a:gd name="connsiteX640" fmla="*/ 6190652 w 12190161"/>
                <a:gd name="connsiteY640" fmla="*/ 3224414 h 6142467"/>
                <a:gd name="connsiteX641" fmla="*/ 7164395 w 12190161"/>
                <a:gd name="connsiteY641" fmla="*/ 3483335 h 6142467"/>
                <a:gd name="connsiteX642" fmla="*/ 7164395 w 12190161"/>
                <a:gd name="connsiteY642" fmla="*/ 3497607 h 6142467"/>
                <a:gd name="connsiteX643" fmla="*/ 6622919 w 12190161"/>
                <a:gd name="connsiteY643" fmla="*/ 3639462 h 6142467"/>
                <a:gd name="connsiteX644" fmla="*/ 6184354 w 12190161"/>
                <a:gd name="connsiteY644" fmla="*/ 3236259 h 6142467"/>
                <a:gd name="connsiteX645" fmla="*/ 7168093 w 12190161"/>
                <a:gd name="connsiteY645" fmla="*/ 3511417 h 6142467"/>
                <a:gd name="connsiteX646" fmla="*/ 7228532 w 12190161"/>
                <a:gd name="connsiteY646" fmla="*/ 3545220 h 6142467"/>
                <a:gd name="connsiteX647" fmla="*/ 7494907 w 12190161"/>
                <a:gd name="connsiteY647" fmla="*/ 4421310 h 6142467"/>
                <a:gd name="connsiteX648" fmla="*/ 7482138 w 12190161"/>
                <a:gd name="connsiteY648" fmla="*/ 4429342 h 6142467"/>
                <a:gd name="connsiteX649" fmla="*/ 6635458 w 12190161"/>
                <a:gd name="connsiteY649" fmla="*/ 3650903 h 6142467"/>
                <a:gd name="connsiteX650" fmla="*/ 7168093 w 12190161"/>
                <a:gd name="connsiteY650" fmla="*/ 3511417 h 6142467"/>
                <a:gd name="connsiteX651" fmla="*/ 7508544 w 12190161"/>
                <a:gd name="connsiteY651" fmla="*/ 4417208 h 6142467"/>
                <a:gd name="connsiteX652" fmla="*/ 7242169 w 12190161"/>
                <a:gd name="connsiteY652" fmla="*/ 3541117 h 6142467"/>
                <a:gd name="connsiteX653" fmla="*/ 7271465 w 12190161"/>
                <a:gd name="connsiteY653" fmla="*/ 3471663 h 6142467"/>
                <a:gd name="connsiteX654" fmla="*/ 7269905 w 12190161"/>
                <a:gd name="connsiteY654" fmla="*/ 3467907 h 6142467"/>
                <a:gd name="connsiteX655" fmla="*/ 8394862 w 12190161"/>
                <a:gd name="connsiteY655" fmla="*/ 2775563 h 6142467"/>
                <a:gd name="connsiteX656" fmla="*/ 8405782 w 12190161"/>
                <a:gd name="connsiteY656" fmla="*/ 2785849 h 6142467"/>
                <a:gd name="connsiteX657" fmla="*/ 7537204 w 12190161"/>
                <a:gd name="connsiteY657" fmla="*/ 4419924 h 6142467"/>
                <a:gd name="connsiteX658" fmla="*/ 7508544 w 12190161"/>
                <a:gd name="connsiteY658" fmla="*/ 4417208 h 6142467"/>
                <a:gd name="connsiteX659" fmla="*/ 8491416 w 12190161"/>
                <a:gd name="connsiteY659" fmla="*/ 2754993 h 6142467"/>
                <a:gd name="connsiteX660" fmla="*/ 9213575 w 12190161"/>
                <a:gd name="connsiteY660" fmla="*/ 2850333 h 6142467"/>
                <a:gd name="connsiteX661" fmla="*/ 9216868 w 12190161"/>
                <a:gd name="connsiteY661" fmla="*/ 2869401 h 6142467"/>
                <a:gd name="connsiteX662" fmla="*/ 9257200 w 12190161"/>
                <a:gd name="connsiteY662" fmla="*/ 2904533 h 6142467"/>
                <a:gd name="connsiteX663" fmla="*/ 9243563 w 12190161"/>
                <a:gd name="connsiteY663" fmla="*/ 3065745 h 6142467"/>
                <a:gd name="connsiteX664" fmla="*/ 9227096 w 12190161"/>
                <a:gd name="connsiteY664" fmla="*/ 3069038 h 6142467"/>
                <a:gd name="connsiteX665" fmla="*/ 9199418 w 12190161"/>
                <a:gd name="connsiteY665" fmla="*/ 3091284 h 6142467"/>
                <a:gd name="connsiteX666" fmla="*/ 8490607 w 12190161"/>
                <a:gd name="connsiteY666" fmla="*/ 2757593 h 6142467"/>
                <a:gd name="connsiteX667" fmla="*/ 8491416 w 12190161"/>
                <a:gd name="connsiteY667" fmla="*/ 2754993 h 6142467"/>
                <a:gd name="connsiteX668" fmla="*/ 9257778 w 12190161"/>
                <a:gd name="connsiteY668" fmla="*/ 3067016 h 6142467"/>
                <a:gd name="connsiteX669" fmla="*/ 9271415 w 12190161"/>
                <a:gd name="connsiteY669" fmla="*/ 2905804 h 6142467"/>
                <a:gd name="connsiteX670" fmla="*/ 9287883 w 12190161"/>
                <a:gd name="connsiteY670" fmla="*/ 2902511 h 6142467"/>
                <a:gd name="connsiteX671" fmla="*/ 9318622 w 12190161"/>
                <a:gd name="connsiteY671" fmla="*/ 2874891 h 6142467"/>
                <a:gd name="connsiteX672" fmla="*/ 9477985 w 12190161"/>
                <a:gd name="connsiteY672" fmla="*/ 2929090 h 6142467"/>
                <a:gd name="connsiteX673" fmla="*/ 9284704 w 12190161"/>
                <a:gd name="connsiteY673" fmla="*/ 3081577 h 6142467"/>
                <a:gd name="connsiteX674" fmla="*/ 9257778 w 12190161"/>
                <a:gd name="connsiteY674" fmla="*/ 3067016 h 6142467"/>
                <a:gd name="connsiteX675" fmla="*/ 9323245 w 12190161"/>
                <a:gd name="connsiteY675" fmla="*/ 2861370 h 6142467"/>
                <a:gd name="connsiteX676" fmla="*/ 9321049 w 12190161"/>
                <a:gd name="connsiteY676" fmla="*/ 2831496 h 6142467"/>
                <a:gd name="connsiteX677" fmla="*/ 9319778 w 12190161"/>
                <a:gd name="connsiteY677" fmla="*/ 2828492 h 6142467"/>
                <a:gd name="connsiteX678" fmla="*/ 10491944 w 12190161"/>
                <a:gd name="connsiteY678" fmla="*/ 2129156 h 6142467"/>
                <a:gd name="connsiteX679" fmla="*/ 9491391 w 12190161"/>
                <a:gd name="connsiteY679" fmla="*/ 2918574 h 6142467"/>
                <a:gd name="connsiteX680" fmla="*/ 9323245 w 12190161"/>
                <a:gd name="connsiteY680" fmla="*/ 2861370 h 6142467"/>
                <a:gd name="connsiteX681" fmla="*/ 10564749 w 12190161"/>
                <a:gd name="connsiteY681" fmla="*/ 2119333 h 6142467"/>
                <a:gd name="connsiteX682" fmla="*/ 10601325 w 12190161"/>
                <a:gd name="connsiteY682" fmla="*/ 2118871 h 6142467"/>
                <a:gd name="connsiteX683" fmla="*/ 10630273 w 12190161"/>
                <a:gd name="connsiteY683" fmla="*/ 2094603 h 6142467"/>
                <a:gd name="connsiteX684" fmla="*/ 10774671 w 12190161"/>
                <a:gd name="connsiteY684" fmla="*/ 2155100 h 6142467"/>
                <a:gd name="connsiteX685" fmla="*/ 10109426 w 12190161"/>
                <a:gd name="connsiteY685" fmla="*/ 3055922 h 6142467"/>
                <a:gd name="connsiteX686" fmla="*/ 10564749 w 12190161"/>
                <a:gd name="connsiteY686" fmla="*/ 2119333 h 6142467"/>
                <a:gd name="connsiteX687" fmla="*/ 10635763 w 12190161"/>
                <a:gd name="connsiteY687" fmla="*/ 2081428 h 6142467"/>
                <a:gd name="connsiteX688" fmla="*/ 10634434 w 12190161"/>
                <a:gd name="connsiteY688" fmla="*/ 2047799 h 6142467"/>
                <a:gd name="connsiteX689" fmla="*/ 10629060 w 12190161"/>
                <a:gd name="connsiteY689" fmla="*/ 2036994 h 6142467"/>
                <a:gd name="connsiteX690" fmla="*/ 11238776 w 12190161"/>
                <a:gd name="connsiteY690" fmla="*/ 1526663 h 6142467"/>
                <a:gd name="connsiteX691" fmla="*/ 10783396 w 12190161"/>
                <a:gd name="connsiteY691" fmla="*/ 2143255 h 6142467"/>
                <a:gd name="connsiteX692" fmla="*/ 10635763 w 12190161"/>
                <a:gd name="connsiteY692" fmla="*/ 2081428 h 6142467"/>
                <a:gd name="connsiteX693" fmla="*/ 10790330 w 12190161"/>
                <a:gd name="connsiteY693" fmla="*/ 713382 h 6142467"/>
                <a:gd name="connsiteX694" fmla="*/ 10792641 w 12190161"/>
                <a:gd name="connsiteY694" fmla="*/ 721991 h 6142467"/>
                <a:gd name="connsiteX695" fmla="*/ 10829910 w 12190161"/>
                <a:gd name="connsiteY695" fmla="*/ 756372 h 6142467"/>
                <a:gd name="connsiteX696" fmla="*/ 10732143 w 12190161"/>
                <a:gd name="connsiteY696" fmla="*/ 1259306 h 6142467"/>
                <a:gd name="connsiteX697" fmla="*/ 9766259 w 12190161"/>
                <a:gd name="connsiteY697" fmla="*/ 878869 h 6142467"/>
                <a:gd name="connsiteX698" fmla="*/ 9766144 w 12190161"/>
                <a:gd name="connsiteY698" fmla="*/ 867082 h 6142467"/>
                <a:gd name="connsiteX699" fmla="*/ 10006806 w 12190161"/>
                <a:gd name="connsiteY699" fmla="*/ 830968 h 6142467"/>
                <a:gd name="connsiteX700" fmla="*/ 10790330 w 12190161"/>
                <a:gd name="connsiteY700" fmla="*/ 713382 h 6142467"/>
                <a:gd name="connsiteX701" fmla="*/ 9730088 w 12190161"/>
                <a:gd name="connsiteY701" fmla="*/ 925557 h 6142467"/>
                <a:gd name="connsiteX702" fmla="*/ 9744649 w 12190161"/>
                <a:gd name="connsiteY702" fmla="*/ 917641 h 6142467"/>
                <a:gd name="connsiteX703" fmla="*/ 10544409 w 12190161"/>
                <a:gd name="connsiteY703" fmla="*/ 2026420 h 6142467"/>
                <a:gd name="connsiteX704" fmla="*/ 10531293 w 12190161"/>
                <a:gd name="connsiteY704" fmla="*/ 2045430 h 6142467"/>
                <a:gd name="connsiteX705" fmla="*/ 9520686 w 12190161"/>
                <a:gd name="connsiteY705" fmla="*/ 1769001 h 6142467"/>
                <a:gd name="connsiteX706" fmla="*/ 9710558 w 12190161"/>
                <a:gd name="connsiteY706" fmla="*/ 928851 h 6142467"/>
                <a:gd name="connsiteX707" fmla="*/ 9730088 w 12190161"/>
                <a:gd name="connsiteY707" fmla="*/ 925557 h 6142467"/>
                <a:gd name="connsiteX708" fmla="*/ 9274130 w 12190161"/>
                <a:gd name="connsiteY708" fmla="*/ 2795267 h 6142467"/>
                <a:gd name="connsiteX709" fmla="*/ 9268872 w 12190161"/>
                <a:gd name="connsiteY709" fmla="*/ 2795036 h 6142467"/>
                <a:gd name="connsiteX710" fmla="*/ 9219757 w 12190161"/>
                <a:gd name="connsiteY710" fmla="*/ 2422689 h 6142467"/>
                <a:gd name="connsiteX711" fmla="*/ 9126960 w 12190161"/>
                <a:gd name="connsiteY711" fmla="*/ 1719424 h 6142467"/>
                <a:gd name="connsiteX712" fmla="*/ 9131929 w 12190161"/>
                <a:gd name="connsiteY712" fmla="*/ 1717922 h 6142467"/>
                <a:gd name="connsiteX713" fmla="*/ 9164402 w 12190161"/>
                <a:gd name="connsiteY713" fmla="*/ 1686315 h 6142467"/>
                <a:gd name="connsiteX714" fmla="*/ 9503756 w 12190161"/>
                <a:gd name="connsiteY714" fmla="*/ 1779113 h 6142467"/>
                <a:gd name="connsiteX715" fmla="*/ 9274130 w 12190161"/>
                <a:gd name="connsiteY715" fmla="*/ 2795267 h 6142467"/>
                <a:gd name="connsiteX716" fmla="*/ 9060857 w 12190161"/>
                <a:gd name="connsiteY716" fmla="*/ 1684813 h 6142467"/>
                <a:gd name="connsiteX717" fmla="*/ 9076978 w 12190161"/>
                <a:gd name="connsiteY717" fmla="*/ 1707983 h 6142467"/>
                <a:gd name="connsiteX718" fmla="*/ 8643729 w 12190161"/>
                <a:gd name="connsiteY718" fmla="*/ 2398998 h 6142467"/>
                <a:gd name="connsiteX719" fmla="*/ 7770528 w 12190161"/>
                <a:gd name="connsiteY719" fmla="*/ 1780789 h 6142467"/>
                <a:gd name="connsiteX720" fmla="*/ 7775555 w 12190161"/>
                <a:gd name="connsiteY720" fmla="*/ 1760103 h 6142467"/>
                <a:gd name="connsiteX721" fmla="*/ 9058430 w 12190161"/>
                <a:gd name="connsiteY721" fmla="*/ 1675452 h 6142467"/>
                <a:gd name="connsiteX722" fmla="*/ 9060857 w 12190161"/>
                <a:gd name="connsiteY722" fmla="*/ 1684813 h 6142467"/>
                <a:gd name="connsiteX723" fmla="*/ 7668080 w 12190161"/>
                <a:gd name="connsiteY723" fmla="*/ 1776686 h 6142467"/>
                <a:gd name="connsiteX724" fmla="*/ 7679174 w 12190161"/>
                <a:gd name="connsiteY724" fmla="*/ 1795003 h 6142467"/>
                <a:gd name="connsiteX725" fmla="*/ 7125218 w 12190161"/>
                <a:gd name="connsiteY725" fmla="*/ 2406799 h 6142467"/>
                <a:gd name="connsiteX726" fmla="*/ 7094189 w 12190161"/>
                <a:gd name="connsiteY726" fmla="*/ 2396918 h 6142467"/>
                <a:gd name="connsiteX727" fmla="*/ 6986195 w 12190161"/>
                <a:gd name="connsiteY727" fmla="*/ 1495634 h 6142467"/>
                <a:gd name="connsiteX728" fmla="*/ 6991511 w 12190161"/>
                <a:gd name="connsiteY728" fmla="*/ 1494017 h 6142467"/>
                <a:gd name="connsiteX729" fmla="*/ 7020402 w 12190161"/>
                <a:gd name="connsiteY729" fmla="*/ 1469921 h 6142467"/>
                <a:gd name="connsiteX730" fmla="*/ 7666751 w 12190161"/>
                <a:gd name="connsiteY730" fmla="*/ 1742999 h 6142467"/>
                <a:gd name="connsiteX731" fmla="*/ 7668080 w 12190161"/>
                <a:gd name="connsiteY731" fmla="*/ 1776686 h 6142467"/>
                <a:gd name="connsiteX732" fmla="*/ 6920496 w 12190161"/>
                <a:gd name="connsiteY732" fmla="*/ 1460792 h 6142467"/>
                <a:gd name="connsiteX733" fmla="*/ 6928759 w 12190161"/>
                <a:gd name="connsiteY733" fmla="*/ 1475757 h 6142467"/>
                <a:gd name="connsiteX734" fmla="*/ 6561208 w 12190161"/>
                <a:gd name="connsiteY734" fmla="*/ 1845215 h 6142467"/>
                <a:gd name="connsiteX735" fmla="*/ 5839107 w 12190161"/>
                <a:gd name="connsiteY735" fmla="*/ 1036441 h 6142467"/>
                <a:gd name="connsiteX736" fmla="*/ 5846098 w 12190161"/>
                <a:gd name="connsiteY736" fmla="*/ 1026214 h 6142467"/>
                <a:gd name="connsiteX737" fmla="*/ 6918705 w 12190161"/>
                <a:gd name="connsiteY737" fmla="*/ 1429243 h 6142467"/>
                <a:gd name="connsiteX738" fmla="*/ 6920496 w 12190161"/>
                <a:gd name="connsiteY738" fmla="*/ 1460792 h 6142467"/>
                <a:gd name="connsiteX739" fmla="*/ 6551154 w 12190161"/>
                <a:gd name="connsiteY739" fmla="*/ 1855327 h 6142467"/>
                <a:gd name="connsiteX740" fmla="*/ 5963627 w 12190161"/>
                <a:gd name="connsiteY740" fmla="*/ 2445859 h 6142467"/>
                <a:gd name="connsiteX741" fmla="*/ 5932194 w 12190161"/>
                <a:gd name="connsiteY741" fmla="*/ 2434476 h 6142467"/>
                <a:gd name="connsiteX742" fmla="*/ 5809176 w 12190161"/>
                <a:gd name="connsiteY742" fmla="*/ 1054238 h 6142467"/>
                <a:gd name="connsiteX743" fmla="*/ 5816167 w 12190161"/>
                <a:gd name="connsiteY743" fmla="*/ 1052273 h 6142467"/>
                <a:gd name="connsiteX744" fmla="*/ 5828475 w 12190161"/>
                <a:gd name="connsiteY744" fmla="*/ 1045917 h 6142467"/>
                <a:gd name="connsiteX745" fmla="*/ 6551154 w 12190161"/>
                <a:gd name="connsiteY745" fmla="*/ 1855327 h 6142467"/>
                <a:gd name="connsiteX746" fmla="*/ 5496922 w 12190161"/>
                <a:gd name="connsiteY746" fmla="*/ 1889997 h 6142467"/>
                <a:gd name="connsiteX747" fmla="*/ 5440989 w 12190161"/>
                <a:gd name="connsiteY747" fmla="*/ 1814013 h 6142467"/>
                <a:gd name="connsiteX748" fmla="*/ 5454741 w 12190161"/>
                <a:gd name="connsiteY748" fmla="*/ 1755018 h 6142467"/>
                <a:gd name="connsiteX749" fmla="*/ 5433939 w 12190161"/>
                <a:gd name="connsiteY749" fmla="*/ 1728322 h 6142467"/>
                <a:gd name="connsiteX750" fmla="*/ 5761448 w 12190161"/>
                <a:gd name="connsiteY750" fmla="*/ 1086018 h 6142467"/>
                <a:gd name="connsiteX751" fmla="*/ 5496922 w 12190161"/>
                <a:gd name="connsiteY751" fmla="*/ 1889997 h 6142467"/>
                <a:gd name="connsiteX752" fmla="*/ 5385807 w 12190161"/>
                <a:gd name="connsiteY752" fmla="*/ 1826783 h 6142467"/>
                <a:gd name="connsiteX753" fmla="*/ 5232742 w 12190161"/>
                <a:gd name="connsiteY753" fmla="*/ 2668956 h 6142467"/>
                <a:gd name="connsiteX754" fmla="*/ 5210959 w 12190161"/>
                <a:gd name="connsiteY754" fmla="*/ 2672249 h 6142467"/>
                <a:gd name="connsiteX755" fmla="*/ 5177098 w 12190161"/>
                <a:gd name="connsiteY755" fmla="*/ 2707670 h 6142467"/>
                <a:gd name="connsiteX756" fmla="*/ 3607451 w 12190161"/>
                <a:gd name="connsiteY756" fmla="*/ 2312614 h 6142467"/>
                <a:gd name="connsiteX757" fmla="*/ 3606815 w 12190161"/>
                <a:gd name="connsiteY757" fmla="*/ 2291408 h 6142467"/>
                <a:gd name="connsiteX758" fmla="*/ 5351774 w 12190161"/>
                <a:gd name="connsiteY758" fmla="*/ 1795870 h 6142467"/>
                <a:gd name="connsiteX759" fmla="*/ 5385807 w 12190161"/>
                <a:gd name="connsiteY759" fmla="*/ 1826783 h 6142467"/>
                <a:gd name="connsiteX760" fmla="*/ 3527076 w 12190161"/>
                <a:gd name="connsiteY760" fmla="*/ 2352484 h 6142467"/>
                <a:gd name="connsiteX761" fmla="*/ 3378230 w 12190161"/>
                <a:gd name="connsiteY761" fmla="*/ 2858423 h 6142467"/>
                <a:gd name="connsiteX762" fmla="*/ 3166863 w 12190161"/>
                <a:gd name="connsiteY762" fmla="*/ 2839470 h 6142467"/>
                <a:gd name="connsiteX763" fmla="*/ 3164147 w 12190161"/>
                <a:gd name="connsiteY763" fmla="*/ 2828838 h 6142467"/>
                <a:gd name="connsiteX764" fmla="*/ 3151146 w 12190161"/>
                <a:gd name="connsiteY764" fmla="*/ 2808557 h 6142467"/>
                <a:gd name="connsiteX765" fmla="*/ 3521876 w 12190161"/>
                <a:gd name="connsiteY765" fmla="*/ 2349363 h 6142467"/>
                <a:gd name="connsiteX766" fmla="*/ 3527076 w 12190161"/>
                <a:gd name="connsiteY766" fmla="*/ 2352484 h 6142467"/>
                <a:gd name="connsiteX767" fmla="*/ 3075625 w 12190161"/>
                <a:gd name="connsiteY767" fmla="*/ 2806130 h 6142467"/>
                <a:gd name="connsiteX768" fmla="*/ 3060891 w 12190161"/>
                <a:gd name="connsiteY768" fmla="*/ 2826701 h 6142467"/>
                <a:gd name="connsiteX769" fmla="*/ 2390851 w 12190161"/>
                <a:gd name="connsiteY769" fmla="*/ 2646767 h 6142467"/>
                <a:gd name="connsiteX770" fmla="*/ 2388019 w 12190161"/>
                <a:gd name="connsiteY770" fmla="*/ 2620419 h 6142467"/>
                <a:gd name="connsiteX771" fmla="*/ 2381837 w 12190161"/>
                <a:gd name="connsiteY771" fmla="*/ 2608400 h 6142467"/>
                <a:gd name="connsiteX772" fmla="*/ 2735289 w 12190161"/>
                <a:gd name="connsiteY772" fmla="*/ 2296493 h 6142467"/>
                <a:gd name="connsiteX773" fmla="*/ 3075625 w 12190161"/>
                <a:gd name="connsiteY773" fmla="*/ 2806130 h 6142467"/>
                <a:gd name="connsiteX774" fmla="*/ 2372418 w 12190161"/>
                <a:gd name="connsiteY774" fmla="*/ 2597711 h 6142467"/>
                <a:gd name="connsiteX775" fmla="*/ 2330873 w 12190161"/>
                <a:gd name="connsiteY775" fmla="*/ 2584305 h 6142467"/>
                <a:gd name="connsiteX776" fmla="*/ 2033527 w 12190161"/>
                <a:gd name="connsiteY776" fmla="*/ 1258093 h 6142467"/>
                <a:gd name="connsiteX777" fmla="*/ 2034394 w 12190161"/>
                <a:gd name="connsiteY777" fmla="*/ 1257804 h 6142467"/>
                <a:gd name="connsiteX778" fmla="*/ 2039941 w 12190161"/>
                <a:gd name="connsiteY778" fmla="*/ 1255435 h 6142467"/>
                <a:gd name="connsiteX779" fmla="*/ 2727257 w 12190161"/>
                <a:gd name="connsiteY779" fmla="*/ 2284532 h 6142467"/>
                <a:gd name="connsiteX780" fmla="*/ 2372418 w 12190161"/>
                <a:gd name="connsiteY780" fmla="*/ 2597711 h 6142467"/>
                <a:gd name="connsiteX781" fmla="*/ 248237 w 12190161"/>
                <a:gd name="connsiteY781" fmla="*/ 1474891 h 6142467"/>
                <a:gd name="connsiteX782" fmla="*/ 262798 w 12190161"/>
                <a:gd name="connsiteY782" fmla="*/ 1471771 h 6142467"/>
                <a:gd name="connsiteX783" fmla="*/ 283368 w 12190161"/>
                <a:gd name="connsiteY783" fmla="*/ 1458423 h 6142467"/>
                <a:gd name="connsiteX784" fmla="*/ 874882 w 12190161"/>
                <a:gd name="connsiteY784" fmla="*/ 1904384 h 6142467"/>
                <a:gd name="connsiteX785" fmla="*/ 196753 w 12190161"/>
                <a:gd name="connsiteY785" fmla="*/ 2840568 h 6142467"/>
                <a:gd name="connsiteX786" fmla="*/ 180169 w 12190161"/>
                <a:gd name="connsiteY786" fmla="*/ 2834732 h 6142467"/>
                <a:gd name="connsiteX787" fmla="*/ 248237 w 12190161"/>
                <a:gd name="connsiteY787" fmla="*/ 1474891 h 6142467"/>
                <a:gd name="connsiteX788" fmla="*/ 218190 w 12190161"/>
                <a:gd name="connsiteY788" fmla="*/ 2917245 h 6142467"/>
                <a:gd name="connsiteX789" fmla="*/ 225297 w 12190161"/>
                <a:gd name="connsiteY789" fmla="*/ 2896732 h 6142467"/>
                <a:gd name="connsiteX790" fmla="*/ 1086885 w 12190161"/>
                <a:gd name="connsiteY790" fmla="*/ 2902337 h 6142467"/>
                <a:gd name="connsiteX791" fmla="*/ 1022053 w 12190161"/>
                <a:gd name="connsiteY791" fmla="*/ 3494256 h 6142467"/>
                <a:gd name="connsiteX792" fmla="*/ 1004198 w 12190161"/>
                <a:gd name="connsiteY792" fmla="*/ 3497549 h 6142467"/>
                <a:gd name="connsiteX793" fmla="*/ 984090 w 12190161"/>
                <a:gd name="connsiteY793" fmla="*/ 3510377 h 6142467"/>
                <a:gd name="connsiteX794" fmla="*/ 218190 w 12190161"/>
                <a:gd name="connsiteY794" fmla="*/ 2917245 h 6142467"/>
                <a:gd name="connsiteX795" fmla="*/ 1228566 w 12190161"/>
                <a:gd name="connsiteY795" fmla="*/ 5107125 h 6142467"/>
                <a:gd name="connsiteX796" fmla="*/ 1228970 w 12190161"/>
                <a:gd name="connsiteY796" fmla="*/ 5107009 h 6142467"/>
                <a:gd name="connsiteX797" fmla="*/ 1245554 w 12190161"/>
                <a:gd name="connsiteY797" fmla="*/ 5097417 h 6142467"/>
                <a:gd name="connsiteX798" fmla="*/ 1825801 w 12190161"/>
                <a:gd name="connsiteY798" fmla="*/ 5632710 h 6142467"/>
                <a:gd name="connsiteX799" fmla="*/ 1427683 w 12190161"/>
                <a:gd name="connsiteY799" fmla="*/ 5815994 h 6142467"/>
                <a:gd name="connsiteX800" fmla="*/ 1376141 w 12190161"/>
                <a:gd name="connsiteY800" fmla="*/ 5790282 h 6142467"/>
                <a:gd name="connsiteX801" fmla="*/ 1228566 w 12190161"/>
                <a:gd name="connsiteY801" fmla="*/ 5107125 h 6142467"/>
                <a:gd name="connsiteX802" fmla="*/ 1435657 w 12190161"/>
                <a:gd name="connsiteY802" fmla="*/ 5852050 h 6142467"/>
                <a:gd name="connsiteX803" fmla="*/ 1433519 w 12190161"/>
                <a:gd name="connsiteY803" fmla="*/ 5828938 h 6142467"/>
                <a:gd name="connsiteX804" fmla="*/ 1837126 w 12190161"/>
                <a:gd name="connsiteY804" fmla="*/ 5643168 h 6142467"/>
                <a:gd name="connsiteX805" fmla="*/ 2283492 w 12190161"/>
                <a:gd name="connsiteY805" fmla="*/ 6054981 h 6142467"/>
                <a:gd name="connsiteX806" fmla="*/ 2277251 w 12190161"/>
                <a:gd name="connsiteY806" fmla="*/ 6066537 h 6142467"/>
                <a:gd name="connsiteX807" fmla="*/ 1435657 w 12190161"/>
                <a:gd name="connsiteY807" fmla="*/ 5852050 h 6142467"/>
                <a:gd name="connsiteX808" fmla="*/ 2372129 w 12190161"/>
                <a:gd name="connsiteY808" fmla="*/ 6052554 h 6142467"/>
                <a:gd name="connsiteX809" fmla="*/ 2353350 w 12190161"/>
                <a:gd name="connsiteY809" fmla="*/ 6037357 h 6142467"/>
                <a:gd name="connsiteX810" fmla="*/ 2608689 w 12190161"/>
                <a:gd name="connsiteY810" fmla="*/ 5296996 h 6142467"/>
                <a:gd name="connsiteX811" fmla="*/ 2669533 w 12190161"/>
                <a:gd name="connsiteY811" fmla="*/ 5312829 h 6142467"/>
                <a:gd name="connsiteX812" fmla="*/ 2705936 w 12190161"/>
                <a:gd name="connsiteY812" fmla="*/ 5262905 h 6142467"/>
                <a:gd name="connsiteX813" fmla="*/ 3860478 w 12190161"/>
                <a:gd name="connsiteY813" fmla="*/ 5158146 h 6142467"/>
                <a:gd name="connsiteX814" fmla="*/ 2372129 w 12190161"/>
                <a:gd name="connsiteY814" fmla="*/ 6052554 h 6142467"/>
                <a:gd name="connsiteX815" fmla="*/ 2704607 w 12190161"/>
                <a:gd name="connsiteY815" fmla="*/ 5248748 h 6142467"/>
                <a:gd name="connsiteX816" fmla="*/ 2702642 w 12190161"/>
                <a:gd name="connsiteY816" fmla="*/ 5241872 h 6142467"/>
                <a:gd name="connsiteX817" fmla="*/ 2699753 w 12190161"/>
                <a:gd name="connsiteY817" fmla="*/ 5235401 h 6142467"/>
                <a:gd name="connsiteX818" fmla="*/ 3458257 w 12190161"/>
                <a:gd name="connsiteY818" fmla="*/ 4708545 h 6142467"/>
                <a:gd name="connsiteX819" fmla="*/ 3875386 w 12190161"/>
                <a:gd name="connsiteY819" fmla="*/ 5142545 h 6142467"/>
                <a:gd name="connsiteX820" fmla="*/ 2704607 w 12190161"/>
                <a:gd name="connsiteY820" fmla="*/ 5248748 h 6142467"/>
                <a:gd name="connsiteX821" fmla="*/ 3470161 w 12190161"/>
                <a:gd name="connsiteY821" fmla="*/ 4700224 h 6142467"/>
                <a:gd name="connsiteX822" fmla="*/ 4251489 w 12190161"/>
                <a:gd name="connsiteY822" fmla="*/ 4157536 h 6142467"/>
                <a:gd name="connsiteX823" fmla="*/ 4265934 w 12190161"/>
                <a:gd name="connsiteY823" fmla="*/ 4168861 h 6142467"/>
                <a:gd name="connsiteX824" fmla="*/ 3888271 w 12190161"/>
                <a:gd name="connsiteY824" fmla="*/ 5135265 h 6142467"/>
                <a:gd name="connsiteX825" fmla="*/ 3470161 w 12190161"/>
                <a:gd name="connsiteY825" fmla="*/ 4700224 h 6142467"/>
                <a:gd name="connsiteX826" fmla="*/ 4346425 w 12190161"/>
                <a:gd name="connsiteY826" fmla="*/ 4107323 h 6142467"/>
                <a:gd name="connsiteX827" fmla="*/ 4344633 w 12190161"/>
                <a:gd name="connsiteY827" fmla="*/ 4101371 h 6142467"/>
                <a:gd name="connsiteX828" fmla="*/ 4329205 w 12190161"/>
                <a:gd name="connsiteY828" fmla="*/ 4078779 h 6142467"/>
                <a:gd name="connsiteX829" fmla="*/ 4666190 w 12190161"/>
                <a:gd name="connsiteY829" fmla="*/ 3579369 h 6142467"/>
                <a:gd name="connsiteX830" fmla="*/ 5172707 w 12190161"/>
                <a:gd name="connsiteY830" fmla="*/ 3990776 h 6142467"/>
                <a:gd name="connsiteX831" fmla="*/ 5164444 w 12190161"/>
                <a:gd name="connsiteY831" fmla="*/ 4018685 h 6142467"/>
                <a:gd name="connsiteX832" fmla="*/ 4346425 w 12190161"/>
                <a:gd name="connsiteY832" fmla="*/ 4107323 h 6142467"/>
                <a:gd name="connsiteX833" fmla="*/ 5302948 w 12190161"/>
                <a:gd name="connsiteY833" fmla="*/ 4000080 h 6142467"/>
                <a:gd name="connsiteX834" fmla="*/ 6619048 w 12190161"/>
                <a:gd name="connsiteY834" fmla="*/ 3655294 h 6142467"/>
                <a:gd name="connsiteX835" fmla="*/ 7472488 w 12190161"/>
                <a:gd name="connsiteY835" fmla="*/ 4439916 h 6142467"/>
                <a:gd name="connsiteX836" fmla="*/ 7465439 w 12190161"/>
                <a:gd name="connsiteY836" fmla="*/ 4453611 h 6142467"/>
                <a:gd name="connsiteX837" fmla="*/ 5302948 w 12190161"/>
                <a:gd name="connsiteY837" fmla="*/ 4000080 h 6142467"/>
                <a:gd name="connsiteX838" fmla="*/ 9300999 w 12190161"/>
                <a:gd name="connsiteY838" fmla="*/ 3114108 h 6142467"/>
                <a:gd name="connsiteX839" fmla="*/ 9298110 w 12190161"/>
                <a:gd name="connsiteY839" fmla="*/ 3102205 h 6142467"/>
                <a:gd name="connsiteX840" fmla="*/ 9293603 w 12190161"/>
                <a:gd name="connsiteY840" fmla="*/ 3092729 h 6142467"/>
                <a:gd name="connsiteX841" fmla="*/ 9494106 w 12190161"/>
                <a:gd name="connsiteY841" fmla="*/ 2934522 h 6142467"/>
                <a:gd name="connsiteX842" fmla="*/ 10014780 w 12190161"/>
                <a:gd name="connsiteY842" fmla="*/ 3111566 h 6142467"/>
                <a:gd name="connsiteX843" fmla="*/ 10014144 w 12190161"/>
                <a:gd name="connsiteY843" fmla="*/ 3115264 h 6142467"/>
                <a:gd name="connsiteX844" fmla="*/ 9300999 w 12190161"/>
                <a:gd name="connsiteY844" fmla="*/ 3114108 h 6142467"/>
                <a:gd name="connsiteX845" fmla="*/ 10110351 w 12190161"/>
                <a:gd name="connsiteY845" fmla="*/ 3085448 h 6142467"/>
                <a:gd name="connsiteX846" fmla="*/ 10107520 w 12190161"/>
                <a:gd name="connsiteY846" fmla="*/ 3082559 h 6142467"/>
                <a:gd name="connsiteX847" fmla="*/ 10788250 w 12190161"/>
                <a:gd name="connsiteY847" fmla="*/ 2160763 h 6142467"/>
                <a:gd name="connsiteX848" fmla="*/ 11163544 w 12190161"/>
                <a:gd name="connsiteY848" fmla="*/ 2317930 h 6142467"/>
                <a:gd name="connsiteX849" fmla="*/ 11164873 w 12190161"/>
                <a:gd name="connsiteY849" fmla="*/ 2351559 h 6142467"/>
                <a:gd name="connsiteX850" fmla="*/ 11167646 w 12190161"/>
                <a:gd name="connsiteY850" fmla="*/ 2357857 h 6142467"/>
                <a:gd name="connsiteX851" fmla="*/ 10110351 w 12190161"/>
                <a:gd name="connsiteY851" fmla="*/ 3085448 h 6142467"/>
                <a:gd name="connsiteX852" fmla="*/ 11213872 w 12190161"/>
                <a:gd name="connsiteY852" fmla="*/ 2277251 h 6142467"/>
                <a:gd name="connsiteX853" fmla="*/ 11197924 w 12190161"/>
                <a:gd name="connsiteY853" fmla="*/ 2280487 h 6142467"/>
                <a:gd name="connsiteX854" fmla="*/ 11168975 w 12190161"/>
                <a:gd name="connsiteY854" fmla="*/ 2304756 h 6142467"/>
                <a:gd name="connsiteX855" fmla="*/ 10796974 w 12190161"/>
                <a:gd name="connsiteY855" fmla="*/ 2148918 h 6142467"/>
                <a:gd name="connsiteX856" fmla="*/ 11250736 w 12190161"/>
                <a:gd name="connsiteY856" fmla="*/ 1534464 h 6142467"/>
                <a:gd name="connsiteX857" fmla="*/ 11268418 w 12190161"/>
                <a:gd name="connsiteY857" fmla="*/ 1542611 h 6142467"/>
                <a:gd name="connsiteX858" fmla="*/ 11213872 w 12190161"/>
                <a:gd name="connsiteY858" fmla="*/ 2277251 h 6142467"/>
                <a:gd name="connsiteX859" fmla="*/ 11334347 w 12190161"/>
                <a:gd name="connsiteY859" fmla="*/ 1470037 h 6142467"/>
                <a:gd name="connsiteX860" fmla="*/ 11334347 w 12190161"/>
                <a:gd name="connsiteY860" fmla="*/ 1470037 h 6142467"/>
                <a:gd name="connsiteX861" fmla="*/ 11323889 w 12190161"/>
                <a:gd name="connsiteY861" fmla="*/ 1452414 h 6142467"/>
                <a:gd name="connsiteX862" fmla="*/ 11664340 w 12190161"/>
                <a:gd name="connsiteY862" fmla="*/ 1065274 h 6142467"/>
                <a:gd name="connsiteX863" fmla="*/ 12081469 w 12190161"/>
                <a:gd name="connsiteY863" fmla="*/ 1245670 h 6142467"/>
                <a:gd name="connsiteX864" fmla="*/ 12079215 w 12190161"/>
                <a:gd name="connsiteY864" fmla="*/ 1262715 h 6142467"/>
                <a:gd name="connsiteX865" fmla="*/ 11332498 w 12190161"/>
                <a:gd name="connsiteY865" fmla="*/ 1463103 h 6142467"/>
                <a:gd name="connsiteX866" fmla="*/ 11334347 w 12190161"/>
                <a:gd name="connsiteY866" fmla="*/ 1470037 h 6142467"/>
                <a:gd name="connsiteX867" fmla="*/ 12087131 w 12190161"/>
                <a:gd name="connsiteY867" fmla="*/ 1232611 h 6142467"/>
                <a:gd name="connsiteX868" fmla="*/ 11674221 w 12190161"/>
                <a:gd name="connsiteY868" fmla="*/ 1054007 h 6142467"/>
                <a:gd name="connsiteX869" fmla="*/ 11858199 w 12190161"/>
                <a:gd name="connsiteY869" fmla="*/ 844836 h 6142467"/>
                <a:gd name="connsiteX870" fmla="*/ 11908065 w 12190161"/>
                <a:gd name="connsiteY870" fmla="*/ 850961 h 6142467"/>
                <a:gd name="connsiteX871" fmla="*/ 12098688 w 12190161"/>
                <a:gd name="connsiteY871" fmla="*/ 1219090 h 6142467"/>
                <a:gd name="connsiteX872" fmla="*/ 12087131 w 12190161"/>
                <a:gd name="connsiteY872" fmla="*/ 1232611 h 6142467"/>
                <a:gd name="connsiteX873" fmla="*/ 11833699 w 12190161"/>
                <a:gd name="connsiteY873" fmla="*/ 800979 h 6142467"/>
                <a:gd name="connsiteX874" fmla="*/ 11836993 w 12190161"/>
                <a:gd name="connsiteY874" fmla="*/ 817852 h 6142467"/>
                <a:gd name="connsiteX875" fmla="*/ 11847452 w 12190161"/>
                <a:gd name="connsiteY875" fmla="*/ 835417 h 6142467"/>
                <a:gd name="connsiteX876" fmla="*/ 11660469 w 12190161"/>
                <a:gd name="connsiteY876" fmla="*/ 1048055 h 6142467"/>
                <a:gd name="connsiteX877" fmla="*/ 10897978 w 12190161"/>
                <a:gd name="connsiteY877" fmla="*/ 718293 h 6142467"/>
                <a:gd name="connsiteX878" fmla="*/ 10898786 w 12190161"/>
                <a:gd name="connsiteY878" fmla="*/ 715173 h 6142467"/>
                <a:gd name="connsiteX879" fmla="*/ 11833699 w 12190161"/>
                <a:gd name="connsiteY879" fmla="*/ 800979 h 6142467"/>
                <a:gd name="connsiteX880" fmla="*/ 9684556 w 12190161"/>
                <a:gd name="connsiteY880" fmla="*/ 922090 h 6142467"/>
                <a:gd name="connsiteX881" fmla="*/ 9696343 w 12190161"/>
                <a:gd name="connsiteY881" fmla="*/ 926886 h 6142467"/>
                <a:gd name="connsiteX882" fmla="*/ 9506876 w 12190161"/>
                <a:gd name="connsiteY882" fmla="*/ 1765245 h 6142467"/>
                <a:gd name="connsiteX883" fmla="*/ 9167927 w 12190161"/>
                <a:gd name="connsiteY883" fmla="*/ 1672505 h 6142467"/>
                <a:gd name="connsiteX884" fmla="*/ 9165038 w 12190161"/>
                <a:gd name="connsiteY884" fmla="*/ 1646908 h 6142467"/>
                <a:gd name="connsiteX885" fmla="*/ 9151112 w 12190161"/>
                <a:gd name="connsiteY885" fmla="*/ 1625702 h 6142467"/>
                <a:gd name="connsiteX886" fmla="*/ 9684556 w 12190161"/>
                <a:gd name="connsiteY886" fmla="*/ 922090 h 6142467"/>
                <a:gd name="connsiteX887" fmla="*/ 8851455 w 12190161"/>
                <a:gd name="connsiteY887" fmla="*/ 1180607 h 6142467"/>
                <a:gd name="connsiteX888" fmla="*/ 9081196 w 12190161"/>
                <a:gd name="connsiteY888" fmla="*/ 1620501 h 6142467"/>
                <a:gd name="connsiteX889" fmla="*/ 9057736 w 12190161"/>
                <a:gd name="connsiteY889" fmla="*/ 1661238 h 6142467"/>
                <a:gd name="connsiteX890" fmla="*/ 7774225 w 12190161"/>
                <a:gd name="connsiteY890" fmla="*/ 1745946 h 6142467"/>
                <a:gd name="connsiteX891" fmla="*/ 7772203 w 12190161"/>
                <a:gd name="connsiteY891" fmla="*/ 1738781 h 6142467"/>
                <a:gd name="connsiteX892" fmla="*/ 8851455 w 12190161"/>
                <a:gd name="connsiteY892" fmla="*/ 1180607 h 6142467"/>
                <a:gd name="connsiteX893" fmla="*/ 3551807 w 12190161"/>
                <a:gd name="connsiteY893" fmla="*/ 2248129 h 6142467"/>
                <a:gd name="connsiteX894" fmla="*/ 3533836 w 12190161"/>
                <a:gd name="connsiteY894" fmla="*/ 2251423 h 6142467"/>
                <a:gd name="connsiteX895" fmla="*/ 3500727 w 12190161"/>
                <a:gd name="connsiteY895" fmla="*/ 2322495 h 6142467"/>
                <a:gd name="connsiteX896" fmla="*/ 3511128 w 12190161"/>
                <a:gd name="connsiteY896" fmla="*/ 2339945 h 6142467"/>
                <a:gd name="connsiteX897" fmla="*/ 3139763 w 12190161"/>
                <a:gd name="connsiteY897" fmla="*/ 2799890 h 6142467"/>
                <a:gd name="connsiteX898" fmla="*/ 3138607 w 12190161"/>
                <a:gd name="connsiteY898" fmla="*/ 2799312 h 6142467"/>
                <a:gd name="connsiteX899" fmla="*/ 3630621 w 12190161"/>
                <a:gd name="connsiteY899" fmla="*/ 1538855 h 6142467"/>
                <a:gd name="connsiteX900" fmla="*/ 3630794 w 12190161"/>
                <a:gd name="connsiteY900" fmla="*/ 1538913 h 6142467"/>
                <a:gd name="connsiteX901" fmla="*/ 3551807 w 12190161"/>
                <a:gd name="connsiteY901" fmla="*/ 2248129 h 6142467"/>
                <a:gd name="connsiteX902" fmla="*/ 3588614 w 12190161"/>
                <a:gd name="connsiteY902" fmla="*/ 1482691 h 6142467"/>
                <a:gd name="connsiteX903" fmla="*/ 3591907 w 12190161"/>
                <a:gd name="connsiteY903" fmla="*/ 1503955 h 6142467"/>
                <a:gd name="connsiteX904" fmla="*/ 3598090 w 12190161"/>
                <a:gd name="connsiteY904" fmla="*/ 1515974 h 6142467"/>
                <a:gd name="connsiteX905" fmla="*/ 2738063 w 12190161"/>
                <a:gd name="connsiteY905" fmla="*/ 2274998 h 6142467"/>
                <a:gd name="connsiteX906" fmla="*/ 2051844 w 12190161"/>
                <a:gd name="connsiteY906" fmla="*/ 1247519 h 6142467"/>
                <a:gd name="connsiteX907" fmla="*/ 2068832 w 12190161"/>
                <a:gd name="connsiteY907" fmla="*/ 1220477 h 6142467"/>
                <a:gd name="connsiteX908" fmla="*/ 3588614 w 12190161"/>
                <a:gd name="connsiteY908" fmla="*/ 1482691 h 6142467"/>
                <a:gd name="connsiteX909" fmla="*/ 2004809 w 12190161"/>
                <a:gd name="connsiteY909" fmla="*/ 1151427 h 6142467"/>
                <a:gd name="connsiteX910" fmla="*/ 1996431 w 12190161"/>
                <a:gd name="connsiteY910" fmla="*/ 1153681 h 6142467"/>
                <a:gd name="connsiteX911" fmla="*/ 1972278 w 12190161"/>
                <a:gd name="connsiteY911" fmla="*/ 1171015 h 6142467"/>
                <a:gd name="connsiteX912" fmla="*/ 1349908 w 12190161"/>
                <a:gd name="connsiteY912" fmla="*/ 806122 h 6142467"/>
                <a:gd name="connsiteX913" fmla="*/ 1935817 w 12190161"/>
                <a:gd name="connsiteY913" fmla="*/ 476764 h 6142467"/>
                <a:gd name="connsiteX914" fmla="*/ 1978807 w 12190161"/>
                <a:gd name="connsiteY914" fmla="*/ 499646 h 6142467"/>
                <a:gd name="connsiteX915" fmla="*/ 2004809 w 12190161"/>
                <a:gd name="connsiteY915" fmla="*/ 1151427 h 6142467"/>
                <a:gd name="connsiteX916" fmla="*/ 1925821 w 12190161"/>
                <a:gd name="connsiteY916" fmla="*/ 437415 h 6142467"/>
                <a:gd name="connsiteX917" fmla="*/ 1928710 w 12190161"/>
                <a:gd name="connsiteY917" fmla="*/ 463301 h 6142467"/>
                <a:gd name="connsiteX918" fmla="*/ 1929115 w 12190161"/>
                <a:gd name="connsiteY918" fmla="*/ 464284 h 6142467"/>
                <a:gd name="connsiteX919" fmla="*/ 1335752 w 12190161"/>
                <a:gd name="connsiteY919" fmla="*/ 797801 h 6142467"/>
                <a:gd name="connsiteX920" fmla="*/ 106440 w 12190161"/>
                <a:gd name="connsiteY920" fmla="*/ 77086 h 6142467"/>
                <a:gd name="connsiteX921" fmla="*/ 107942 w 12190161"/>
                <a:gd name="connsiteY921" fmla="*/ 73273 h 6142467"/>
                <a:gd name="connsiteX922" fmla="*/ 1925821 w 12190161"/>
                <a:gd name="connsiteY922" fmla="*/ 437415 h 61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</a:cxnLst>
              <a:rect l="l" t="t" r="r" b="b"/>
              <a:pathLst>
                <a:path w="12190161" h="6142467">
                  <a:moveTo>
                    <a:pt x="3357" y="74428"/>
                  </a:moveTo>
                  <a:cubicBezTo>
                    <a:pt x="11619" y="97079"/>
                    <a:pt x="33114" y="111004"/>
                    <a:pt x="55880" y="110831"/>
                  </a:cubicBezTo>
                  <a:lnTo>
                    <a:pt x="229284" y="1366261"/>
                  </a:lnTo>
                  <a:cubicBezTo>
                    <a:pt x="227840" y="1366665"/>
                    <a:pt x="226337" y="1367069"/>
                    <a:pt x="224893" y="1367589"/>
                  </a:cubicBezTo>
                  <a:cubicBezTo>
                    <a:pt x="196117" y="1378048"/>
                    <a:pt x="181325" y="1409886"/>
                    <a:pt x="191784" y="1438661"/>
                  </a:cubicBezTo>
                  <a:cubicBezTo>
                    <a:pt x="198775" y="1457845"/>
                    <a:pt x="215243" y="1470788"/>
                    <a:pt x="233965" y="1474197"/>
                  </a:cubicBezTo>
                  <a:lnTo>
                    <a:pt x="165955" y="2833981"/>
                  </a:lnTo>
                  <a:cubicBezTo>
                    <a:pt x="161101" y="2834386"/>
                    <a:pt x="156190" y="2835368"/>
                    <a:pt x="151394" y="2837101"/>
                  </a:cubicBezTo>
                  <a:cubicBezTo>
                    <a:pt x="122619" y="2847560"/>
                    <a:pt x="107826" y="2879398"/>
                    <a:pt x="118285" y="2908173"/>
                  </a:cubicBezTo>
                  <a:cubicBezTo>
                    <a:pt x="128744" y="2936949"/>
                    <a:pt x="160581" y="2951741"/>
                    <a:pt x="189357" y="2941282"/>
                  </a:cubicBezTo>
                  <a:cubicBezTo>
                    <a:pt x="197157" y="2938451"/>
                    <a:pt x="203918" y="2934002"/>
                    <a:pt x="209465" y="2928455"/>
                  </a:cubicBezTo>
                  <a:lnTo>
                    <a:pt x="975307" y="3521587"/>
                  </a:lnTo>
                  <a:cubicBezTo>
                    <a:pt x="967276" y="3535339"/>
                    <a:pt x="965196" y="3552442"/>
                    <a:pt x="971032" y="3568564"/>
                  </a:cubicBezTo>
                  <a:cubicBezTo>
                    <a:pt x="981490" y="3597339"/>
                    <a:pt x="1013328" y="3612131"/>
                    <a:pt x="1042103" y="3601673"/>
                  </a:cubicBezTo>
                  <a:cubicBezTo>
                    <a:pt x="1048113" y="3599477"/>
                    <a:pt x="1053429" y="3596357"/>
                    <a:pt x="1058109" y="3592543"/>
                  </a:cubicBezTo>
                  <a:lnTo>
                    <a:pt x="1540704" y="4049367"/>
                  </a:lnTo>
                  <a:cubicBezTo>
                    <a:pt x="1530246" y="4063755"/>
                    <a:pt x="1526894" y="4082939"/>
                    <a:pt x="1533424" y="4100967"/>
                  </a:cubicBezTo>
                  <a:cubicBezTo>
                    <a:pt x="1538220" y="4114199"/>
                    <a:pt x="1547580" y="4124426"/>
                    <a:pt x="1559079" y="4130667"/>
                  </a:cubicBezTo>
                  <a:lnTo>
                    <a:pt x="1223134" y="5001095"/>
                  </a:lnTo>
                  <a:cubicBezTo>
                    <a:pt x="1212849" y="4998553"/>
                    <a:pt x="1201755" y="4998957"/>
                    <a:pt x="1191065" y="5002886"/>
                  </a:cubicBezTo>
                  <a:cubicBezTo>
                    <a:pt x="1162290" y="5013345"/>
                    <a:pt x="1147498" y="5045183"/>
                    <a:pt x="1157956" y="5073958"/>
                  </a:cubicBezTo>
                  <a:cubicBezTo>
                    <a:pt x="1166681" y="5097995"/>
                    <a:pt x="1190314" y="5112210"/>
                    <a:pt x="1214641" y="5110187"/>
                  </a:cubicBezTo>
                  <a:lnTo>
                    <a:pt x="1362158" y="5793286"/>
                  </a:lnTo>
                  <a:cubicBezTo>
                    <a:pt x="1362042" y="5793344"/>
                    <a:pt x="1361869" y="5793344"/>
                    <a:pt x="1361753" y="5793402"/>
                  </a:cubicBezTo>
                  <a:cubicBezTo>
                    <a:pt x="1332978" y="5803860"/>
                    <a:pt x="1318186" y="5835698"/>
                    <a:pt x="1328644" y="5864473"/>
                  </a:cubicBezTo>
                  <a:cubicBezTo>
                    <a:pt x="1339103" y="5893249"/>
                    <a:pt x="1370941" y="5908041"/>
                    <a:pt x="1399716" y="5897582"/>
                  </a:cubicBezTo>
                  <a:cubicBezTo>
                    <a:pt x="1415202" y="5891978"/>
                    <a:pt x="1426527" y="5880132"/>
                    <a:pt x="1432190" y="5865976"/>
                  </a:cubicBezTo>
                  <a:lnTo>
                    <a:pt x="2273785" y="6080405"/>
                  </a:lnTo>
                  <a:cubicBezTo>
                    <a:pt x="2272744" y="6088783"/>
                    <a:pt x="2273611" y="6097508"/>
                    <a:pt x="2276674" y="6106002"/>
                  </a:cubicBezTo>
                  <a:cubicBezTo>
                    <a:pt x="2287132" y="6134777"/>
                    <a:pt x="2318970" y="6149570"/>
                    <a:pt x="2347745" y="6139111"/>
                  </a:cubicBezTo>
                  <a:cubicBezTo>
                    <a:pt x="2376521" y="6128653"/>
                    <a:pt x="2391313" y="6096815"/>
                    <a:pt x="2380855" y="6068040"/>
                  </a:cubicBezTo>
                  <a:cubicBezTo>
                    <a:pt x="2380450" y="6066941"/>
                    <a:pt x="2379988" y="6065902"/>
                    <a:pt x="2379525" y="6064861"/>
                  </a:cubicBezTo>
                  <a:lnTo>
                    <a:pt x="3889716" y="5157337"/>
                  </a:lnTo>
                  <a:lnTo>
                    <a:pt x="3893529" y="5161266"/>
                  </a:lnTo>
                  <a:lnTo>
                    <a:pt x="3896707" y="5153119"/>
                  </a:lnTo>
                  <a:lnTo>
                    <a:pt x="3921322" y="5138327"/>
                  </a:lnTo>
                  <a:lnTo>
                    <a:pt x="3901792" y="5140118"/>
                  </a:lnTo>
                  <a:lnTo>
                    <a:pt x="4279282" y="4174119"/>
                  </a:lnTo>
                  <a:cubicBezTo>
                    <a:pt x="4289625" y="4176719"/>
                    <a:pt x="4300835" y="4176315"/>
                    <a:pt x="4311640" y="4172386"/>
                  </a:cubicBezTo>
                  <a:cubicBezTo>
                    <a:pt x="4333770" y="4164354"/>
                    <a:pt x="4347580" y="4143668"/>
                    <a:pt x="4348042" y="4121480"/>
                  </a:cubicBezTo>
                  <a:lnTo>
                    <a:pt x="5166062" y="4032784"/>
                  </a:lnTo>
                  <a:cubicBezTo>
                    <a:pt x="5166524" y="4034749"/>
                    <a:pt x="5167102" y="4036771"/>
                    <a:pt x="5167853" y="4038736"/>
                  </a:cubicBezTo>
                  <a:cubicBezTo>
                    <a:pt x="5178312" y="4067511"/>
                    <a:pt x="5210150" y="4082303"/>
                    <a:pt x="5238925" y="4071845"/>
                  </a:cubicBezTo>
                  <a:cubicBezTo>
                    <a:pt x="5265158" y="4062311"/>
                    <a:pt x="5279719" y="4035038"/>
                    <a:pt x="5274172" y="4008516"/>
                  </a:cubicBezTo>
                  <a:lnTo>
                    <a:pt x="7462665" y="4467421"/>
                  </a:lnTo>
                  <a:cubicBezTo>
                    <a:pt x="7462088" y="4475105"/>
                    <a:pt x="7463012" y="4482964"/>
                    <a:pt x="7465786" y="4490706"/>
                  </a:cubicBezTo>
                  <a:cubicBezTo>
                    <a:pt x="7476244" y="4519482"/>
                    <a:pt x="7508082" y="4534274"/>
                    <a:pt x="7536857" y="4523815"/>
                  </a:cubicBezTo>
                  <a:cubicBezTo>
                    <a:pt x="7565632" y="4513357"/>
                    <a:pt x="7580425" y="4481519"/>
                    <a:pt x="7569966" y="4452744"/>
                  </a:cubicBezTo>
                  <a:cubicBezTo>
                    <a:pt x="7565979" y="4441765"/>
                    <a:pt x="7558815" y="4432809"/>
                    <a:pt x="7549974" y="4426511"/>
                  </a:cubicBezTo>
                  <a:lnTo>
                    <a:pt x="8418552" y="2792436"/>
                  </a:lnTo>
                  <a:cubicBezTo>
                    <a:pt x="8430513" y="2796943"/>
                    <a:pt x="8444034" y="2797405"/>
                    <a:pt x="8456977" y="2792667"/>
                  </a:cubicBezTo>
                  <a:cubicBezTo>
                    <a:pt x="8468881" y="2788333"/>
                    <a:pt x="8478299" y="2780302"/>
                    <a:pt x="8484655" y="2770421"/>
                  </a:cubicBezTo>
                  <a:lnTo>
                    <a:pt x="9193467" y="3104112"/>
                  </a:lnTo>
                  <a:cubicBezTo>
                    <a:pt x="9189827" y="3115437"/>
                    <a:pt x="9189711" y="3127976"/>
                    <a:pt x="9194102" y="3139994"/>
                  </a:cubicBezTo>
                  <a:cubicBezTo>
                    <a:pt x="9204561" y="3168770"/>
                    <a:pt x="9236399" y="3183562"/>
                    <a:pt x="9265174" y="3173104"/>
                  </a:cubicBezTo>
                  <a:cubicBezTo>
                    <a:pt x="9285282" y="3165765"/>
                    <a:pt x="9298514" y="3148084"/>
                    <a:pt x="9301114" y="3128265"/>
                  </a:cubicBezTo>
                  <a:lnTo>
                    <a:pt x="10014260" y="3129421"/>
                  </a:lnTo>
                  <a:cubicBezTo>
                    <a:pt x="10014780" y="3133408"/>
                    <a:pt x="10015704" y="3137394"/>
                    <a:pt x="10017149" y="3141324"/>
                  </a:cubicBezTo>
                  <a:cubicBezTo>
                    <a:pt x="10027608" y="3170099"/>
                    <a:pt x="10059446" y="3184891"/>
                    <a:pt x="10088221" y="3174433"/>
                  </a:cubicBezTo>
                  <a:cubicBezTo>
                    <a:pt x="10116996" y="3163974"/>
                    <a:pt x="10131788" y="3132136"/>
                    <a:pt x="10121330" y="3103361"/>
                  </a:cubicBezTo>
                  <a:cubicBezTo>
                    <a:pt x="10120521" y="3101165"/>
                    <a:pt x="10119596" y="3099085"/>
                    <a:pt x="10118556" y="3097062"/>
                  </a:cubicBezTo>
                  <a:lnTo>
                    <a:pt x="11175851" y="2369472"/>
                  </a:lnTo>
                  <a:cubicBezTo>
                    <a:pt x="11190528" y="2385766"/>
                    <a:pt x="11214161" y="2392527"/>
                    <a:pt x="11236060" y="2384553"/>
                  </a:cubicBezTo>
                  <a:cubicBezTo>
                    <a:pt x="11264836" y="2374094"/>
                    <a:pt x="11279627" y="2342256"/>
                    <a:pt x="11269169" y="2313481"/>
                  </a:cubicBezTo>
                  <a:cubicBezTo>
                    <a:pt x="11262351" y="2294760"/>
                    <a:pt x="11246461" y="2281990"/>
                    <a:pt x="11228259" y="2278234"/>
                  </a:cubicBezTo>
                  <a:lnTo>
                    <a:pt x="11282748" y="1544229"/>
                  </a:lnTo>
                  <a:cubicBezTo>
                    <a:pt x="11288930" y="1544171"/>
                    <a:pt x="11295229" y="1543189"/>
                    <a:pt x="11301354" y="1540935"/>
                  </a:cubicBezTo>
                  <a:cubicBezTo>
                    <a:pt x="11327817" y="1531286"/>
                    <a:pt x="11342436" y="1503551"/>
                    <a:pt x="11336428" y="1476740"/>
                  </a:cubicBezTo>
                  <a:lnTo>
                    <a:pt x="12081583" y="1276756"/>
                  </a:lnTo>
                  <a:cubicBezTo>
                    <a:pt x="12081930" y="1277854"/>
                    <a:pt x="12082219" y="1279010"/>
                    <a:pt x="12082624" y="1280108"/>
                  </a:cubicBezTo>
                  <a:cubicBezTo>
                    <a:pt x="12093082" y="1308883"/>
                    <a:pt x="12124920" y="1323675"/>
                    <a:pt x="12153696" y="1313217"/>
                  </a:cubicBezTo>
                  <a:cubicBezTo>
                    <a:pt x="12182472" y="1302758"/>
                    <a:pt x="12197263" y="1270920"/>
                    <a:pt x="12186805" y="1242145"/>
                  </a:cubicBezTo>
                  <a:cubicBezTo>
                    <a:pt x="12176347" y="1213369"/>
                    <a:pt x="12144509" y="1198577"/>
                    <a:pt x="12115733" y="1209036"/>
                  </a:cubicBezTo>
                  <a:cubicBezTo>
                    <a:pt x="12114057" y="1209671"/>
                    <a:pt x="12112381" y="1210365"/>
                    <a:pt x="12110821" y="1211116"/>
                  </a:cubicBezTo>
                  <a:lnTo>
                    <a:pt x="11920835" y="844200"/>
                  </a:lnTo>
                  <a:cubicBezTo>
                    <a:pt x="11941001" y="830217"/>
                    <a:pt x="11950129" y="803926"/>
                    <a:pt x="11941348" y="779773"/>
                  </a:cubicBezTo>
                  <a:cubicBezTo>
                    <a:pt x="11930889" y="750998"/>
                    <a:pt x="11899051" y="736206"/>
                    <a:pt x="11870275" y="746664"/>
                  </a:cubicBezTo>
                  <a:cubicBezTo>
                    <a:pt x="11851842" y="753367"/>
                    <a:pt x="11839188" y="768852"/>
                    <a:pt x="11835201" y="786649"/>
                  </a:cubicBezTo>
                  <a:lnTo>
                    <a:pt x="10900231" y="700843"/>
                  </a:lnTo>
                  <a:cubicBezTo>
                    <a:pt x="10900000" y="695238"/>
                    <a:pt x="10898960" y="689518"/>
                    <a:pt x="10896937" y="683971"/>
                  </a:cubicBezTo>
                  <a:cubicBezTo>
                    <a:pt x="10886479" y="655195"/>
                    <a:pt x="10854641" y="640403"/>
                    <a:pt x="10825865" y="650862"/>
                  </a:cubicBezTo>
                  <a:cubicBezTo>
                    <a:pt x="10804660" y="658604"/>
                    <a:pt x="10791081" y="677846"/>
                    <a:pt x="10789579" y="698994"/>
                  </a:cubicBezTo>
                  <a:lnTo>
                    <a:pt x="10632758" y="722511"/>
                  </a:lnTo>
                  <a:lnTo>
                    <a:pt x="9762735" y="853099"/>
                  </a:lnTo>
                  <a:cubicBezTo>
                    <a:pt x="9751757" y="825190"/>
                    <a:pt x="9720554" y="810976"/>
                    <a:pt x="9692241" y="821261"/>
                  </a:cubicBezTo>
                  <a:cubicBezTo>
                    <a:pt x="9663465" y="831719"/>
                    <a:pt x="9648673" y="863557"/>
                    <a:pt x="9659132" y="892333"/>
                  </a:cubicBezTo>
                  <a:cubicBezTo>
                    <a:pt x="9662194" y="900711"/>
                    <a:pt x="9667048" y="907818"/>
                    <a:pt x="9673115" y="913539"/>
                  </a:cubicBezTo>
                  <a:lnTo>
                    <a:pt x="9139729" y="1617150"/>
                  </a:lnTo>
                  <a:cubicBezTo>
                    <a:pt x="9126209" y="1609754"/>
                    <a:pt x="9109740" y="1607905"/>
                    <a:pt x="9094139" y="1613625"/>
                  </a:cubicBezTo>
                  <a:cubicBezTo>
                    <a:pt x="9094081" y="1613625"/>
                    <a:pt x="9094024" y="1613683"/>
                    <a:pt x="9093966" y="1613683"/>
                  </a:cubicBezTo>
                  <a:lnTo>
                    <a:pt x="8857637" y="1161192"/>
                  </a:lnTo>
                  <a:lnTo>
                    <a:pt x="7765789" y="1725954"/>
                  </a:lnTo>
                  <a:cubicBezTo>
                    <a:pt x="7751807" y="1705730"/>
                    <a:pt x="7725515" y="1696658"/>
                    <a:pt x="7701304" y="1705441"/>
                  </a:cubicBezTo>
                  <a:cubicBezTo>
                    <a:pt x="7688651" y="1710063"/>
                    <a:pt x="7678712" y="1718788"/>
                    <a:pt x="7672413" y="1729536"/>
                  </a:cubicBezTo>
                  <a:lnTo>
                    <a:pt x="7026064" y="1456458"/>
                  </a:lnTo>
                  <a:cubicBezTo>
                    <a:pt x="7029069" y="1445711"/>
                    <a:pt x="7028895" y="1433981"/>
                    <a:pt x="7024793" y="1422714"/>
                  </a:cubicBezTo>
                  <a:cubicBezTo>
                    <a:pt x="7014335" y="1393938"/>
                    <a:pt x="6982497" y="1379146"/>
                    <a:pt x="6953721" y="1389605"/>
                  </a:cubicBezTo>
                  <a:cubicBezTo>
                    <a:pt x="6940316" y="1394458"/>
                    <a:pt x="6930031" y="1404050"/>
                    <a:pt x="6923790" y="1415722"/>
                  </a:cubicBezTo>
                  <a:lnTo>
                    <a:pt x="5851183" y="1012692"/>
                  </a:lnTo>
                  <a:cubicBezTo>
                    <a:pt x="5853552" y="1002523"/>
                    <a:pt x="5853148" y="991602"/>
                    <a:pt x="5849334" y="981086"/>
                  </a:cubicBezTo>
                  <a:cubicBezTo>
                    <a:pt x="5838876" y="952310"/>
                    <a:pt x="5807038" y="937518"/>
                    <a:pt x="5778262" y="947977"/>
                  </a:cubicBezTo>
                  <a:cubicBezTo>
                    <a:pt x="5749487" y="958435"/>
                    <a:pt x="5734695" y="990273"/>
                    <a:pt x="5745153" y="1019049"/>
                  </a:cubicBezTo>
                  <a:cubicBezTo>
                    <a:pt x="5749256" y="1030374"/>
                    <a:pt x="5756710" y="1039446"/>
                    <a:pt x="5765955" y="1045744"/>
                  </a:cubicBezTo>
                  <a:lnTo>
                    <a:pt x="5421285" y="1721678"/>
                  </a:lnTo>
                  <a:cubicBezTo>
                    <a:pt x="5409555" y="1717460"/>
                    <a:pt x="5396323" y="1717228"/>
                    <a:pt x="5383727" y="1721793"/>
                  </a:cubicBezTo>
                  <a:cubicBezTo>
                    <a:pt x="5358534" y="1730981"/>
                    <a:pt x="5344031" y="1756520"/>
                    <a:pt x="5347844" y="1782002"/>
                  </a:cubicBezTo>
                  <a:lnTo>
                    <a:pt x="3603001" y="2277483"/>
                  </a:lnTo>
                  <a:lnTo>
                    <a:pt x="3604966" y="2284359"/>
                  </a:lnTo>
                  <a:cubicBezTo>
                    <a:pt x="3598379" y="2266331"/>
                    <a:pt x="3583413" y="2253734"/>
                    <a:pt x="3566079" y="2249516"/>
                  </a:cubicBezTo>
                  <a:lnTo>
                    <a:pt x="3645067" y="1540242"/>
                  </a:lnTo>
                  <a:cubicBezTo>
                    <a:pt x="3651018" y="1540127"/>
                    <a:pt x="3657085" y="1539086"/>
                    <a:pt x="3663037" y="1536948"/>
                  </a:cubicBezTo>
                  <a:cubicBezTo>
                    <a:pt x="3691812" y="1526490"/>
                    <a:pt x="3706604" y="1494652"/>
                    <a:pt x="3696146" y="1465877"/>
                  </a:cubicBezTo>
                  <a:cubicBezTo>
                    <a:pt x="3685687" y="1437101"/>
                    <a:pt x="3653849" y="1422309"/>
                    <a:pt x="3625074" y="1432768"/>
                  </a:cubicBezTo>
                  <a:cubicBezTo>
                    <a:pt x="3608144" y="1438950"/>
                    <a:pt x="3596125" y="1452529"/>
                    <a:pt x="3591156" y="1468477"/>
                  </a:cubicBezTo>
                  <a:lnTo>
                    <a:pt x="2070854" y="1206147"/>
                  </a:lnTo>
                  <a:cubicBezTo>
                    <a:pt x="2070912" y="1199675"/>
                    <a:pt x="2069930" y="1193030"/>
                    <a:pt x="2067561" y="1186616"/>
                  </a:cubicBezTo>
                  <a:cubicBezTo>
                    <a:pt x="2059818" y="1165353"/>
                    <a:pt x="2040345" y="1151716"/>
                    <a:pt x="2019081" y="1150271"/>
                  </a:cubicBezTo>
                  <a:lnTo>
                    <a:pt x="1993079" y="498144"/>
                  </a:lnTo>
                  <a:cubicBezTo>
                    <a:pt x="1995333" y="497624"/>
                    <a:pt x="1997529" y="497046"/>
                    <a:pt x="1999724" y="496237"/>
                  </a:cubicBezTo>
                  <a:cubicBezTo>
                    <a:pt x="2028500" y="485778"/>
                    <a:pt x="2043292" y="453941"/>
                    <a:pt x="2032833" y="425165"/>
                  </a:cubicBezTo>
                  <a:cubicBezTo>
                    <a:pt x="2022375" y="396390"/>
                    <a:pt x="1990537" y="381598"/>
                    <a:pt x="1961762" y="392056"/>
                  </a:cubicBezTo>
                  <a:cubicBezTo>
                    <a:pt x="1946392" y="397661"/>
                    <a:pt x="1935066" y="409333"/>
                    <a:pt x="1929404" y="423432"/>
                  </a:cubicBezTo>
                  <a:lnTo>
                    <a:pt x="110716" y="59232"/>
                  </a:lnTo>
                  <a:cubicBezTo>
                    <a:pt x="111236" y="51720"/>
                    <a:pt x="110253" y="43977"/>
                    <a:pt x="107538" y="36466"/>
                  </a:cubicBezTo>
                  <a:cubicBezTo>
                    <a:pt x="97079" y="7690"/>
                    <a:pt x="65241" y="-7102"/>
                    <a:pt x="36466" y="3357"/>
                  </a:cubicBezTo>
                  <a:cubicBezTo>
                    <a:pt x="7690" y="13815"/>
                    <a:pt x="-7102" y="45653"/>
                    <a:pt x="3357" y="74428"/>
                  </a:cubicBezTo>
                  <a:close/>
                  <a:moveTo>
                    <a:pt x="70037" y="108867"/>
                  </a:moveTo>
                  <a:cubicBezTo>
                    <a:pt x="71482" y="108462"/>
                    <a:pt x="72984" y="108058"/>
                    <a:pt x="74428" y="107538"/>
                  </a:cubicBezTo>
                  <a:cubicBezTo>
                    <a:pt x="84656" y="103839"/>
                    <a:pt x="93034" y="97368"/>
                    <a:pt x="99217" y="89394"/>
                  </a:cubicBezTo>
                  <a:lnTo>
                    <a:pt x="1321306" y="805891"/>
                  </a:lnTo>
                  <a:lnTo>
                    <a:pt x="288280" y="1386542"/>
                  </a:lnTo>
                  <a:cubicBezTo>
                    <a:pt x="277705" y="1372385"/>
                    <a:pt x="260949" y="1364180"/>
                    <a:pt x="243441" y="1364296"/>
                  </a:cubicBezTo>
                  <a:lnTo>
                    <a:pt x="70037" y="108867"/>
                  </a:lnTo>
                  <a:close/>
                  <a:moveTo>
                    <a:pt x="1964824" y="1183207"/>
                  </a:moveTo>
                  <a:cubicBezTo>
                    <a:pt x="1962051" y="1189448"/>
                    <a:pt x="1960375" y="1196208"/>
                    <a:pt x="1960028" y="1203200"/>
                  </a:cubicBezTo>
                  <a:lnTo>
                    <a:pt x="297582" y="1405957"/>
                  </a:lnTo>
                  <a:cubicBezTo>
                    <a:pt x="297120" y="1404223"/>
                    <a:pt x="296600" y="1402490"/>
                    <a:pt x="295965" y="1400756"/>
                  </a:cubicBezTo>
                  <a:cubicBezTo>
                    <a:pt x="295733" y="1400179"/>
                    <a:pt x="295445" y="1399601"/>
                    <a:pt x="295213" y="1399023"/>
                  </a:cubicBezTo>
                  <a:lnTo>
                    <a:pt x="1335520" y="814269"/>
                  </a:lnTo>
                  <a:lnTo>
                    <a:pt x="1964824" y="1183207"/>
                  </a:lnTo>
                  <a:close/>
                  <a:moveTo>
                    <a:pt x="3617389" y="1533597"/>
                  </a:moveTo>
                  <a:lnTo>
                    <a:pt x="3125376" y="2794054"/>
                  </a:lnTo>
                  <a:cubicBezTo>
                    <a:pt x="3115032" y="2791454"/>
                    <a:pt x="3103823" y="2791858"/>
                    <a:pt x="3093075" y="2795787"/>
                  </a:cubicBezTo>
                  <a:cubicBezTo>
                    <a:pt x="3091111" y="2796481"/>
                    <a:pt x="3089262" y="2797289"/>
                    <a:pt x="3087471" y="2798214"/>
                  </a:cubicBezTo>
                  <a:lnTo>
                    <a:pt x="2746094" y="2287017"/>
                  </a:lnTo>
                  <a:lnTo>
                    <a:pt x="3607566" y="1526779"/>
                  </a:lnTo>
                  <a:cubicBezTo>
                    <a:pt x="3610571" y="1529379"/>
                    <a:pt x="3613864" y="1531633"/>
                    <a:pt x="3617389" y="1533597"/>
                  </a:cubicBezTo>
                  <a:close/>
                  <a:moveTo>
                    <a:pt x="11650530" y="1059323"/>
                  </a:moveTo>
                  <a:lnTo>
                    <a:pt x="11313141" y="1442995"/>
                  </a:lnTo>
                  <a:cubicBezTo>
                    <a:pt x="11298926" y="1433461"/>
                    <a:pt x="11280552" y="1430572"/>
                    <a:pt x="11263275" y="1436870"/>
                  </a:cubicBezTo>
                  <a:cubicBezTo>
                    <a:pt x="11263160" y="1436928"/>
                    <a:pt x="11263102" y="1436928"/>
                    <a:pt x="11262986" y="1436986"/>
                  </a:cubicBezTo>
                  <a:lnTo>
                    <a:pt x="10882261" y="743775"/>
                  </a:lnTo>
                  <a:cubicBezTo>
                    <a:pt x="10886248" y="740135"/>
                    <a:pt x="10889599" y="735917"/>
                    <a:pt x="10892315" y="731352"/>
                  </a:cubicBezTo>
                  <a:lnTo>
                    <a:pt x="11650530" y="1059323"/>
                  </a:lnTo>
                  <a:close/>
                  <a:moveTo>
                    <a:pt x="9507512" y="2924005"/>
                  </a:moveTo>
                  <a:lnTo>
                    <a:pt x="10543716" y="2106448"/>
                  </a:lnTo>
                  <a:cubicBezTo>
                    <a:pt x="10546259" y="2108933"/>
                    <a:pt x="10549032" y="2111128"/>
                    <a:pt x="10551979" y="2113093"/>
                  </a:cubicBezTo>
                  <a:lnTo>
                    <a:pt x="10086776" y="3069963"/>
                  </a:lnTo>
                  <a:cubicBezTo>
                    <a:pt x="10075278" y="3066091"/>
                    <a:pt x="10062450" y="3065918"/>
                    <a:pt x="10050200" y="3070425"/>
                  </a:cubicBezTo>
                  <a:cubicBezTo>
                    <a:pt x="10036217" y="3075510"/>
                    <a:pt x="10025528" y="3085680"/>
                    <a:pt x="10019460" y="3098045"/>
                  </a:cubicBezTo>
                  <a:lnTo>
                    <a:pt x="9507512" y="2924005"/>
                  </a:lnTo>
                  <a:close/>
                  <a:moveTo>
                    <a:pt x="2309725" y="6034873"/>
                  </a:moveTo>
                  <a:cubicBezTo>
                    <a:pt x="2303484" y="6037126"/>
                    <a:pt x="2297995" y="6040477"/>
                    <a:pt x="2293199" y="6044464"/>
                  </a:cubicBezTo>
                  <a:lnTo>
                    <a:pt x="1851167" y="5636697"/>
                  </a:lnTo>
                  <a:lnTo>
                    <a:pt x="2594532" y="5294454"/>
                  </a:lnTo>
                  <a:lnTo>
                    <a:pt x="2339887" y="6032677"/>
                  </a:lnTo>
                  <a:cubicBezTo>
                    <a:pt x="2330122" y="6030712"/>
                    <a:pt x="2319779" y="6031232"/>
                    <a:pt x="2309725" y="6034873"/>
                  </a:cubicBezTo>
                  <a:close/>
                  <a:moveTo>
                    <a:pt x="2019544" y="1260982"/>
                  </a:moveTo>
                  <a:lnTo>
                    <a:pt x="2316948" y="2587367"/>
                  </a:lnTo>
                  <a:cubicBezTo>
                    <a:pt x="2311978" y="2589159"/>
                    <a:pt x="2307471" y="2591643"/>
                    <a:pt x="2303369" y="2594590"/>
                  </a:cubicBezTo>
                  <a:lnTo>
                    <a:pt x="1517129" y="1762356"/>
                  </a:lnTo>
                  <a:lnTo>
                    <a:pt x="1981928" y="1249830"/>
                  </a:lnTo>
                  <a:cubicBezTo>
                    <a:pt x="1992559" y="1257919"/>
                    <a:pt x="2005907" y="1262022"/>
                    <a:pt x="2019544" y="1260982"/>
                  </a:cubicBezTo>
                  <a:close/>
                  <a:moveTo>
                    <a:pt x="5421574" y="1826090"/>
                  </a:moveTo>
                  <a:cubicBezTo>
                    <a:pt x="5424348" y="1825107"/>
                    <a:pt x="5426948" y="1823836"/>
                    <a:pt x="5429433" y="1822449"/>
                  </a:cubicBezTo>
                  <a:lnTo>
                    <a:pt x="5491432" y="1906638"/>
                  </a:lnTo>
                  <a:lnTo>
                    <a:pt x="5255335" y="2624117"/>
                  </a:lnTo>
                  <a:lnTo>
                    <a:pt x="5399790" y="1829383"/>
                  </a:lnTo>
                  <a:cubicBezTo>
                    <a:pt x="5407013" y="1829788"/>
                    <a:pt x="5414409" y="1828748"/>
                    <a:pt x="5421574" y="1826090"/>
                  </a:cubicBezTo>
                  <a:close/>
                  <a:moveTo>
                    <a:pt x="5794961" y="1055567"/>
                  </a:moveTo>
                  <a:lnTo>
                    <a:pt x="5917922" y="2435805"/>
                  </a:lnTo>
                  <a:cubicBezTo>
                    <a:pt x="5915610" y="2436325"/>
                    <a:pt x="5913241" y="2436961"/>
                    <a:pt x="5910930" y="2437770"/>
                  </a:cubicBezTo>
                  <a:cubicBezTo>
                    <a:pt x="5908156" y="2438752"/>
                    <a:pt x="5905556" y="2440023"/>
                    <a:pt x="5903071" y="2441410"/>
                  </a:cubicBezTo>
                  <a:lnTo>
                    <a:pt x="5507265" y="1904038"/>
                  </a:lnTo>
                  <a:lnTo>
                    <a:pt x="5786756" y="1054527"/>
                  </a:lnTo>
                  <a:cubicBezTo>
                    <a:pt x="5789472" y="1055105"/>
                    <a:pt x="5792188" y="1055451"/>
                    <a:pt x="5794961" y="1055567"/>
                  </a:cubicBezTo>
                  <a:close/>
                  <a:moveTo>
                    <a:pt x="6972038" y="1497194"/>
                  </a:moveTo>
                  <a:lnTo>
                    <a:pt x="7080033" y="2398478"/>
                  </a:lnTo>
                  <a:cubicBezTo>
                    <a:pt x="7078241" y="2398940"/>
                    <a:pt x="7076451" y="2399461"/>
                    <a:pt x="7074659" y="2400154"/>
                  </a:cubicBezTo>
                  <a:cubicBezTo>
                    <a:pt x="7070210" y="2401772"/>
                    <a:pt x="7066107" y="2403967"/>
                    <a:pt x="7062351" y="2406510"/>
                  </a:cubicBezTo>
                  <a:lnTo>
                    <a:pt x="6570685" y="1855847"/>
                  </a:lnTo>
                  <a:lnTo>
                    <a:pt x="6938871" y="1485812"/>
                  </a:lnTo>
                  <a:cubicBezTo>
                    <a:pt x="6948348" y="1493034"/>
                    <a:pt x="6959962" y="1497079"/>
                    <a:pt x="6972038" y="1497194"/>
                  </a:cubicBezTo>
                  <a:close/>
                  <a:moveTo>
                    <a:pt x="8636159" y="2411132"/>
                  </a:moveTo>
                  <a:lnTo>
                    <a:pt x="8461080" y="2690393"/>
                  </a:lnTo>
                  <a:cubicBezTo>
                    <a:pt x="8448252" y="2684499"/>
                    <a:pt x="8433229" y="2683459"/>
                    <a:pt x="8418957" y="2688659"/>
                  </a:cubicBezTo>
                  <a:cubicBezTo>
                    <a:pt x="8416299" y="2689642"/>
                    <a:pt x="8413872" y="2690797"/>
                    <a:pt x="8411445" y="2692126"/>
                  </a:cubicBezTo>
                  <a:lnTo>
                    <a:pt x="7760820" y="1795407"/>
                  </a:lnTo>
                  <a:cubicBezTo>
                    <a:pt x="7761571" y="1794598"/>
                    <a:pt x="7762265" y="1793790"/>
                    <a:pt x="7762958" y="1792981"/>
                  </a:cubicBezTo>
                  <a:lnTo>
                    <a:pt x="8636159" y="2411132"/>
                  </a:lnTo>
                  <a:close/>
                  <a:moveTo>
                    <a:pt x="9112803" y="1721273"/>
                  </a:moveTo>
                  <a:lnTo>
                    <a:pt x="9206121" y="2428814"/>
                  </a:lnTo>
                  <a:lnTo>
                    <a:pt x="9254658" y="2796943"/>
                  </a:lnTo>
                  <a:cubicBezTo>
                    <a:pt x="9253098" y="2797347"/>
                    <a:pt x="9251537" y="2797810"/>
                    <a:pt x="9249977" y="2798387"/>
                  </a:cubicBezTo>
                  <a:cubicBezTo>
                    <a:pt x="9241368" y="2801508"/>
                    <a:pt x="9234029" y="2806592"/>
                    <a:pt x="9228251" y="2812891"/>
                  </a:cubicBezTo>
                  <a:lnTo>
                    <a:pt x="8655400" y="2407319"/>
                  </a:lnTo>
                  <a:lnTo>
                    <a:pt x="9088939" y="1715842"/>
                  </a:lnTo>
                  <a:cubicBezTo>
                    <a:pt x="9096335" y="1719366"/>
                    <a:pt x="9104483" y="1721215"/>
                    <a:pt x="9112803" y="1721273"/>
                  </a:cubicBezTo>
                  <a:close/>
                  <a:moveTo>
                    <a:pt x="9762966" y="893026"/>
                  </a:moveTo>
                  <a:lnTo>
                    <a:pt x="10729370" y="1273636"/>
                  </a:lnTo>
                  <a:lnTo>
                    <a:pt x="10585897" y="2011512"/>
                  </a:lnTo>
                  <a:cubicBezTo>
                    <a:pt x="10578501" y="2011050"/>
                    <a:pt x="10570873" y="2012032"/>
                    <a:pt x="10563478" y="2014748"/>
                  </a:cubicBezTo>
                  <a:cubicBezTo>
                    <a:pt x="10560877" y="2015672"/>
                    <a:pt x="10558451" y="2016886"/>
                    <a:pt x="10556082" y="2018099"/>
                  </a:cubicBezTo>
                  <a:lnTo>
                    <a:pt x="9754934" y="907414"/>
                  </a:lnTo>
                  <a:cubicBezTo>
                    <a:pt x="9758286" y="903022"/>
                    <a:pt x="9761001" y="898169"/>
                    <a:pt x="9762966" y="893026"/>
                  </a:cubicBezTo>
                  <a:close/>
                  <a:moveTo>
                    <a:pt x="10863655" y="755158"/>
                  </a:moveTo>
                  <a:cubicBezTo>
                    <a:pt x="10866024" y="754291"/>
                    <a:pt x="10868278" y="753251"/>
                    <a:pt x="10870474" y="752096"/>
                  </a:cubicBezTo>
                  <a:lnTo>
                    <a:pt x="11250332" y="1443746"/>
                  </a:lnTo>
                  <a:cubicBezTo>
                    <a:pt x="11244728" y="1447675"/>
                    <a:pt x="11240047" y="1452529"/>
                    <a:pt x="11236349" y="1458018"/>
                  </a:cubicBezTo>
                  <a:lnTo>
                    <a:pt x="10745607" y="1264738"/>
                  </a:lnTo>
                  <a:lnTo>
                    <a:pt x="10844067" y="758452"/>
                  </a:lnTo>
                  <a:cubicBezTo>
                    <a:pt x="10850538" y="758510"/>
                    <a:pt x="10857183" y="757469"/>
                    <a:pt x="10863655" y="755158"/>
                  </a:cubicBezTo>
                  <a:close/>
                  <a:moveTo>
                    <a:pt x="10599880" y="2014228"/>
                  </a:moveTo>
                  <a:lnTo>
                    <a:pt x="10742833" y="1278894"/>
                  </a:lnTo>
                  <a:lnTo>
                    <a:pt x="11229877" y="1470730"/>
                  </a:lnTo>
                  <a:cubicBezTo>
                    <a:pt x="11225833" y="1482345"/>
                    <a:pt x="11225601" y="1495403"/>
                    <a:pt x="11230109" y="1507884"/>
                  </a:cubicBezTo>
                  <a:cubicBezTo>
                    <a:pt x="11230802" y="1509733"/>
                    <a:pt x="11231553" y="1511524"/>
                    <a:pt x="11232420" y="1513258"/>
                  </a:cubicBezTo>
                  <a:lnTo>
                    <a:pt x="10619873" y="2026015"/>
                  </a:lnTo>
                  <a:cubicBezTo>
                    <a:pt x="10614095" y="2020757"/>
                    <a:pt x="10607276" y="2016712"/>
                    <a:pt x="10599880" y="2014228"/>
                  </a:cubicBezTo>
                  <a:close/>
                  <a:moveTo>
                    <a:pt x="10530311" y="2085762"/>
                  </a:moveTo>
                  <a:cubicBezTo>
                    <a:pt x="10530715" y="2086802"/>
                    <a:pt x="10531177" y="2087784"/>
                    <a:pt x="10531582" y="2088767"/>
                  </a:cubicBezTo>
                  <a:lnTo>
                    <a:pt x="10107809" y="2341621"/>
                  </a:lnTo>
                  <a:lnTo>
                    <a:pt x="9312498" y="2816126"/>
                  </a:lnTo>
                  <a:cubicBezTo>
                    <a:pt x="9306084" y="2807979"/>
                    <a:pt x="9297590" y="2801912"/>
                    <a:pt x="9288056" y="2798387"/>
                  </a:cubicBezTo>
                  <a:lnTo>
                    <a:pt x="9517508" y="1782926"/>
                  </a:lnTo>
                  <a:lnTo>
                    <a:pt x="10527480" y="2059182"/>
                  </a:lnTo>
                  <a:cubicBezTo>
                    <a:pt x="10526266" y="2067849"/>
                    <a:pt x="10527075" y="2076979"/>
                    <a:pt x="10530311" y="2085762"/>
                  </a:cubicBezTo>
                  <a:close/>
                  <a:moveTo>
                    <a:pt x="9220047" y="2824505"/>
                  </a:moveTo>
                  <a:cubicBezTo>
                    <a:pt x="9218081" y="2828203"/>
                    <a:pt x="9216522" y="2832074"/>
                    <a:pt x="9215424" y="2836119"/>
                  </a:cubicBezTo>
                  <a:lnTo>
                    <a:pt x="8493207" y="2740779"/>
                  </a:lnTo>
                  <a:cubicBezTo>
                    <a:pt x="8493207" y="2734423"/>
                    <a:pt x="8492224" y="2728009"/>
                    <a:pt x="8489913" y="2721653"/>
                  </a:cubicBezTo>
                  <a:cubicBezTo>
                    <a:pt x="8486388" y="2712003"/>
                    <a:pt x="8480437" y="2703972"/>
                    <a:pt x="8473041" y="2697904"/>
                  </a:cubicBezTo>
                  <a:lnTo>
                    <a:pt x="8647716" y="2419280"/>
                  </a:lnTo>
                  <a:lnTo>
                    <a:pt x="9220047" y="2824505"/>
                  </a:lnTo>
                  <a:close/>
                  <a:moveTo>
                    <a:pt x="5249846" y="3973326"/>
                  </a:moveTo>
                  <a:lnTo>
                    <a:pt x="5717302" y="2990859"/>
                  </a:lnTo>
                  <a:lnTo>
                    <a:pt x="6087454" y="3184487"/>
                  </a:lnTo>
                  <a:cubicBezTo>
                    <a:pt x="6082831" y="3196563"/>
                    <a:pt x="6082311" y="3210257"/>
                    <a:pt x="6087049" y="3223316"/>
                  </a:cubicBezTo>
                  <a:cubicBezTo>
                    <a:pt x="6088551" y="3227361"/>
                    <a:pt x="6090459" y="3231117"/>
                    <a:pt x="6092712" y="3234583"/>
                  </a:cubicBezTo>
                  <a:lnTo>
                    <a:pt x="5256144" y="3978007"/>
                  </a:lnTo>
                  <a:cubicBezTo>
                    <a:pt x="5254122" y="3976273"/>
                    <a:pt x="5252042" y="3974713"/>
                    <a:pt x="5249846" y="3973326"/>
                  </a:cubicBezTo>
                  <a:close/>
                  <a:moveTo>
                    <a:pt x="5236152" y="3006056"/>
                  </a:moveTo>
                  <a:lnTo>
                    <a:pt x="5238232" y="2779088"/>
                  </a:lnTo>
                  <a:cubicBezTo>
                    <a:pt x="5241814" y="2778568"/>
                    <a:pt x="5245397" y="2777644"/>
                    <a:pt x="5248922" y="2776372"/>
                  </a:cubicBezTo>
                  <a:cubicBezTo>
                    <a:pt x="5258976" y="2772732"/>
                    <a:pt x="5267238" y="2766434"/>
                    <a:pt x="5273421" y="2758633"/>
                  </a:cubicBezTo>
                  <a:lnTo>
                    <a:pt x="5704648" y="2984214"/>
                  </a:lnTo>
                  <a:lnTo>
                    <a:pt x="5236961" y="3967144"/>
                  </a:lnTo>
                  <a:cubicBezTo>
                    <a:pt x="5233840" y="3966162"/>
                    <a:pt x="5230662" y="3965353"/>
                    <a:pt x="5227427" y="3964890"/>
                  </a:cubicBezTo>
                  <a:lnTo>
                    <a:pt x="5236152" y="3006056"/>
                  </a:lnTo>
                  <a:close/>
                  <a:moveTo>
                    <a:pt x="1262080" y="5035937"/>
                  </a:moveTo>
                  <a:cubicBezTo>
                    <a:pt x="1257977" y="5024670"/>
                    <a:pt x="1250581" y="5015598"/>
                    <a:pt x="1241451" y="5009300"/>
                  </a:cubicBezTo>
                  <a:lnTo>
                    <a:pt x="1666438" y="4182208"/>
                  </a:lnTo>
                  <a:lnTo>
                    <a:pt x="2608458" y="5224769"/>
                  </a:lnTo>
                  <a:cubicBezTo>
                    <a:pt x="2603200" y="5230952"/>
                    <a:pt x="2599386" y="5238174"/>
                    <a:pt x="2597248" y="5245917"/>
                  </a:cubicBezTo>
                  <a:lnTo>
                    <a:pt x="1265373" y="5055583"/>
                  </a:lnTo>
                  <a:cubicBezTo>
                    <a:pt x="1265431" y="5049112"/>
                    <a:pt x="1264449" y="5042467"/>
                    <a:pt x="1262080" y="5035937"/>
                  </a:cubicBezTo>
                  <a:close/>
                  <a:moveTo>
                    <a:pt x="1075155" y="3530659"/>
                  </a:moveTo>
                  <a:cubicBezTo>
                    <a:pt x="1072555" y="3523493"/>
                    <a:pt x="1068568" y="3517138"/>
                    <a:pt x="1063656" y="3511880"/>
                  </a:cubicBezTo>
                  <a:lnTo>
                    <a:pt x="1534290" y="2945096"/>
                  </a:lnTo>
                  <a:cubicBezTo>
                    <a:pt x="1541802" y="2949834"/>
                    <a:pt x="1550412" y="2952781"/>
                    <a:pt x="1559368" y="2953474"/>
                  </a:cubicBezTo>
                  <a:lnTo>
                    <a:pt x="1569018" y="3528405"/>
                  </a:lnTo>
                  <a:lnTo>
                    <a:pt x="1077755" y="3541059"/>
                  </a:lnTo>
                  <a:cubicBezTo>
                    <a:pt x="1077293" y="3537592"/>
                    <a:pt x="1076426" y="3534125"/>
                    <a:pt x="1075155" y="3530659"/>
                  </a:cubicBezTo>
                  <a:close/>
                  <a:moveTo>
                    <a:pt x="1231628" y="1502510"/>
                  </a:moveTo>
                  <a:cubicBezTo>
                    <a:pt x="1236598" y="1500719"/>
                    <a:pt x="1241105" y="1498235"/>
                    <a:pt x="1245207" y="1495230"/>
                  </a:cubicBezTo>
                  <a:lnTo>
                    <a:pt x="1497715" y="1762529"/>
                  </a:lnTo>
                  <a:lnTo>
                    <a:pt x="1210596" y="2079175"/>
                  </a:lnTo>
                  <a:cubicBezTo>
                    <a:pt x="1203778" y="2074494"/>
                    <a:pt x="1195919" y="2071316"/>
                    <a:pt x="1187656" y="2070045"/>
                  </a:cubicBezTo>
                  <a:lnTo>
                    <a:pt x="1216952" y="1505688"/>
                  </a:lnTo>
                  <a:cubicBezTo>
                    <a:pt x="1221863" y="1505284"/>
                    <a:pt x="1226775" y="1504302"/>
                    <a:pt x="1231628" y="1502510"/>
                  </a:cubicBezTo>
                  <a:close/>
                  <a:moveTo>
                    <a:pt x="3110814" y="2903204"/>
                  </a:moveTo>
                  <a:lnTo>
                    <a:pt x="3143692" y="3571048"/>
                  </a:lnTo>
                  <a:cubicBezTo>
                    <a:pt x="3142999" y="3571279"/>
                    <a:pt x="3142248" y="3571453"/>
                    <a:pt x="3141554" y="3571684"/>
                  </a:cubicBezTo>
                  <a:cubicBezTo>
                    <a:pt x="3137683" y="3573128"/>
                    <a:pt x="3134043" y="3574920"/>
                    <a:pt x="3130691" y="3577057"/>
                  </a:cubicBezTo>
                  <a:lnTo>
                    <a:pt x="2723964" y="3091516"/>
                  </a:lnTo>
                  <a:lnTo>
                    <a:pt x="3068749" y="2882402"/>
                  </a:lnTo>
                  <a:cubicBezTo>
                    <a:pt x="3079034" y="2895230"/>
                    <a:pt x="3094462" y="2902857"/>
                    <a:pt x="3110814" y="2903204"/>
                  </a:cubicBezTo>
                  <a:close/>
                  <a:moveTo>
                    <a:pt x="7739094" y="1809795"/>
                  </a:moveTo>
                  <a:cubicBezTo>
                    <a:pt x="7742908" y="1808408"/>
                    <a:pt x="7746490" y="1806617"/>
                    <a:pt x="7749784" y="1804537"/>
                  </a:cubicBezTo>
                  <a:lnTo>
                    <a:pt x="8399831" y="2700447"/>
                  </a:lnTo>
                  <a:cubicBezTo>
                    <a:pt x="8393417" y="2706514"/>
                    <a:pt x="8388564" y="2714026"/>
                    <a:pt x="8385617" y="2722231"/>
                  </a:cubicBezTo>
                  <a:lnTo>
                    <a:pt x="7505193" y="2533284"/>
                  </a:lnTo>
                  <a:lnTo>
                    <a:pt x="7714710" y="1812800"/>
                  </a:lnTo>
                  <a:cubicBezTo>
                    <a:pt x="7722742" y="1813609"/>
                    <a:pt x="7731062" y="1812684"/>
                    <a:pt x="7739094" y="1809795"/>
                  </a:cubicBezTo>
                  <a:close/>
                  <a:moveTo>
                    <a:pt x="7227897" y="3435838"/>
                  </a:moveTo>
                  <a:cubicBezTo>
                    <a:pt x="7225239" y="3435434"/>
                    <a:pt x="7222581" y="3435261"/>
                    <a:pt x="7219865" y="3435203"/>
                  </a:cubicBezTo>
                  <a:lnTo>
                    <a:pt x="7153300" y="2885407"/>
                  </a:lnTo>
                  <a:lnTo>
                    <a:pt x="7107364" y="2505895"/>
                  </a:lnTo>
                  <a:cubicBezTo>
                    <a:pt x="7109155" y="2505433"/>
                    <a:pt x="7110888" y="2504913"/>
                    <a:pt x="7112621" y="2504277"/>
                  </a:cubicBezTo>
                  <a:cubicBezTo>
                    <a:pt x="7128801" y="2498383"/>
                    <a:pt x="7140588" y="2485729"/>
                    <a:pt x="7145904" y="2470706"/>
                  </a:cubicBezTo>
                  <a:lnTo>
                    <a:pt x="7487280" y="2543973"/>
                  </a:lnTo>
                  <a:lnTo>
                    <a:pt x="7227897" y="3435838"/>
                  </a:lnTo>
                  <a:close/>
                  <a:moveTo>
                    <a:pt x="5723427" y="2977974"/>
                  </a:moveTo>
                  <a:lnTo>
                    <a:pt x="5929305" y="2545244"/>
                  </a:lnTo>
                  <a:cubicBezTo>
                    <a:pt x="5935834" y="2545302"/>
                    <a:pt x="5942421" y="2544320"/>
                    <a:pt x="5948951" y="2541951"/>
                  </a:cubicBezTo>
                  <a:cubicBezTo>
                    <a:pt x="5952648" y="2540622"/>
                    <a:pt x="5956058" y="2538888"/>
                    <a:pt x="5959293" y="2536924"/>
                  </a:cubicBezTo>
                  <a:lnTo>
                    <a:pt x="6118425" y="3152995"/>
                  </a:lnTo>
                  <a:cubicBezTo>
                    <a:pt x="6108429" y="3157040"/>
                    <a:pt x="6100166" y="3163685"/>
                    <a:pt x="6094214" y="3171890"/>
                  </a:cubicBezTo>
                  <a:lnTo>
                    <a:pt x="5723427" y="2977974"/>
                  </a:lnTo>
                  <a:close/>
                  <a:moveTo>
                    <a:pt x="6132177" y="3149355"/>
                  </a:moveTo>
                  <a:lnTo>
                    <a:pt x="5971312" y="2526696"/>
                  </a:lnTo>
                  <a:cubicBezTo>
                    <a:pt x="5975125" y="2522421"/>
                    <a:pt x="5978188" y="2517625"/>
                    <a:pt x="5980499" y="2512482"/>
                  </a:cubicBezTo>
                  <a:lnTo>
                    <a:pt x="6489616" y="2918169"/>
                  </a:lnTo>
                  <a:lnTo>
                    <a:pt x="6177074" y="3163974"/>
                  </a:lnTo>
                  <a:cubicBezTo>
                    <a:pt x="6165170" y="3152822"/>
                    <a:pt x="6148760" y="3147275"/>
                    <a:pt x="6132177" y="3149355"/>
                  </a:cubicBezTo>
                  <a:close/>
                  <a:moveTo>
                    <a:pt x="5984775" y="2497690"/>
                  </a:moveTo>
                  <a:cubicBezTo>
                    <a:pt x="5985295" y="2494165"/>
                    <a:pt x="5985468" y="2490640"/>
                    <a:pt x="5985237" y="2487058"/>
                  </a:cubicBezTo>
                  <a:lnTo>
                    <a:pt x="7038834" y="2460767"/>
                  </a:lnTo>
                  <a:cubicBezTo>
                    <a:pt x="7039354" y="2464292"/>
                    <a:pt x="7040279" y="2467759"/>
                    <a:pt x="7041492" y="2471226"/>
                  </a:cubicBezTo>
                  <a:cubicBezTo>
                    <a:pt x="7042705" y="2474577"/>
                    <a:pt x="7044208" y="2477697"/>
                    <a:pt x="7045999" y="2480586"/>
                  </a:cubicBezTo>
                  <a:lnTo>
                    <a:pt x="6501057" y="2909155"/>
                  </a:lnTo>
                  <a:lnTo>
                    <a:pt x="5984775" y="2497690"/>
                  </a:lnTo>
                  <a:close/>
                  <a:moveTo>
                    <a:pt x="7054897" y="2491796"/>
                  </a:moveTo>
                  <a:cubicBezTo>
                    <a:pt x="7065067" y="2501735"/>
                    <a:pt x="7078819" y="2507513"/>
                    <a:pt x="7093149" y="2507628"/>
                  </a:cubicBezTo>
                  <a:lnTo>
                    <a:pt x="7140011" y="2894421"/>
                  </a:lnTo>
                  <a:lnTo>
                    <a:pt x="7205709" y="3436878"/>
                  </a:lnTo>
                  <a:cubicBezTo>
                    <a:pt x="7203917" y="3437341"/>
                    <a:pt x="7202184" y="3437860"/>
                    <a:pt x="7200451" y="3438496"/>
                  </a:cubicBezTo>
                  <a:cubicBezTo>
                    <a:pt x="7192881" y="3441270"/>
                    <a:pt x="7186351" y="3445488"/>
                    <a:pt x="7180920" y="3450746"/>
                  </a:cubicBezTo>
                  <a:lnTo>
                    <a:pt x="6512671" y="2918227"/>
                  </a:lnTo>
                  <a:lnTo>
                    <a:pt x="7054897" y="2491796"/>
                  </a:lnTo>
                  <a:close/>
                  <a:moveTo>
                    <a:pt x="5879670" y="2513175"/>
                  </a:moveTo>
                  <a:cubicBezTo>
                    <a:pt x="5886604" y="2528141"/>
                    <a:pt x="5899547" y="2538715"/>
                    <a:pt x="5914512" y="2543049"/>
                  </a:cubicBezTo>
                  <a:lnTo>
                    <a:pt x="5710773" y="2971329"/>
                  </a:lnTo>
                  <a:lnTo>
                    <a:pt x="5280702" y="2746383"/>
                  </a:lnTo>
                  <a:cubicBezTo>
                    <a:pt x="5284515" y="2737543"/>
                    <a:pt x="5286075" y="2727778"/>
                    <a:pt x="5284920" y="2717897"/>
                  </a:cubicBezTo>
                  <a:lnTo>
                    <a:pt x="5879670" y="2513175"/>
                  </a:lnTo>
                  <a:close/>
                  <a:moveTo>
                    <a:pt x="1591726" y="4027006"/>
                  </a:moveTo>
                  <a:lnTo>
                    <a:pt x="1583579" y="3542330"/>
                  </a:lnTo>
                  <a:lnTo>
                    <a:pt x="1941596" y="3533085"/>
                  </a:lnTo>
                  <a:cubicBezTo>
                    <a:pt x="1942174" y="3536552"/>
                    <a:pt x="1943040" y="3540077"/>
                    <a:pt x="1944254" y="3543486"/>
                  </a:cubicBezTo>
                  <a:cubicBezTo>
                    <a:pt x="1947258" y="3551749"/>
                    <a:pt x="1952054" y="3558799"/>
                    <a:pt x="1958006" y="3564519"/>
                  </a:cubicBezTo>
                  <a:lnTo>
                    <a:pt x="1612296" y="4033593"/>
                  </a:lnTo>
                  <a:cubicBezTo>
                    <a:pt x="1605998" y="4030068"/>
                    <a:pt x="1599006" y="4027815"/>
                    <a:pt x="1591726" y="4027006"/>
                  </a:cubicBezTo>
                  <a:close/>
                  <a:moveTo>
                    <a:pt x="1582885" y="2950412"/>
                  </a:moveTo>
                  <a:cubicBezTo>
                    <a:pt x="1585832" y="2949314"/>
                    <a:pt x="1588606" y="2947985"/>
                    <a:pt x="1591264" y="2946483"/>
                  </a:cubicBezTo>
                  <a:lnTo>
                    <a:pt x="1959393" y="3483277"/>
                  </a:lnTo>
                  <a:cubicBezTo>
                    <a:pt x="1949107" y="3492465"/>
                    <a:pt x="1942694" y="3505235"/>
                    <a:pt x="1941249" y="3518813"/>
                  </a:cubicBezTo>
                  <a:lnTo>
                    <a:pt x="1583290" y="3528058"/>
                  </a:lnTo>
                  <a:lnTo>
                    <a:pt x="1573640" y="2952839"/>
                  </a:lnTo>
                  <a:cubicBezTo>
                    <a:pt x="1576760" y="2952261"/>
                    <a:pt x="1579823" y="2951510"/>
                    <a:pt x="1582885" y="2950412"/>
                  </a:cubicBezTo>
                  <a:close/>
                  <a:moveTo>
                    <a:pt x="1602704" y="2937873"/>
                  </a:moveTo>
                  <a:cubicBezTo>
                    <a:pt x="1614145" y="2926606"/>
                    <a:pt x="1620328" y="2910773"/>
                    <a:pt x="1619172" y="2894537"/>
                  </a:cubicBezTo>
                  <a:lnTo>
                    <a:pt x="1889188" y="3355695"/>
                  </a:lnTo>
                  <a:lnTo>
                    <a:pt x="1602704" y="2937873"/>
                  </a:lnTo>
                  <a:close/>
                  <a:moveTo>
                    <a:pt x="3156116" y="3679043"/>
                  </a:moveTo>
                  <a:lnTo>
                    <a:pt x="3200839" y="4459793"/>
                  </a:lnTo>
                  <a:cubicBezTo>
                    <a:pt x="3197950" y="4460371"/>
                    <a:pt x="3195003" y="4461064"/>
                    <a:pt x="3192114" y="4462104"/>
                  </a:cubicBezTo>
                  <a:cubicBezTo>
                    <a:pt x="3184775" y="4464762"/>
                    <a:pt x="3178304" y="4468865"/>
                    <a:pt x="3172988" y="4473950"/>
                  </a:cubicBezTo>
                  <a:lnTo>
                    <a:pt x="2958039" y="4298870"/>
                  </a:lnTo>
                  <a:lnTo>
                    <a:pt x="3150915" y="3678407"/>
                  </a:lnTo>
                  <a:cubicBezTo>
                    <a:pt x="3152706" y="3678696"/>
                    <a:pt x="3154382" y="3678869"/>
                    <a:pt x="3156116" y="3679043"/>
                  </a:cubicBezTo>
                  <a:close/>
                  <a:moveTo>
                    <a:pt x="3108388" y="3642756"/>
                  </a:moveTo>
                  <a:cubicBezTo>
                    <a:pt x="3113646" y="3657259"/>
                    <a:pt x="3124335" y="3668180"/>
                    <a:pt x="3137336" y="3674131"/>
                  </a:cubicBezTo>
                  <a:lnTo>
                    <a:pt x="2946136" y="4289105"/>
                  </a:lnTo>
                  <a:lnTo>
                    <a:pt x="2043465" y="3553714"/>
                  </a:lnTo>
                  <a:cubicBezTo>
                    <a:pt x="2046759" y="3548340"/>
                    <a:pt x="2049128" y="3542504"/>
                    <a:pt x="2050515" y="3536321"/>
                  </a:cubicBezTo>
                  <a:lnTo>
                    <a:pt x="3105152" y="3626288"/>
                  </a:lnTo>
                  <a:cubicBezTo>
                    <a:pt x="3105383" y="3631777"/>
                    <a:pt x="3106423" y="3637324"/>
                    <a:pt x="3108388" y="3642756"/>
                  </a:cubicBezTo>
                  <a:close/>
                  <a:moveTo>
                    <a:pt x="2034451" y="3564750"/>
                  </a:moveTo>
                  <a:lnTo>
                    <a:pt x="2941571" y="4303782"/>
                  </a:lnTo>
                  <a:lnTo>
                    <a:pt x="2660924" y="5206394"/>
                  </a:lnTo>
                  <a:cubicBezTo>
                    <a:pt x="2653817" y="5205007"/>
                    <a:pt x="2646363" y="5205065"/>
                    <a:pt x="2638967" y="5206626"/>
                  </a:cubicBezTo>
                  <a:lnTo>
                    <a:pt x="2022433" y="3573359"/>
                  </a:lnTo>
                  <a:cubicBezTo>
                    <a:pt x="2026882" y="3570990"/>
                    <a:pt x="2030927" y="3568101"/>
                    <a:pt x="2034451" y="3564750"/>
                  </a:cubicBezTo>
                  <a:close/>
                  <a:moveTo>
                    <a:pt x="2678374" y="5212866"/>
                  </a:moveTo>
                  <a:cubicBezTo>
                    <a:pt x="2677103" y="5212115"/>
                    <a:pt x="2675832" y="5211479"/>
                    <a:pt x="2674502" y="5210843"/>
                  </a:cubicBezTo>
                  <a:lnTo>
                    <a:pt x="2953474" y="4313489"/>
                  </a:lnTo>
                  <a:lnTo>
                    <a:pt x="3163974" y="4484986"/>
                  </a:lnTo>
                  <a:cubicBezTo>
                    <a:pt x="3155364" y="4498911"/>
                    <a:pt x="3152937" y="4516535"/>
                    <a:pt x="3159005" y="4533119"/>
                  </a:cubicBezTo>
                  <a:cubicBezTo>
                    <a:pt x="3161951" y="4541208"/>
                    <a:pt x="3166632" y="4548142"/>
                    <a:pt x="3172410" y="4553804"/>
                  </a:cubicBezTo>
                  <a:lnTo>
                    <a:pt x="3034253" y="4738071"/>
                  </a:lnTo>
                  <a:lnTo>
                    <a:pt x="2678374" y="5212866"/>
                  </a:lnTo>
                  <a:close/>
                  <a:moveTo>
                    <a:pt x="3215111" y="4458926"/>
                  </a:moveTo>
                  <a:lnTo>
                    <a:pt x="3170734" y="3678234"/>
                  </a:lnTo>
                  <a:cubicBezTo>
                    <a:pt x="3173681" y="3677656"/>
                    <a:pt x="3176570" y="3676962"/>
                    <a:pt x="3179459" y="3675922"/>
                  </a:cubicBezTo>
                  <a:cubicBezTo>
                    <a:pt x="3192923" y="3671011"/>
                    <a:pt x="3203208" y="3661477"/>
                    <a:pt x="3209448" y="3649747"/>
                  </a:cubicBezTo>
                  <a:lnTo>
                    <a:pt x="3497260" y="3776868"/>
                  </a:lnTo>
                  <a:lnTo>
                    <a:pt x="3224818" y="4460487"/>
                  </a:lnTo>
                  <a:cubicBezTo>
                    <a:pt x="3221698" y="4459678"/>
                    <a:pt x="3218404" y="4459157"/>
                    <a:pt x="3215111" y="4458926"/>
                  </a:cubicBezTo>
                  <a:close/>
                  <a:moveTo>
                    <a:pt x="3214475" y="3636342"/>
                  </a:moveTo>
                  <a:cubicBezTo>
                    <a:pt x="3216844" y="3626230"/>
                    <a:pt x="3216382" y="3615367"/>
                    <a:pt x="3212568" y="3604851"/>
                  </a:cubicBezTo>
                  <a:cubicBezTo>
                    <a:pt x="3210430" y="3599015"/>
                    <a:pt x="3207426" y="3593814"/>
                    <a:pt x="3203786" y="3589249"/>
                  </a:cubicBezTo>
                  <a:lnTo>
                    <a:pt x="3818066" y="2952550"/>
                  </a:lnTo>
                  <a:cubicBezTo>
                    <a:pt x="3820030" y="2953994"/>
                    <a:pt x="3822053" y="2955266"/>
                    <a:pt x="3824133" y="2956421"/>
                  </a:cubicBezTo>
                  <a:lnTo>
                    <a:pt x="3502576" y="3763520"/>
                  </a:lnTo>
                  <a:lnTo>
                    <a:pt x="3214475" y="3636342"/>
                  </a:lnTo>
                  <a:close/>
                  <a:moveTo>
                    <a:pt x="3798940" y="2927010"/>
                  </a:moveTo>
                  <a:cubicBezTo>
                    <a:pt x="3801020" y="2932788"/>
                    <a:pt x="3804025" y="2937931"/>
                    <a:pt x="3807608" y="2942496"/>
                  </a:cubicBezTo>
                  <a:lnTo>
                    <a:pt x="3191074" y="3577635"/>
                  </a:lnTo>
                  <a:cubicBezTo>
                    <a:pt x="3188473" y="3575902"/>
                    <a:pt x="3185700" y="3574399"/>
                    <a:pt x="3182811" y="3573128"/>
                  </a:cubicBezTo>
                  <a:lnTo>
                    <a:pt x="3388572" y="2873735"/>
                  </a:lnTo>
                  <a:lnTo>
                    <a:pt x="3795647" y="2910253"/>
                  </a:lnTo>
                  <a:cubicBezTo>
                    <a:pt x="3795878" y="2915858"/>
                    <a:pt x="3796918" y="2921463"/>
                    <a:pt x="3798940" y="2927010"/>
                  </a:cubicBezTo>
                  <a:close/>
                  <a:moveTo>
                    <a:pt x="3119770" y="3586302"/>
                  </a:moveTo>
                  <a:cubicBezTo>
                    <a:pt x="3113126" y="3593583"/>
                    <a:pt x="3108503" y="3602482"/>
                    <a:pt x="3106423" y="3612073"/>
                  </a:cubicBezTo>
                  <a:lnTo>
                    <a:pt x="2051786" y="3522165"/>
                  </a:lnTo>
                  <a:cubicBezTo>
                    <a:pt x="2051555" y="3516675"/>
                    <a:pt x="2050457" y="3511071"/>
                    <a:pt x="2048492" y="3505639"/>
                  </a:cubicBezTo>
                  <a:cubicBezTo>
                    <a:pt x="2048088" y="3504483"/>
                    <a:pt x="2047568" y="3503328"/>
                    <a:pt x="2047048" y="3502230"/>
                  </a:cubicBezTo>
                  <a:lnTo>
                    <a:pt x="2711656" y="3099142"/>
                  </a:lnTo>
                  <a:lnTo>
                    <a:pt x="3119770" y="3586302"/>
                  </a:lnTo>
                  <a:close/>
                  <a:moveTo>
                    <a:pt x="2039652" y="3489922"/>
                  </a:moveTo>
                  <a:cubicBezTo>
                    <a:pt x="2034971" y="3484029"/>
                    <a:pt x="2029193" y="3479290"/>
                    <a:pt x="2022722" y="3475823"/>
                  </a:cubicBezTo>
                  <a:lnTo>
                    <a:pt x="2322957" y="2693282"/>
                  </a:lnTo>
                  <a:cubicBezTo>
                    <a:pt x="2333242" y="2695767"/>
                    <a:pt x="2344278" y="2695362"/>
                    <a:pt x="2354968" y="2691491"/>
                  </a:cubicBezTo>
                  <a:cubicBezTo>
                    <a:pt x="2358840" y="2690104"/>
                    <a:pt x="2362480" y="2688255"/>
                    <a:pt x="2365831" y="2686117"/>
                  </a:cubicBezTo>
                  <a:lnTo>
                    <a:pt x="2702469" y="3087991"/>
                  </a:lnTo>
                  <a:lnTo>
                    <a:pt x="2039652" y="3489922"/>
                  </a:lnTo>
                  <a:close/>
                  <a:moveTo>
                    <a:pt x="2288577" y="2610654"/>
                  </a:moveTo>
                  <a:lnTo>
                    <a:pt x="1231686" y="2142388"/>
                  </a:lnTo>
                  <a:cubicBezTo>
                    <a:pt x="1235558" y="2130890"/>
                    <a:pt x="1235673" y="2118120"/>
                    <a:pt x="1231224" y="2105870"/>
                  </a:cubicBezTo>
                  <a:cubicBezTo>
                    <a:pt x="1228855" y="2099398"/>
                    <a:pt x="1225388" y="2093678"/>
                    <a:pt x="1221170" y="2088767"/>
                  </a:cubicBezTo>
                  <a:lnTo>
                    <a:pt x="1507537" y="1772988"/>
                  </a:lnTo>
                  <a:lnTo>
                    <a:pt x="2293026" y="2604413"/>
                  </a:lnTo>
                  <a:cubicBezTo>
                    <a:pt x="2291408" y="2606378"/>
                    <a:pt x="2289906" y="2608458"/>
                    <a:pt x="2288577" y="2610654"/>
                  </a:cubicBezTo>
                  <a:close/>
                  <a:moveTo>
                    <a:pt x="1225446" y="2155216"/>
                  </a:moveTo>
                  <a:lnTo>
                    <a:pt x="2282856" y="2623712"/>
                  </a:lnTo>
                  <a:cubicBezTo>
                    <a:pt x="2279563" y="2634691"/>
                    <a:pt x="2279620" y="2646767"/>
                    <a:pt x="2283839" y="2658382"/>
                  </a:cubicBezTo>
                  <a:cubicBezTo>
                    <a:pt x="2288692" y="2671671"/>
                    <a:pt x="2298053" y="2681899"/>
                    <a:pt x="2309609" y="2688139"/>
                  </a:cubicBezTo>
                  <a:lnTo>
                    <a:pt x="2009374" y="3470681"/>
                  </a:lnTo>
                  <a:cubicBezTo>
                    <a:pt x="1999147" y="3468196"/>
                    <a:pt x="1988052" y="3468601"/>
                    <a:pt x="1977363" y="3472472"/>
                  </a:cubicBezTo>
                  <a:cubicBezTo>
                    <a:pt x="1976438" y="3472819"/>
                    <a:pt x="1975629" y="3473223"/>
                    <a:pt x="1974763" y="3473570"/>
                  </a:cubicBezTo>
                  <a:lnTo>
                    <a:pt x="1211405" y="2169835"/>
                  </a:lnTo>
                  <a:cubicBezTo>
                    <a:pt x="1217010" y="2165848"/>
                    <a:pt x="1221748" y="2160821"/>
                    <a:pt x="1225446" y="2155216"/>
                  </a:cubicBezTo>
                  <a:close/>
                  <a:moveTo>
                    <a:pt x="1594326" y="2852009"/>
                  </a:moveTo>
                  <a:cubicBezTo>
                    <a:pt x="1580978" y="2843284"/>
                    <a:pt x="1564106" y="2840395"/>
                    <a:pt x="1547869" y="2845306"/>
                  </a:cubicBezTo>
                  <a:lnTo>
                    <a:pt x="1285770" y="2325095"/>
                  </a:lnTo>
                  <a:lnTo>
                    <a:pt x="1594326" y="2852009"/>
                  </a:lnTo>
                  <a:close/>
                  <a:moveTo>
                    <a:pt x="1078159" y="3555331"/>
                  </a:moveTo>
                  <a:lnTo>
                    <a:pt x="1569306" y="3542677"/>
                  </a:lnTo>
                  <a:lnTo>
                    <a:pt x="1577454" y="4027179"/>
                  </a:lnTo>
                  <a:cubicBezTo>
                    <a:pt x="1573813" y="4027699"/>
                    <a:pt x="1570173" y="4028624"/>
                    <a:pt x="1566533" y="4029953"/>
                  </a:cubicBezTo>
                  <a:cubicBezTo>
                    <a:pt x="1560524" y="4032149"/>
                    <a:pt x="1555208" y="4035269"/>
                    <a:pt x="1550527" y="4039082"/>
                  </a:cubicBezTo>
                  <a:lnTo>
                    <a:pt x="1067874" y="3582258"/>
                  </a:lnTo>
                  <a:cubicBezTo>
                    <a:pt x="1073595" y="3574399"/>
                    <a:pt x="1077119" y="3565097"/>
                    <a:pt x="1078159" y="3555331"/>
                  </a:cubicBezTo>
                  <a:close/>
                  <a:moveTo>
                    <a:pt x="1637605" y="4063062"/>
                  </a:moveTo>
                  <a:cubicBezTo>
                    <a:pt x="1634600" y="4054799"/>
                    <a:pt x="1629804" y="4047750"/>
                    <a:pt x="1623853" y="4042029"/>
                  </a:cubicBezTo>
                  <a:lnTo>
                    <a:pt x="1949454" y="3600170"/>
                  </a:lnTo>
                  <a:lnTo>
                    <a:pt x="1663202" y="4157304"/>
                  </a:lnTo>
                  <a:lnTo>
                    <a:pt x="1627666" y="4117955"/>
                  </a:lnTo>
                  <a:cubicBezTo>
                    <a:pt x="1640147" y="4103336"/>
                    <a:pt x="1644654" y="4082477"/>
                    <a:pt x="1637605" y="4063062"/>
                  </a:cubicBezTo>
                  <a:close/>
                  <a:moveTo>
                    <a:pt x="1977594" y="3576653"/>
                  </a:moveTo>
                  <a:cubicBezTo>
                    <a:pt x="1987475" y="3580235"/>
                    <a:pt x="1998338" y="3580987"/>
                    <a:pt x="2009085" y="3578444"/>
                  </a:cubicBezTo>
                  <a:lnTo>
                    <a:pt x="2624290" y="5208070"/>
                  </a:lnTo>
                  <a:lnTo>
                    <a:pt x="2622614" y="5212981"/>
                  </a:lnTo>
                  <a:cubicBezTo>
                    <a:pt x="2621401" y="5213675"/>
                    <a:pt x="2620245" y="5214484"/>
                    <a:pt x="2619090" y="5215235"/>
                  </a:cubicBezTo>
                  <a:lnTo>
                    <a:pt x="1673429" y="4168687"/>
                  </a:lnTo>
                  <a:lnTo>
                    <a:pt x="1977594" y="3576653"/>
                  </a:lnTo>
                  <a:close/>
                  <a:moveTo>
                    <a:pt x="3260296" y="4488684"/>
                  </a:moveTo>
                  <a:cubicBezTo>
                    <a:pt x="3255154" y="4478803"/>
                    <a:pt x="3247353" y="4470945"/>
                    <a:pt x="3238108" y="4465802"/>
                  </a:cubicBezTo>
                  <a:lnTo>
                    <a:pt x="3510319" y="3782588"/>
                  </a:lnTo>
                  <a:lnTo>
                    <a:pt x="4239470" y="4104665"/>
                  </a:lnTo>
                  <a:cubicBezTo>
                    <a:pt x="4236870" y="4113506"/>
                    <a:pt x="4236408" y="4122982"/>
                    <a:pt x="4238545" y="4132400"/>
                  </a:cubicBezTo>
                  <a:lnTo>
                    <a:pt x="3260296" y="4488684"/>
                  </a:lnTo>
                  <a:close/>
                  <a:moveTo>
                    <a:pt x="4245191" y="4091606"/>
                  </a:moveTo>
                  <a:lnTo>
                    <a:pt x="3515577" y="3769298"/>
                  </a:lnTo>
                  <a:lnTo>
                    <a:pt x="3837307" y="2961737"/>
                  </a:lnTo>
                  <a:cubicBezTo>
                    <a:pt x="3845570" y="2963875"/>
                    <a:pt x="3854411" y="2964048"/>
                    <a:pt x="3863136" y="2962084"/>
                  </a:cubicBezTo>
                  <a:lnTo>
                    <a:pt x="4267032" y="4071151"/>
                  </a:lnTo>
                  <a:cubicBezTo>
                    <a:pt x="4257787" y="4075947"/>
                    <a:pt x="4250333" y="4083112"/>
                    <a:pt x="4245191" y="4091606"/>
                  </a:cubicBezTo>
                  <a:close/>
                  <a:moveTo>
                    <a:pt x="6191172" y="3185353"/>
                  </a:moveTo>
                  <a:cubicBezTo>
                    <a:pt x="6189843" y="3181655"/>
                    <a:pt x="6188110" y="3178189"/>
                    <a:pt x="6186145" y="3175010"/>
                  </a:cubicBezTo>
                  <a:lnTo>
                    <a:pt x="6501057" y="2927357"/>
                  </a:lnTo>
                  <a:lnTo>
                    <a:pt x="7171964" y="3461956"/>
                  </a:lnTo>
                  <a:cubicBezTo>
                    <a:pt x="7170461" y="3464383"/>
                    <a:pt x="7169248" y="3466983"/>
                    <a:pt x="7168151" y="3469641"/>
                  </a:cubicBezTo>
                  <a:lnTo>
                    <a:pt x="6194119" y="3210604"/>
                  </a:lnTo>
                  <a:cubicBezTo>
                    <a:pt x="6195044" y="3202341"/>
                    <a:pt x="6194235" y="3193732"/>
                    <a:pt x="6191172" y="3185353"/>
                  </a:cubicBezTo>
                  <a:close/>
                  <a:moveTo>
                    <a:pt x="7241591" y="3439883"/>
                  </a:moveTo>
                  <a:lnTo>
                    <a:pt x="7501263" y="2547036"/>
                  </a:lnTo>
                  <a:lnTo>
                    <a:pt x="8382728" y="2736156"/>
                  </a:lnTo>
                  <a:cubicBezTo>
                    <a:pt x="8382092" y="2743899"/>
                    <a:pt x="8383017" y="2751931"/>
                    <a:pt x="8385848" y="2759673"/>
                  </a:cubicBezTo>
                  <a:cubicBezTo>
                    <a:pt x="8386310" y="2760945"/>
                    <a:pt x="8386888" y="2762158"/>
                    <a:pt x="8387408" y="2763429"/>
                  </a:cubicBezTo>
                  <a:lnTo>
                    <a:pt x="7262450" y="3455773"/>
                  </a:lnTo>
                  <a:cubicBezTo>
                    <a:pt x="7256788" y="3448781"/>
                    <a:pt x="7249623" y="3443408"/>
                    <a:pt x="7241591" y="3439883"/>
                  </a:cubicBezTo>
                  <a:close/>
                  <a:moveTo>
                    <a:pt x="7700785" y="1809622"/>
                  </a:moveTo>
                  <a:lnTo>
                    <a:pt x="7491209" y="2530279"/>
                  </a:lnTo>
                  <a:lnTo>
                    <a:pt x="7148793" y="2456780"/>
                  </a:lnTo>
                  <a:cubicBezTo>
                    <a:pt x="7149429" y="2449037"/>
                    <a:pt x="7148505" y="2441063"/>
                    <a:pt x="7145673" y="2433263"/>
                  </a:cubicBezTo>
                  <a:cubicBezTo>
                    <a:pt x="7143362" y="2426849"/>
                    <a:pt x="7139895" y="2421186"/>
                    <a:pt x="7135734" y="2416333"/>
                  </a:cubicBezTo>
                  <a:lnTo>
                    <a:pt x="7690037" y="1804190"/>
                  </a:lnTo>
                  <a:cubicBezTo>
                    <a:pt x="7693446" y="1806386"/>
                    <a:pt x="7697029" y="1808177"/>
                    <a:pt x="7700785" y="1809622"/>
                  </a:cubicBezTo>
                  <a:close/>
                  <a:moveTo>
                    <a:pt x="7051720" y="2415986"/>
                  </a:moveTo>
                  <a:cubicBezTo>
                    <a:pt x="7044323" y="2424538"/>
                    <a:pt x="7039758" y="2435170"/>
                    <a:pt x="7038545" y="2446437"/>
                  </a:cubicBezTo>
                  <a:lnTo>
                    <a:pt x="6337707" y="2463945"/>
                  </a:lnTo>
                  <a:lnTo>
                    <a:pt x="5982579" y="2472786"/>
                  </a:lnTo>
                  <a:cubicBezTo>
                    <a:pt x="5982348" y="2472150"/>
                    <a:pt x="5982233" y="2471515"/>
                    <a:pt x="5982002" y="2470879"/>
                  </a:cubicBezTo>
                  <a:cubicBezTo>
                    <a:pt x="5979979" y="2465332"/>
                    <a:pt x="5977148" y="2460363"/>
                    <a:pt x="5973739" y="2455913"/>
                  </a:cubicBezTo>
                  <a:lnTo>
                    <a:pt x="6560631" y="1866017"/>
                  </a:lnTo>
                  <a:lnTo>
                    <a:pt x="7051720" y="2415986"/>
                  </a:lnTo>
                  <a:close/>
                  <a:moveTo>
                    <a:pt x="5891573" y="2449846"/>
                  </a:moveTo>
                  <a:cubicBezTo>
                    <a:pt x="5878399" y="2462443"/>
                    <a:pt x="5872100" y="2481106"/>
                    <a:pt x="5875394" y="2499539"/>
                  </a:cubicBezTo>
                  <a:lnTo>
                    <a:pt x="5281395" y="2703972"/>
                  </a:lnTo>
                  <a:cubicBezTo>
                    <a:pt x="5276079" y="2690451"/>
                    <a:pt x="5266025" y="2680165"/>
                    <a:pt x="5253833" y="2674329"/>
                  </a:cubicBezTo>
                  <a:lnTo>
                    <a:pt x="5501775" y="1920679"/>
                  </a:lnTo>
                  <a:lnTo>
                    <a:pt x="5891573" y="2449846"/>
                  </a:lnTo>
                  <a:close/>
                  <a:moveTo>
                    <a:pt x="5174729" y="2728876"/>
                  </a:moveTo>
                  <a:lnTo>
                    <a:pt x="4242475" y="2849987"/>
                  </a:lnTo>
                  <a:lnTo>
                    <a:pt x="3904623" y="2893901"/>
                  </a:lnTo>
                  <a:cubicBezTo>
                    <a:pt x="3904219" y="2892283"/>
                    <a:pt x="3903699" y="2890665"/>
                    <a:pt x="3903121" y="2889105"/>
                  </a:cubicBezTo>
                  <a:cubicBezTo>
                    <a:pt x="3892720" y="2860561"/>
                    <a:pt x="3861345" y="2845769"/>
                    <a:pt x="3832800" y="2855765"/>
                  </a:cubicBezTo>
                  <a:lnTo>
                    <a:pt x="3579889" y="2351848"/>
                  </a:lnTo>
                  <a:cubicBezTo>
                    <a:pt x="3590521" y="2345954"/>
                    <a:pt x="3598610" y="2336883"/>
                    <a:pt x="3603348" y="2326308"/>
                  </a:cubicBezTo>
                  <a:lnTo>
                    <a:pt x="5174556" y="2721768"/>
                  </a:lnTo>
                  <a:cubicBezTo>
                    <a:pt x="5174441" y="2724080"/>
                    <a:pt x="5174498" y="2726506"/>
                    <a:pt x="5174729" y="2728876"/>
                  </a:cubicBezTo>
                  <a:close/>
                  <a:moveTo>
                    <a:pt x="3566599" y="2357222"/>
                  </a:moveTo>
                  <a:lnTo>
                    <a:pt x="3820030" y="2862179"/>
                  </a:lnTo>
                  <a:cubicBezTo>
                    <a:pt x="3808127" y="2870210"/>
                    <a:pt x="3800038" y="2882402"/>
                    <a:pt x="3796975" y="2896039"/>
                  </a:cubicBezTo>
                  <a:lnTo>
                    <a:pt x="3392675" y="2859752"/>
                  </a:lnTo>
                  <a:lnTo>
                    <a:pt x="3540481" y="2357511"/>
                  </a:lnTo>
                  <a:cubicBezTo>
                    <a:pt x="3548860" y="2359417"/>
                    <a:pt x="3557816" y="2359475"/>
                    <a:pt x="3566599" y="2357222"/>
                  </a:cubicBezTo>
                  <a:close/>
                  <a:moveTo>
                    <a:pt x="3169174" y="3569084"/>
                  </a:moveTo>
                  <a:cubicBezTo>
                    <a:pt x="3165476" y="3568506"/>
                    <a:pt x="3161662" y="3568275"/>
                    <a:pt x="3157849" y="3568448"/>
                  </a:cubicBezTo>
                  <a:lnTo>
                    <a:pt x="3125029" y="2901701"/>
                  </a:lnTo>
                  <a:cubicBezTo>
                    <a:pt x="3127051" y="2901239"/>
                    <a:pt x="3129016" y="2900661"/>
                    <a:pt x="3131038" y="2899910"/>
                  </a:cubicBezTo>
                  <a:cubicBezTo>
                    <a:pt x="3151551" y="2892456"/>
                    <a:pt x="3164898" y="2874140"/>
                    <a:pt x="3167094" y="2853858"/>
                  </a:cubicBezTo>
                  <a:lnTo>
                    <a:pt x="3374127" y="2872406"/>
                  </a:lnTo>
                  <a:lnTo>
                    <a:pt x="3169174" y="3569084"/>
                  </a:lnTo>
                  <a:close/>
                  <a:moveTo>
                    <a:pt x="3059966" y="2866801"/>
                  </a:moveTo>
                  <a:cubicBezTo>
                    <a:pt x="3060371" y="2867957"/>
                    <a:pt x="3060891" y="2869055"/>
                    <a:pt x="3061411" y="2870210"/>
                  </a:cubicBezTo>
                  <a:lnTo>
                    <a:pt x="2714719" y="3080479"/>
                  </a:lnTo>
                  <a:lnTo>
                    <a:pt x="2376694" y="2676930"/>
                  </a:lnTo>
                  <a:cubicBezTo>
                    <a:pt x="2381143" y="2672076"/>
                    <a:pt x="2384668" y="2666529"/>
                    <a:pt x="2387153" y="2660520"/>
                  </a:cubicBezTo>
                  <a:lnTo>
                    <a:pt x="3057193" y="2840453"/>
                  </a:lnTo>
                  <a:cubicBezTo>
                    <a:pt x="3055979" y="2849062"/>
                    <a:pt x="3056788" y="2858076"/>
                    <a:pt x="3059966" y="2866801"/>
                  </a:cubicBezTo>
                  <a:close/>
                  <a:moveTo>
                    <a:pt x="1507306" y="1751955"/>
                  </a:moveTo>
                  <a:lnTo>
                    <a:pt x="1255550" y="1485465"/>
                  </a:lnTo>
                  <a:cubicBezTo>
                    <a:pt x="1265489" y="1473273"/>
                    <a:pt x="1269996" y="1457152"/>
                    <a:pt x="1267222" y="1441088"/>
                  </a:cubicBezTo>
                  <a:lnTo>
                    <a:pt x="1964131" y="1226544"/>
                  </a:lnTo>
                  <a:cubicBezTo>
                    <a:pt x="1966095" y="1231397"/>
                    <a:pt x="1968638" y="1235847"/>
                    <a:pt x="1971700" y="1239776"/>
                  </a:cubicBezTo>
                  <a:lnTo>
                    <a:pt x="1507306" y="1751955"/>
                  </a:lnTo>
                  <a:close/>
                  <a:moveTo>
                    <a:pt x="1263062" y="1427509"/>
                  </a:moveTo>
                  <a:cubicBezTo>
                    <a:pt x="1251216" y="1401450"/>
                    <a:pt x="1221112" y="1388449"/>
                    <a:pt x="1193723" y="1398387"/>
                  </a:cubicBezTo>
                  <a:cubicBezTo>
                    <a:pt x="1174193" y="1405495"/>
                    <a:pt x="1161134" y="1422425"/>
                    <a:pt x="1158014" y="1441608"/>
                  </a:cubicBezTo>
                  <a:lnTo>
                    <a:pt x="337105" y="1415549"/>
                  </a:lnTo>
                  <a:lnTo>
                    <a:pt x="1935182" y="1220592"/>
                  </a:lnTo>
                  <a:lnTo>
                    <a:pt x="1263062" y="1427509"/>
                  </a:lnTo>
                  <a:close/>
                  <a:moveTo>
                    <a:pt x="298565" y="1428550"/>
                  </a:moveTo>
                  <a:lnTo>
                    <a:pt x="1157552" y="1455823"/>
                  </a:lnTo>
                  <a:cubicBezTo>
                    <a:pt x="1158014" y="1460387"/>
                    <a:pt x="1158939" y="1464894"/>
                    <a:pt x="1160557" y="1469401"/>
                  </a:cubicBezTo>
                  <a:cubicBezTo>
                    <a:pt x="1163619" y="1477838"/>
                    <a:pt x="1168530" y="1485003"/>
                    <a:pt x="1174655" y="1490723"/>
                  </a:cubicBezTo>
                  <a:lnTo>
                    <a:pt x="883319" y="1892828"/>
                  </a:lnTo>
                  <a:lnTo>
                    <a:pt x="292035" y="1447098"/>
                  </a:lnTo>
                  <a:cubicBezTo>
                    <a:pt x="295271" y="1441377"/>
                    <a:pt x="297525" y="1435079"/>
                    <a:pt x="298565" y="1428550"/>
                  </a:cubicBezTo>
                  <a:close/>
                  <a:moveTo>
                    <a:pt x="1186212" y="1499101"/>
                  </a:moveTo>
                  <a:cubicBezTo>
                    <a:pt x="1191354" y="1501875"/>
                    <a:pt x="1196901" y="1503840"/>
                    <a:pt x="1202680" y="1504937"/>
                  </a:cubicBezTo>
                  <a:lnTo>
                    <a:pt x="1173384" y="2069756"/>
                  </a:lnTo>
                  <a:cubicBezTo>
                    <a:pt x="1168993" y="2070219"/>
                    <a:pt x="1164543" y="2071143"/>
                    <a:pt x="1160210" y="2072761"/>
                  </a:cubicBezTo>
                  <a:cubicBezTo>
                    <a:pt x="1152178" y="2075708"/>
                    <a:pt x="1145244" y="2080330"/>
                    <a:pt x="1139639" y="2086109"/>
                  </a:cubicBezTo>
                  <a:lnTo>
                    <a:pt x="894759" y="1901495"/>
                  </a:lnTo>
                  <a:lnTo>
                    <a:pt x="1186212" y="1499101"/>
                  </a:lnTo>
                  <a:close/>
                  <a:moveTo>
                    <a:pt x="1131030" y="2097434"/>
                  </a:moveTo>
                  <a:cubicBezTo>
                    <a:pt x="1123287" y="2111071"/>
                    <a:pt x="1121323" y="2127885"/>
                    <a:pt x="1127101" y="2143775"/>
                  </a:cubicBezTo>
                  <a:cubicBezTo>
                    <a:pt x="1128199" y="2146780"/>
                    <a:pt x="1129585" y="2149611"/>
                    <a:pt x="1131088" y="2152269"/>
                  </a:cubicBezTo>
                  <a:lnTo>
                    <a:pt x="209812" y="2850333"/>
                  </a:lnTo>
                  <a:cubicBezTo>
                    <a:pt x="209349" y="2849871"/>
                    <a:pt x="208829" y="2849351"/>
                    <a:pt x="208367" y="2848889"/>
                  </a:cubicBezTo>
                  <a:lnTo>
                    <a:pt x="886381" y="1912994"/>
                  </a:lnTo>
                  <a:lnTo>
                    <a:pt x="1131030" y="2097434"/>
                  </a:lnTo>
                  <a:close/>
                  <a:moveTo>
                    <a:pt x="222408" y="2870268"/>
                  </a:moveTo>
                  <a:cubicBezTo>
                    <a:pt x="221310" y="2867263"/>
                    <a:pt x="219923" y="2864432"/>
                    <a:pt x="218421" y="2861774"/>
                  </a:cubicBezTo>
                  <a:lnTo>
                    <a:pt x="1139697" y="2163710"/>
                  </a:lnTo>
                  <a:cubicBezTo>
                    <a:pt x="1146978" y="2171106"/>
                    <a:pt x="1156107" y="2176306"/>
                    <a:pt x="1166104" y="2178733"/>
                  </a:cubicBezTo>
                  <a:lnTo>
                    <a:pt x="1088387" y="2888123"/>
                  </a:lnTo>
                  <a:lnTo>
                    <a:pt x="225355" y="2882460"/>
                  </a:lnTo>
                  <a:cubicBezTo>
                    <a:pt x="224835" y="2878358"/>
                    <a:pt x="223910" y="2874255"/>
                    <a:pt x="222408" y="2870268"/>
                  </a:cubicBezTo>
                  <a:close/>
                  <a:moveTo>
                    <a:pt x="1180260" y="2180178"/>
                  </a:moveTo>
                  <a:cubicBezTo>
                    <a:pt x="1185345" y="2180062"/>
                    <a:pt x="1190488" y="2179253"/>
                    <a:pt x="1195515" y="2177693"/>
                  </a:cubicBezTo>
                  <a:lnTo>
                    <a:pt x="1534810" y="2851142"/>
                  </a:lnTo>
                  <a:cubicBezTo>
                    <a:pt x="1520538" y="2859925"/>
                    <a:pt x="1511236" y="2874660"/>
                    <a:pt x="1509040" y="2890838"/>
                  </a:cubicBezTo>
                  <a:lnTo>
                    <a:pt x="1102717" y="2888181"/>
                  </a:lnTo>
                  <a:lnTo>
                    <a:pt x="1180260" y="2180178"/>
                  </a:lnTo>
                  <a:close/>
                  <a:moveTo>
                    <a:pt x="1508982" y="2905053"/>
                  </a:moveTo>
                  <a:cubicBezTo>
                    <a:pt x="1509502" y="2909155"/>
                    <a:pt x="1510426" y="2913200"/>
                    <a:pt x="1511871" y="2917245"/>
                  </a:cubicBezTo>
                  <a:cubicBezTo>
                    <a:pt x="1514471" y="2924410"/>
                    <a:pt x="1518458" y="2930766"/>
                    <a:pt x="1523312" y="2936024"/>
                  </a:cubicBezTo>
                  <a:lnTo>
                    <a:pt x="1052678" y="3502808"/>
                  </a:lnTo>
                  <a:cubicBezTo>
                    <a:pt x="1047593" y="3499572"/>
                    <a:pt x="1042046" y="3497203"/>
                    <a:pt x="1036152" y="3495758"/>
                  </a:cubicBezTo>
                  <a:lnTo>
                    <a:pt x="1101157" y="2902395"/>
                  </a:lnTo>
                  <a:lnTo>
                    <a:pt x="1508982" y="2905053"/>
                  </a:lnTo>
                  <a:close/>
                  <a:moveTo>
                    <a:pt x="1604496" y="4134134"/>
                  </a:moveTo>
                  <a:cubicBezTo>
                    <a:pt x="1609060" y="4132458"/>
                    <a:pt x="1613221" y="4130204"/>
                    <a:pt x="1617034" y="4127604"/>
                  </a:cubicBezTo>
                  <a:lnTo>
                    <a:pt x="1656211" y="4170941"/>
                  </a:lnTo>
                  <a:lnTo>
                    <a:pt x="1264969" y="4932392"/>
                  </a:lnTo>
                  <a:lnTo>
                    <a:pt x="1572369" y="4135925"/>
                  </a:lnTo>
                  <a:cubicBezTo>
                    <a:pt x="1582654" y="4138410"/>
                    <a:pt x="1593806" y="4138005"/>
                    <a:pt x="1604496" y="4134134"/>
                  </a:cubicBezTo>
                  <a:close/>
                  <a:moveTo>
                    <a:pt x="1263351" y="5069740"/>
                  </a:moveTo>
                  <a:lnTo>
                    <a:pt x="2595226" y="5260074"/>
                  </a:lnTo>
                  <a:cubicBezTo>
                    <a:pt x="2595168" y="5265794"/>
                    <a:pt x="2595977" y="5271572"/>
                    <a:pt x="2597768" y="5277235"/>
                  </a:cubicBezTo>
                  <a:lnTo>
                    <a:pt x="1839784" y="5626238"/>
                  </a:lnTo>
                  <a:lnTo>
                    <a:pt x="1255203" y="5086959"/>
                  </a:lnTo>
                  <a:cubicBezTo>
                    <a:pt x="1258901" y="5081701"/>
                    <a:pt x="1261617" y="5075923"/>
                    <a:pt x="1263351" y="5069740"/>
                  </a:cubicBezTo>
                  <a:close/>
                  <a:moveTo>
                    <a:pt x="2689699" y="5221591"/>
                  </a:moveTo>
                  <a:lnTo>
                    <a:pt x="3183909" y="4562414"/>
                  </a:lnTo>
                  <a:cubicBezTo>
                    <a:pt x="3197545" y="4570099"/>
                    <a:pt x="3214244" y="4572064"/>
                    <a:pt x="3230134" y="4566285"/>
                  </a:cubicBezTo>
                  <a:cubicBezTo>
                    <a:pt x="3254460" y="4557445"/>
                    <a:pt x="3268733" y="4533292"/>
                    <a:pt x="3266248" y="4508677"/>
                  </a:cubicBezTo>
                  <a:lnTo>
                    <a:pt x="3448319" y="4698086"/>
                  </a:lnTo>
                  <a:lnTo>
                    <a:pt x="2691722" y="5223613"/>
                  </a:lnTo>
                  <a:cubicBezTo>
                    <a:pt x="2691028" y="5222920"/>
                    <a:pt x="2690335" y="5222227"/>
                    <a:pt x="2689699" y="5221591"/>
                  </a:cubicBezTo>
                  <a:close/>
                  <a:moveTo>
                    <a:pt x="3275955" y="4498160"/>
                  </a:moveTo>
                  <a:lnTo>
                    <a:pt x="4243284" y="4145863"/>
                  </a:lnTo>
                  <a:lnTo>
                    <a:pt x="3460164" y="4689823"/>
                  </a:lnTo>
                  <a:lnTo>
                    <a:pt x="3275955" y="4498160"/>
                  </a:lnTo>
                  <a:close/>
                  <a:moveTo>
                    <a:pt x="4280437" y="4066298"/>
                  </a:moveTo>
                  <a:lnTo>
                    <a:pt x="3876541" y="2957230"/>
                  </a:lnTo>
                  <a:cubicBezTo>
                    <a:pt x="3881222" y="2954803"/>
                    <a:pt x="3885498" y="2951799"/>
                    <a:pt x="3889196" y="2948274"/>
                  </a:cubicBezTo>
                  <a:lnTo>
                    <a:pt x="4655038" y="3570355"/>
                  </a:lnTo>
                  <a:lnTo>
                    <a:pt x="4317302" y="4070863"/>
                  </a:lnTo>
                  <a:cubicBezTo>
                    <a:pt x="4306208" y="4065257"/>
                    <a:pt x="4293207" y="4063408"/>
                    <a:pt x="4280437" y="4066298"/>
                  </a:cubicBezTo>
                  <a:close/>
                  <a:moveTo>
                    <a:pt x="3898152" y="2937122"/>
                  </a:moveTo>
                  <a:cubicBezTo>
                    <a:pt x="3903468" y="2928455"/>
                    <a:pt x="3906415" y="2918401"/>
                    <a:pt x="3906415" y="2908058"/>
                  </a:cubicBezTo>
                  <a:lnTo>
                    <a:pt x="4604190" y="2817398"/>
                  </a:lnTo>
                  <a:lnTo>
                    <a:pt x="4809143" y="2790760"/>
                  </a:lnTo>
                  <a:lnTo>
                    <a:pt x="5177734" y="2742859"/>
                  </a:lnTo>
                  <a:cubicBezTo>
                    <a:pt x="5177792" y="2742974"/>
                    <a:pt x="5177792" y="2743090"/>
                    <a:pt x="5177850" y="2743263"/>
                  </a:cubicBezTo>
                  <a:cubicBezTo>
                    <a:pt x="5181605" y="2753549"/>
                    <a:pt x="5188135" y="2762043"/>
                    <a:pt x="5196224" y="2768225"/>
                  </a:cubicBezTo>
                  <a:lnTo>
                    <a:pt x="4663070" y="3558394"/>
                  </a:lnTo>
                  <a:lnTo>
                    <a:pt x="3898152" y="2937122"/>
                  </a:lnTo>
                  <a:close/>
                  <a:moveTo>
                    <a:pt x="5208590" y="2775390"/>
                  </a:moveTo>
                  <a:cubicBezTo>
                    <a:pt x="5213443" y="2777413"/>
                    <a:pt x="5218586" y="2778741"/>
                    <a:pt x="5223902" y="2779319"/>
                  </a:cubicBezTo>
                  <a:lnTo>
                    <a:pt x="5221937" y="2996002"/>
                  </a:lnTo>
                  <a:lnTo>
                    <a:pt x="5213155" y="3964775"/>
                  </a:lnTo>
                  <a:cubicBezTo>
                    <a:pt x="5209052" y="3965295"/>
                    <a:pt x="5204892" y="3966219"/>
                    <a:pt x="5200847" y="3967664"/>
                  </a:cubicBezTo>
                  <a:cubicBezTo>
                    <a:pt x="5193451" y="3970380"/>
                    <a:pt x="5187037" y="3974482"/>
                    <a:pt x="5181663" y="3979567"/>
                  </a:cubicBezTo>
                  <a:lnTo>
                    <a:pt x="4674222" y="3567408"/>
                  </a:lnTo>
                  <a:lnTo>
                    <a:pt x="5208590" y="2775390"/>
                  </a:lnTo>
                  <a:close/>
                  <a:moveTo>
                    <a:pt x="5265563" y="3988696"/>
                  </a:moveTo>
                  <a:lnTo>
                    <a:pt x="6101899" y="3245447"/>
                  </a:lnTo>
                  <a:cubicBezTo>
                    <a:pt x="6116633" y="3258736"/>
                    <a:pt x="6138071" y="3263706"/>
                    <a:pt x="6158005" y="3256425"/>
                  </a:cubicBezTo>
                  <a:cubicBezTo>
                    <a:pt x="6164246" y="3254172"/>
                    <a:pt x="6169793" y="3250820"/>
                    <a:pt x="6174647" y="3246776"/>
                  </a:cubicBezTo>
                  <a:lnTo>
                    <a:pt x="6606509" y="3643796"/>
                  </a:lnTo>
                  <a:lnTo>
                    <a:pt x="5268856" y="3994244"/>
                  </a:lnTo>
                  <a:cubicBezTo>
                    <a:pt x="5267932" y="3992279"/>
                    <a:pt x="5266776" y="3990430"/>
                    <a:pt x="5265563" y="3988696"/>
                  </a:cubicBezTo>
                  <a:close/>
                  <a:moveTo>
                    <a:pt x="6184354" y="3236259"/>
                  </a:moveTo>
                  <a:cubicBezTo>
                    <a:pt x="6186954" y="3232561"/>
                    <a:pt x="6189034" y="3228632"/>
                    <a:pt x="6190652" y="3224414"/>
                  </a:cubicBezTo>
                  <a:lnTo>
                    <a:pt x="7164395" y="3483335"/>
                  </a:lnTo>
                  <a:cubicBezTo>
                    <a:pt x="7163759" y="3488016"/>
                    <a:pt x="7163759" y="3492811"/>
                    <a:pt x="7164395" y="3497607"/>
                  </a:cubicBezTo>
                  <a:lnTo>
                    <a:pt x="6622919" y="3639462"/>
                  </a:lnTo>
                  <a:lnTo>
                    <a:pt x="6184354" y="3236259"/>
                  </a:lnTo>
                  <a:close/>
                  <a:moveTo>
                    <a:pt x="7168093" y="3511417"/>
                  </a:moveTo>
                  <a:cubicBezTo>
                    <a:pt x="7177973" y="3535743"/>
                    <a:pt x="7203340" y="3549495"/>
                    <a:pt x="7228532" y="3545220"/>
                  </a:cubicBezTo>
                  <a:lnTo>
                    <a:pt x="7494907" y="4421310"/>
                  </a:lnTo>
                  <a:cubicBezTo>
                    <a:pt x="7490170" y="4423448"/>
                    <a:pt x="7485894" y="4426164"/>
                    <a:pt x="7482138" y="4429342"/>
                  </a:cubicBezTo>
                  <a:lnTo>
                    <a:pt x="6635458" y="3650903"/>
                  </a:lnTo>
                  <a:lnTo>
                    <a:pt x="7168093" y="3511417"/>
                  </a:lnTo>
                  <a:close/>
                  <a:moveTo>
                    <a:pt x="7508544" y="4417208"/>
                  </a:moveTo>
                  <a:lnTo>
                    <a:pt x="7242169" y="3541117"/>
                  </a:lnTo>
                  <a:cubicBezTo>
                    <a:pt x="7268344" y="3529329"/>
                    <a:pt x="7281461" y="3499110"/>
                    <a:pt x="7271465" y="3471663"/>
                  </a:cubicBezTo>
                  <a:cubicBezTo>
                    <a:pt x="7271002" y="3470392"/>
                    <a:pt x="7270424" y="3469179"/>
                    <a:pt x="7269905" y="3467907"/>
                  </a:cubicBezTo>
                  <a:lnTo>
                    <a:pt x="8394862" y="2775563"/>
                  </a:lnTo>
                  <a:cubicBezTo>
                    <a:pt x="8398040" y="2779493"/>
                    <a:pt x="8401738" y="2782960"/>
                    <a:pt x="8405782" y="2785849"/>
                  </a:cubicBezTo>
                  <a:lnTo>
                    <a:pt x="7537204" y="4419924"/>
                  </a:lnTo>
                  <a:cubicBezTo>
                    <a:pt x="7528248" y="4416572"/>
                    <a:pt x="7518425" y="4415532"/>
                    <a:pt x="7508544" y="4417208"/>
                  </a:cubicBezTo>
                  <a:close/>
                  <a:moveTo>
                    <a:pt x="8491416" y="2754993"/>
                  </a:moveTo>
                  <a:lnTo>
                    <a:pt x="9213575" y="2850333"/>
                  </a:lnTo>
                  <a:cubicBezTo>
                    <a:pt x="9213575" y="2856689"/>
                    <a:pt x="9214557" y="2863103"/>
                    <a:pt x="9216868" y="2869401"/>
                  </a:cubicBezTo>
                  <a:cubicBezTo>
                    <a:pt x="9223629" y="2887949"/>
                    <a:pt x="9239230" y="2900661"/>
                    <a:pt x="9257200" y="2904533"/>
                  </a:cubicBezTo>
                  <a:lnTo>
                    <a:pt x="9243563" y="3065745"/>
                  </a:lnTo>
                  <a:cubicBezTo>
                    <a:pt x="9238074" y="3065976"/>
                    <a:pt x="9232527" y="3067074"/>
                    <a:pt x="9227096" y="3069038"/>
                  </a:cubicBezTo>
                  <a:cubicBezTo>
                    <a:pt x="9215192" y="3073372"/>
                    <a:pt x="9205717" y="3081404"/>
                    <a:pt x="9199418" y="3091284"/>
                  </a:cubicBezTo>
                  <a:lnTo>
                    <a:pt x="8490607" y="2757593"/>
                  </a:lnTo>
                  <a:cubicBezTo>
                    <a:pt x="8490895" y="2756784"/>
                    <a:pt x="8491184" y="2755860"/>
                    <a:pt x="8491416" y="2754993"/>
                  </a:cubicBezTo>
                  <a:close/>
                  <a:moveTo>
                    <a:pt x="9257778" y="3067016"/>
                  </a:moveTo>
                  <a:lnTo>
                    <a:pt x="9271415" y="2905804"/>
                  </a:lnTo>
                  <a:cubicBezTo>
                    <a:pt x="9276904" y="2905573"/>
                    <a:pt x="9282451" y="2904475"/>
                    <a:pt x="9287883" y="2902511"/>
                  </a:cubicBezTo>
                  <a:cubicBezTo>
                    <a:pt x="9301865" y="2897426"/>
                    <a:pt x="9312556" y="2887256"/>
                    <a:pt x="9318622" y="2874891"/>
                  </a:cubicBezTo>
                  <a:lnTo>
                    <a:pt x="9477985" y="2929090"/>
                  </a:lnTo>
                  <a:lnTo>
                    <a:pt x="9284704" y="3081577"/>
                  </a:lnTo>
                  <a:cubicBezTo>
                    <a:pt x="9277308" y="3074238"/>
                    <a:pt x="9267947" y="3069269"/>
                    <a:pt x="9257778" y="3067016"/>
                  </a:cubicBezTo>
                  <a:close/>
                  <a:moveTo>
                    <a:pt x="9323245" y="2861370"/>
                  </a:moveTo>
                  <a:cubicBezTo>
                    <a:pt x="9325209" y="2851720"/>
                    <a:pt x="9324690" y="2841435"/>
                    <a:pt x="9321049" y="2831496"/>
                  </a:cubicBezTo>
                  <a:cubicBezTo>
                    <a:pt x="9320644" y="2830456"/>
                    <a:pt x="9320182" y="2829474"/>
                    <a:pt x="9319778" y="2828492"/>
                  </a:cubicBezTo>
                  <a:lnTo>
                    <a:pt x="10491944" y="2129156"/>
                  </a:lnTo>
                  <a:lnTo>
                    <a:pt x="9491391" y="2918574"/>
                  </a:lnTo>
                  <a:lnTo>
                    <a:pt x="9323245" y="2861370"/>
                  </a:lnTo>
                  <a:close/>
                  <a:moveTo>
                    <a:pt x="10564749" y="2119333"/>
                  </a:moveTo>
                  <a:cubicBezTo>
                    <a:pt x="10576247" y="2123205"/>
                    <a:pt x="10589075" y="2123378"/>
                    <a:pt x="10601325" y="2118871"/>
                  </a:cubicBezTo>
                  <a:cubicBezTo>
                    <a:pt x="10614037" y="2114248"/>
                    <a:pt x="10623975" y="2105466"/>
                    <a:pt x="10630273" y="2094603"/>
                  </a:cubicBezTo>
                  <a:lnTo>
                    <a:pt x="10774671" y="2155100"/>
                  </a:lnTo>
                  <a:lnTo>
                    <a:pt x="10109426" y="3055922"/>
                  </a:lnTo>
                  <a:lnTo>
                    <a:pt x="10564749" y="2119333"/>
                  </a:lnTo>
                  <a:close/>
                  <a:moveTo>
                    <a:pt x="10635763" y="2081428"/>
                  </a:moveTo>
                  <a:cubicBezTo>
                    <a:pt x="10638710" y="2070739"/>
                    <a:pt x="10638537" y="2059067"/>
                    <a:pt x="10634434" y="2047799"/>
                  </a:cubicBezTo>
                  <a:cubicBezTo>
                    <a:pt x="10633047" y="2043928"/>
                    <a:pt x="10631198" y="2040288"/>
                    <a:pt x="10629060" y="2036994"/>
                  </a:cubicBezTo>
                  <a:lnTo>
                    <a:pt x="11238776" y="1526663"/>
                  </a:lnTo>
                  <a:lnTo>
                    <a:pt x="10783396" y="2143255"/>
                  </a:lnTo>
                  <a:lnTo>
                    <a:pt x="10635763" y="2081428"/>
                  </a:lnTo>
                  <a:close/>
                  <a:moveTo>
                    <a:pt x="10790330" y="713382"/>
                  </a:moveTo>
                  <a:cubicBezTo>
                    <a:pt x="10790908" y="716271"/>
                    <a:pt x="10791601" y="719160"/>
                    <a:pt x="10792641" y="721991"/>
                  </a:cubicBezTo>
                  <a:cubicBezTo>
                    <a:pt x="10798997" y="739441"/>
                    <a:pt x="10813269" y="751749"/>
                    <a:pt x="10829910" y="756372"/>
                  </a:cubicBezTo>
                  <a:lnTo>
                    <a:pt x="10732143" y="1259306"/>
                  </a:lnTo>
                  <a:lnTo>
                    <a:pt x="9766259" y="878869"/>
                  </a:lnTo>
                  <a:cubicBezTo>
                    <a:pt x="9766664" y="874998"/>
                    <a:pt x="9766606" y="871011"/>
                    <a:pt x="9766144" y="867082"/>
                  </a:cubicBezTo>
                  <a:lnTo>
                    <a:pt x="10006806" y="830968"/>
                  </a:lnTo>
                  <a:lnTo>
                    <a:pt x="10790330" y="713382"/>
                  </a:lnTo>
                  <a:close/>
                  <a:moveTo>
                    <a:pt x="9730088" y="925557"/>
                  </a:moveTo>
                  <a:cubicBezTo>
                    <a:pt x="9735462" y="923593"/>
                    <a:pt x="9740315" y="920877"/>
                    <a:pt x="9744649" y="917641"/>
                  </a:cubicBezTo>
                  <a:lnTo>
                    <a:pt x="10544409" y="2026420"/>
                  </a:lnTo>
                  <a:cubicBezTo>
                    <a:pt x="10538689" y="2031794"/>
                    <a:pt x="10534240" y="2038323"/>
                    <a:pt x="10531293" y="2045430"/>
                  </a:cubicBezTo>
                  <a:lnTo>
                    <a:pt x="9520686" y="1769001"/>
                  </a:lnTo>
                  <a:lnTo>
                    <a:pt x="9710558" y="928851"/>
                  </a:lnTo>
                  <a:cubicBezTo>
                    <a:pt x="9717029" y="928966"/>
                    <a:pt x="9723617" y="927926"/>
                    <a:pt x="9730088" y="925557"/>
                  </a:cubicBezTo>
                  <a:close/>
                  <a:moveTo>
                    <a:pt x="9274130" y="2795267"/>
                  </a:moveTo>
                  <a:cubicBezTo>
                    <a:pt x="9272397" y="2795094"/>
                    <a:pt x="9270664" y="2795036"/>
                    <a:pt x="9268872" y="2795036"/>
                  </a:cubicBezTo>
                  <a:lnTo>
                    <a:pt x="9219757" y="2422689"/>
                  </a:lnTo>
                  <a:lnTo>
                    <a:pt x="9126960" y="1719424"/>
                  </a:lnTo>
                  <a:cubicBezTo>
                    <a:pt x="9128635" y="1718962"/>
                    <a:pt x="9130253" y="1718500"/>
                    <a:pt x="9131929" y="1717922"/>
                  </a:cubicBezTo>
                  <a:cubicBezTo>
                    <a:pt x="9147414" y="1712317"/>
                    <a:pt x="9158740" y="1700472"/>
                    <a:pt x="9164402" y="1686315"/>
                  </a:cubicBezTo>
                  <a:lnTo>
                    <a:pt x="9503756" y="1779113"/>
                  </a:lnTo>
                  <a:lnTo>
                    <a:pt x="9274130" y="2795267"/>
                  </a:lnTo>
                  <a:close/>
                  <a:moveTo>
                    <a:pt x="9060857" y="1684813"/>
                  </a:moveTo>
                  <a:cubicBezTo>
                    <a:pt x="9064266" y="1694173"/>
                    <a:pt x="9069929" y="1701974"/>
                    <a:pt x="9076978" y="1707983"/>
                  </a:cubicBezTo>
                  <a:lnTo>
                    <a:pt x="8643729" y="2398998"/>
                  </a:lnTo>
                  <a:lnTo>
                    <a:pt x="7770528" y="1780789"/>
                  </a:lnTo>
                  <a:cubicBezTo>
                    <a:pt x="7773475" y="1774317"/>
                    <a:pt x="7775208" y="1767325"/>
                    <a:pt x="7775555" y="1760103"/>
                  </a:cubicBezTo>
                  <a:lnTo>
                    <a:pt x="9058430" y="1675452"/>
                  </a:lnTo>
                  <a:cubicBezTo>
                    <a:pt x="9058950" y="1678630"/>
                    <a:pt x="9059759" y="1681750"/>
                    <a:pt x="9060857" y="1684813"/>
                  </a:cubicBezTo>
                  <a:close/>
                  <a:moveTo>
                    <a:pt x="7668080" y="1776686"/>
                  </a:moveTo>
                  <a:cubicBezTo>
                    <a:pt x="7670623" y="1783678"/>
                    <a:pt x="7674436" y="1789803"/>
                    <a:pt x="7679174" y="1795003"/>
                  </a:cubicBezTo>
                  <a:lnTo>
                    <a:pt x="7125218" y="2406799"/>
                  </a:lnTo>
                  <a:cubicBezTo>
                    <a:pt x="7116147" y="2400558"/>
                    <a:pt x="7105399" y="2397034"/>
                    <a:pt x="7094189" y="2396918"/>
                  </a:cubicBezTo>
                  <a:lnTo>
                    <a:pt x="6986195" y="1495634"/>
                  </a:lnTo>
                  <a:cubicBezTo>
                    <a:pt x="6987986" y="1495172"/>
                    <a:pt x="6989778" y="1494652"/>
                    <a:pt x="6991511" y="1494017"/>
                  </a:cubicBezTo>
                  <a:cubicBezTo>
                    <a:pt x="7004165" y="1489394"/>
                    <a:pt x="7014104" y="1480669"/>
                    <a:pt x="7020402" y="1469921"/>
                  </a:cubicBezTo>
                  <a:lnTo>
                    <a:pt x="7666751" y="1742999"/>
                  </a:lnTo>
                  <a:cubicBezTo>
                    <a:pt x="7663804" y="1753631"/>
                    <a:pt x="7663977" y="1765361"/>
                    <a:pt x="7668080" y="1776686"/>
                  </a:cubicBezTo>
                  <a:close/>
                  <a:moveTo>
                    <a:pt x="6920496" y="1460792"/>
                  </a:moveTo>
                  <a:cubicBezTo>
                    <a:pt x="6922519" y="1466339"/>
                    <a:pt x="6925351" y="1471308"/>
                    <a:pt x="6928759" y="1475757"/>
                  </a:cubicBezTo>
                  <a:lnTo>
                    <a:pt x="6561208" y="1845215"/>
                  </a:lnTo>
                  <a:lnTo>
                    <a:pt x="5839107" y="1036441"/>
                  </a:lnTo>
                  <a:cubicBezTo>
                    <a:pt x="5841823" y="1033263"/>
                    <a:pt x="5844134" y="1029854"/>
                    <a:pt x="5846098" y="1026214"/>
                  </a:cubicBezTo>
                  <a:lnTo>
                    <a:pt x="6918705" y="1429243"/>
                  </a:lnTo>
                  <a:cubicBezTo>
                    <a:pt x="6916278" y="1439355"/>
                    <a:pt x="6916683" y="1450276"/>
                    <a:pt x="6920496" y="1460792"/>
                  </a:cubicBezTo>
                  <a:close/>
                  <a:moveTo>
                    <a:pt x="6551154" y="1855327"/>
                  </a:moveTo>
                  <a:lnTo>
                    <a:pt x="5963627" y="2445859"/>
                  </a:lnTo>
                  <a:cubicBezTo>
                    <a:pt x="5954613" y="2438983"/>
                    <a:pt x="5943634" y="2434939"/>
                    <a:pt x="5932194" y="2434476"/>
                  </a:cubicBezTo>
                  <a:lnTo>
                    <a:pt x="5809176" y="1054238"/>
                  </a:lnTo>
                  <a:cubicBezTo>
                    <a:pt x="5811487" y="1053718"/>
                    <a:pt x="5813856" y="1053082"/>
                    <a:pt x="5816167" y="1052273"/>
                  </a:cubicBezTo>
                  <a:cubicBezTo>
                    <a:pt x="5820617" y="1050655"/>
                    <a:pt x="5824719" y="1048460"/>
                    <a:pt x="5828475" y="1045917"/>
                  </a:cubicBezTo>
                  <a:lnTo>
                    <a:pt x="6551154" y="1855327"/>
                  </a:lnTo>
                  <a:close/>
                  <a:moveTo>
                    <a:pt x="5496922" y="1889997"/>
                  </a:moveTo>
                  <a:lnTo>
                    <a:pt x="5440989" y="1814013"/>
                  </a:lnTo>
                  <a:cubicBezTo>
                    <a:pt x="5456359" y="1799279"/>
                    <a:pt x="5462484" y="1776339"/>
                    <a:pt x="5454741" y="1755018"/>
                  </a:cubicBezTo>
                  <a:cubicBezTo>
                    <a:pt x="5450638" y="1743692"/>
                    <a:pt x="5443185" y="1734621"/>
                    <a:pt x="5433939" y="1728322"/>
                  </a:cubicBezTo>
                  <a:lnTo>
                    <a:pt x="5761448" y="1086018"/>
                  </a:lnTo>
                  <a:lnTo>
                    <a:pt x="5496922" y="1889997"/>
                  </a:lnTo>
                  <a:close/>
                  <a:moveTo>
                    <a:pt x="5385807" y="1826783"/>
                  </a:moveTo>
                  <a:lnTo>
                    <a:pt x="5232742" y="2668956"/>
                  </a:lnTo>
                  <a:cubicBezTo>
                    <a:pt x="5225520" y="2668609"/>
                    <a:pt x="5218182" y="2669649"/>
                    <a:pt x="5210959" y="2672249"/>
                  </a:cubicBezTo>
                  <a:cubicBezTo>
                    <a:pt x="5194144" y="2678374"/>
                    <a:pt x="5182126" y="2691837"/>
                    <a:pt x="5177098" y="2707670"/>
                  </a:cubicBezTo>
                  <a:lnTo>
                    <a:pt x="3607451" y="2312614"/>
                  </a:lnTo>
                  <a:cubicBezTo>
                    <a:pt x="3608606" y="2305738"/>
                    <a:pt x="3608433" y="2298515"/>
                    <a:pt x="3606815" y="2291408"/>
                  </a:cubicBezTo>
                  <a:lnTo>
                    <a:pt x="5351774" y="1795870"/>
                  </a:lnTo>
                  <a:cubicBezTo>
                    <a:pt x="5358303" y="1811124"/>
                    <a:pt x="5370957" y="1822045"/>
                    <a:pt x="5385807" y="1826783"/>
                  </a:cubicBezTo>
                  <a:close/>
                  <a:moveTo>
                    <a:pt x="3527076" y="2352484"/>
                  </a:moveTo>
                  <a:lnTo>
                    <a:pt x="3378230" y="2858423"/>
                  </a:lnTo>
                  <a:lnTo>
                    <a:pt x="3166863" y="2839470"/>
                  </a:lnTo>
                  <a:cubicBezTo>
                    <a:pt x="3166343" y="2835888"/>
                    <a:pt x="3165418" y="2832363"/>
                    <a:pt x="3164147" y="2828838"/>
                  </a:cubicBezTo>
                  <a:cubicBezTo>
                    <a:pt x="3161258" y="2820922"/>
                    <a:pt x="3156751" y="2814104"/>
                    <a:pt x="3151146" y="2808557"/>
                  </a:cubicBezTo>
                  <a:lnTo>
                    <a:pt x="3521876" y="2349363"/>
                  </a:lnTo>
                  <a:cubicBezTo>
                    <a:pt x="3523551" y="2350519"/>
                    <a:pt x="3525284" y="2351559"/>
                    <a:pt x="3527076" y="2352484"/>
                  </a:cubicBezTo>
                  <a:close/>
                  <a:moveTo>
                    <a:pt x="3075625" y="2806130"/>
                  </a:moveTo>
                  <a:cubicBezTo>
                    <a:pt x="3069153" y="2811793"/>
                    <a:pt x="3064126" y="2818900"/>
                    <a:pt x="3060891" y="2826701"/>
                  </a:cubicBezTo>
                  <a:lnTo>
                    <a:pt x="2390851" y="2646767"/>
                  </a:lnTo>
                  <a:cubicBezTo>
                    <a:pt x="2392006" y="2638158"/>
                    <a:pt x="2391197" y="2629144"/>
                    <a:pt x="2388019" y="2620419"/>
                  </a:cubicBezTo>
                  <a:cubicBezTo>
                    <a:pt x="2386459" y="2616085"/>
                    <a:pt x="2384321" y="2612098"/>
                    <a:pt x="2381837" y="2608400"/>
                  </a:cubicBezTo>
                  <a:lnTo>
                    <a:pt x="2735289" y="2296493"/>
                  </a:lnTo>
                  <a:lnTo>
                    <a:pt x="3075625" y="2806130"/>
                  </a:lnTo>
                  <a:close/>
                  <a:moveTo>
                    <a:pt x="2372418" y="2597711"/>
                  </a:moveTo>
                  <a:cubicBezTo>
                    <a:pt x="2361151" y="2587888"/>
                    <a:pt x="2346128" y="2582860"/>
                    <a:pt x="2330873" y="2584305"/>
                  </a:cubicBezTo>
                  <a:lnTo>
                    <a:pt x="2033527" y="1258093"/>
                  </a:lnTo>
                  <a:cubicBezTo>
                    <a:pt x="2033816" y="1257977"/>
                    <a:pt x="2034105" y="1257919"/>
                    <a:pt x="2034394" y="1257804"/>
                  </a:cubicBezTo>
                  <a:cubicBezTo>
                    <a:pt x="2036300" y="1257110"/>
                    <a:pt x="2038150" y="1256301"/>
                    <a:pt x="2039941" y="1255435"/>
                  </a:cubicBezTo>
                  <a:lnTo>
                    <a:pt x="2727257" y="2284532"/>
                  </a:lnTo>
                  <a:lnTo>
                    <a:pt x="2372418" y="2597711"/>
                  </a:lnTo>
                  <a:close/>
                  <a:moveTo>
                    <a:pt x="248237" y="1474891"/>
                  </a:moveTo>
                  <a:cubicBezTo>
                    <a:pt x="253090" y="1474486"/>
                    <a:pt x="258002" y="1473504"/>
                    <a:pt x="262798" y="1471771"/>
                  </a:cubicBezTo>
                  <a:cubicBezTo>
                    <a:pt x="270829" y="1468824"/>
                    <a:pt x="277763" y="1464201"/>
                    <a:pt x="283368" y="1458423"/>
                  </a:cubicBezTo>
                  <a:lnTo>
                    <a:pt x="874882" y="1904384"/>
                  </a:lnTo>
                  <a:lnTo>
                    <a:pt x="196753" y="2840568"/>
                  </a:lnTo>
                  <a:cubicBezTo>
                    <a:pt x="191610" y="2837795"/>
                    <a:pt x="186005" y="2835772"/>
                    <a:pt x="180169" y="2834732"/>
                  </a:cubicBezTo>
                  <a:lnTo>
                    <a:pt x="248237" y="1474891"/>
                  </a:lnTo>
                  <a:close/>
                  <a:moveTo>
                    <a:pt x="218190" y="2917245"/>
                  </a:moveTo>
                  <a:cubicBezTo>
                    <a:pt x="221888" y="2910947"/>
                    <a:pt x="224257" y="2904013"/>
                    <a:pt x="225297" y="2896732"/>
                  </a:cubicBezTo>
                  <a:lnTo>
                    <a:pt x="1086885" y="2902337"/>
                  </a:lnTo>
                  <a:lnTo>
                    <a:pt x="1022053" y="3494256"/>
                  </a:lnTo>
                  <a:cubicBezTo>
                    <a:pt x="1016102" y="3494371"/>
                    <a:pt x="1010092" y="3495411"/>
                    <a:pt x="1004198" y="3497549"/>
                  </a:cubicBezTo>
                  <a:cubicBezTo>
                    <a:pt x="996398" y="3500381"/>
                    <a:pt x="989637" y="3504830"/>
                    <a:pt x="984090" y="3510377"/>
                  </a:cubicBezTo>
                  <a:lnTo>
                    <a:pt x="218190" y="2917245"/>
                  </a:lnTo>
                  <a:close/>
                  <a:moveTo>
                    <a:pt x="1228566" y="5107125"/>
                  </a:moveTo>
                  <a:cubicBezTo>
                    <a:pt x="1228682" y="5107067"/>
                    <a:pt x="1228855" y="5107067"/>
                    <a:pt x="1228970" y="5107009"/>
                  </a:cubicBezTo>
                  <a:cubicBezTo>
                    <a:pt x="1235211" y="5104756"/>
                    <a:pt x="1240700" y="5101404"/>
                    <a:pt x="1245554" y="5097417"/>
                  </a:cubicBezTo>
                  <a:lnTo>
                    <a:pt x="1825801" y="5632710"/>
                  </a:lnTo>
                  <a:lnTo>
                    <a:pt x="1427683" y="5815994"/>
                  </a:lnTo>
                  <a:cubicBezTo>
                    <a:pt x="1416646" y="5798429"/>
                    <a:pt x="1396654" y="5788548"/>
                    <a:pt x="1376141" y="5790282"/>
                  </a:cubicBezTo>
                  <a:lnTo>
                    <a:pt x="1228566" y="5107125"/>
                  </a:lnTo>
                  <a:close/>
                  <a:moveTo>
                    <a:pt x="1435657" y="5852050"/>
                  </a:moveTo>
                  <a:cubicBezTo>
                    <a:pt x="1436581" y="5844481"/>
                    <a:pt x="1435946" y="5836622"/>
                    <a:pt x="1433519" y="5828938"/>
                  </a:cubicBezTo>
                  <a:lnTo>
                    <a:pt x="1837126" y="5643168"/>
                  </a:lnTo>
                  <a:lnTo>
                    <a:pt x="2283492" y="6054981"/>
                  </a:lnTo>
                  <a:cubicBezTo>
                    <a:pt x="2280949" y="6058563"/>
                    <a:pt x="2278869" y="6062434"/>
                    <a:pt x="2277251" y="6066537"/>
                  </a:cubicBezTo>
                  <a:lnTo>
                    <a:pt x="1435657" y="5852050"/>
                  </a:lnTo>
                  <a:close/>
                  <a:moveTo>
                    <a:pt x="2372129" y="6052554"/>
                  </a:moveTo>
                  <a:cubicBezTo>
                    <a:pt x="2366987" y="6046082"/>
                    <a:pt x="2360573" y="6040939"/>
                    <a:pt x="2353350" y="6037357"/>
                  </a:cubicBezTo>
                  <a:lnTo>
                    <a:pt x="2608689" y="5296996"/>
                  </a:lnTo>
                  <a:cubicBezTo>
                    <a:pt x="2623308" y="5313869"/>
                    <a:pt x="2647287" y="5320918"/>
                    <a:pt x="2669533" y="5312829"/>
                  </a:cubicBezTo>
                  <a:cubicBezTo>
                    <a:pt x="2691317" y="5304913"/>
                    <a:pt x="2705069" y="5284689"/>
                    <a:pt x="2705936" y="5262905"/>
                  </a:cubicBezTo>
                  <a:lnTo>
                    <a:pt x="3860478" y="5158146"/>
                  </a:lnTo>
                  <a:lnTo>
                    <a:pt x="2372129" y="6052554"/>
                  </a:lnTo>
                  <a:close/>
                  <a:moveTo>
                    <a:pt x="2704607" y="5248748"/>
                  </a:moveTo>
                  <a:cubicBezTo>
                    <a:pt x="2704087" y="5246437"/>
                    <a:pt x="2703451" y="5244126"/>
                    <a:pt x="2702642" y="5241872"/>
                  </a:cubicBezTo>
                  <a:cubicBezTo>
                    <a:pt x="2701833" y="5239619"/>
                    <a:pt x="2700793" y="5237481"/>
                    <a:pt x="2699753" y="5235401"/>
                  </a:cubicBezTo>
                  <a:lnTo>
                    <a:pt x="3458257" y="4708545"/>
                  </a:lnTo>
                  <a:lnTo>
                    <a:pt x="3875386" y="5142545"/>
                  </a:lnTo>
                  <a:lnTo>
                    <a:pt x="2704607" y="5248748"/>
                  </a:lnTo>
                  <a:close/>
                  <a:moveTo>
                    <a:pt x="3470161" y="4700224"/>
                  </a:moveTo>
                  <a:lnTo>
                    <a:pt x="4251489" y="4157536"/>
                  </a:lnTo>
                  <a:cubicBezTo>
                    <a:pt x="4255649" y="4162158"/>
                    <a:pt x="4260560" y="4165914"/>
                    <a:pt x="4265934" y="4168861"/>
                  </a:cubicBezTo>
                  <a:lnTo>
                    <a:pt x="3888271" y="5135265"/>
                  </a:lnTo>
                  <a:lnTo>
                    <a:pt x="3470161" y="4700224"/>
                  </a:lnTo>
                  <a:close/>
                  <a:moveTo>
                    <a:pt x="4346425" y="4107323"/>
                  </a:moveTo>
                  <a:cubicBezTo>
                    <a:pt x="4345962" y="4105358"/>
                    <a:pt x="4345385" y="4103336"/>
                    <a:pt x="4344633" y="4101371"/>
                  </a:cubicBezTo>
                  <a:cubicBezTo>
                    <a:pt x="4341340" y="4092357"/>
                    <a:pt x="4335966" y="4084672"/>
                    <a:pt x="4329205" y="4078779"/>
                  </a:cubicBezTo>
                  <a:lnTo>
                    <a:pt x="4666190" y="3579369"/>
                  </a:lnTo>
                  <a:lnTo>
                    <a:pt x="5172707" y="3990776"/>
                  </a:lnTo>
                  <a:cubicBezTo>
                    <a:pt x="5167564" y="3999097"/>
                    <a:pt x="5164675" y="4008747"/>
                    <a:pt x="5164444" y="4018685"/>
                  </a:cubicBezTo>
                  <a:lnTo>
                    <a:pt x="4346425" y="4107323"/>
                  </a:lnTo>
                  <a:close/>
                  <a:moveTo>
                    <a:pt x="5302948" y="4000080"/>
                  </a:moveTo>
                  <a:lnTo>
                    <a:pt x="6619048" y="3655294"/>
                  </a:lnTo>
                  <a:lnTo>
                    <a:pt x="7472488" y="4439916"/>
                  </a:lnTo>
                  <a:cubicBezTo>
                    <a:pt x="7469541" y="4444134"/>
                    <a:pt x="7467115" y="4448699"/>
                    <a:pt x="7465439" y="4453611"/>
                  </a:cubicBezTo>
                  <a:lnTo>
                    <a:pt x="5302948" y="4000080"/>
                  </a:lnTo>
                  <a:close/>
                  <a:moveTo>
                    <a:pt x="9300999" y="3114108"/>
                  </a:moveTo>
                  <a:cubicBezTo>
                    <a:pt x="9300479" y="3110121"/>
                    <a:pt x="9299555" y="3106134"/>
                    <a:pt x="9298110" y="3102205"/>
                  </a:cubicBezTo>
                  <a:cubicBezTo>
                    <a:pt x="9296896" y="3098854"/>
                    <a:pt x="9295336" y="3095676"/>
                    <a:pt x="9293603" y="3092729"/>
                  </a:cubicBezTo>
                  <a:lnTo>
                    <a:pt x="9494106" y="2934522"/>
                  </a:lnTo>
                  <a:lnTo>
                    <a:pt x="10014780" y="3111566"/>
                  </a:lnTo>
                  <a:cubicBezTo>
                    <a:pt x="10014549" y="3112779"/>
                    <a:pt x="10014318" y="3113992"/>
                    <a:pt x="10014144" y="3115264"/>
                  </a:cubicBezTo>
                  <a:lnTo>
                    <a:pt x="9300999" y="3114108"/>
                  </a:lnTo>
                  <a:close/>
                  <a:moveTo>
                    <a:pt x="10110351" y="3085448"/>
                  </a:moveTo>
                  <a:cubicBezTo>
                    <a:pt x="10109426" y="3084408"/>
                    <a:pt x="10108502" y="3083484"/>
                    <a:pt x="10107520" y="3082559"/>
                  </a:cubicBezTo>
                  <a:lnTo>
                    <a:pt x="10788250" y="2160763"/>
                  </a:lnTo>
                  <a:lnTo>
                    <a:pt x="11163544" y="2317930"/>
                  </a:lnTo>
                  <a:cubicBezTo>
                    <a:pt x="11160597" y="2328620"/>
                    <a:pt x="11160770" y="2340292"/>
                    <a:pt x="11164873" y="2351559"/>
                  </a:cubicBezTo>
                  <a:cubicBezTo>
                    <a:pt x="11165682" y="2353755"/>
                    <a:pt x="11166606" y="2355835"/>
                    <a:pt x="11167646" y="2357857"/>
                  </a:cubicBezTo>
                  <a:lnTo>
                    <a:pt x="10110351" y="3085448"/>
                  </a:lnTo>
                  <a:close/>
                  <a:moveTo>
                    <a:pt x="11213872" y="2277251"/>
                  </a:moveTo>
                  <a:cubicBezTo>
                    <a:pt x="11208556" y="2277540"/>
                    <a:pt x="11203182" y="2278580"/>
                    <a:pt x="11197924" y="2280487"/>
                  </a:cubicBezTo>
                  <a:cubicBezTo>
                    <a:pt x="11185212" y="2285110"/>
                    <a:pt x="11175274" y="2293893"/>
                    <a:pt x="11168975" y="2304756"/>
                  </a:cubicBezTo>
                  <a:lnTo>
                    <a:pt x="10796974" y="2148918"/>
                  </a:lnTo>
                  <a:lnTo>
                    <a:pt x="11250736" y="1534464"/>
                  </a:lnTo>
                  <a:cubicBezTo>
                    <a:pt x="11256110" y="1538162"/>
                    <a:pt x="11262119" y="1540935"/>
                    <a:pt x="11268418" y="1542611"/>
                  </a:cubicBezTo>
                  <a:lnTo>
                    <a:pt x="11213872" y="2277251"/>
                  </a:lnTo>
                  <a:close/>
                  <a:moveTo>
                    <a:pt x="11334347" y="1470037"/>
                  </a:moveTo>
                  <a:cubicBezTo>
                    <a:pt x="11334347" y="1470037"/>
                    <a:pt x="11334347" y="1470037"/>
                    <a:pt x="11334347" y="1470037"/>
                  </a:cubicBezTo>
                  <a:cubicBezTo>
                    <a:pt x="11331920" y="1463334"/>
                    <a:pt x="11328280" y="1457441"/>
                    <a:pt x="11323889" y="1452414"/>
                  </a:cubicBezTo>
                  <a:lnTo>
                    <a:pt x="11664340" y="1065274"/>
                  </a:lnTo>
                  <a:lnTo>
                    <a:pt x="12081469" y="1245670"/>
                  </a:lnTo>
                  <a:cubicBezTo>
                    <a:pt x="12079851" y="1251159"/>
                    <a:pt x="12079041" y="1256879"/>
                    <a:pt x="12079215" y="1262715"/>
                  </a:cubicBezTo>
                  <a:lnTo>
                    <a:pt x="11332498" y="1463103"/>
                  </a:lnTo>
                  <a:lnTo>
                    <a:pt x="11334347" y="1470037"/>
                  </a:lnTo>
                  <a:close/>
                  <a:moveTo>
                    <a:pt x="12087131" y="1232611"/>
                  </a:moveTo>
                  <a:lnTo>
                    <a:pt x="11674221" y="1054007"/>
                  </a:lnTo>
                  <a:lnTo>
                    <a:pt x="11858199" y="844836"/>
                  </a:lnTo>
                  <a:cubicBezTo>
                    <a:pt x="11872413" y="854370"/>
                    <a:pt x="11890731" y="857259"/>
                    <a:pt x="11908065" y="850961"/>
                  </a:cubicBezTo>
                  <a:lnTo>
                    <a:pt x="12098688" y="1219090"/>
                  </a:lnTo>
                  <a:cubicBezTo>
                    <a:pt x="12094065" y="1223019"/>
                    <a:pt x="12090193" y="1227584"/>
                    <a:pt x="12087131" y="1232611"/>
                  </a:cubicBezTo>
                  <a:close/>
                  <a:moveTo>
                    <a:pt x="11833699" y="800979"/>
                  </a:moveTo>
                  <a:cubicBezTo>
                    <a:pt x="11833930" y="806584"/>
                    <a:pt x="11834970" y="812305"/>
                    <a:pt x="11836993" y="817852"/>
                  </a:cubicBezTo>
                  <a:cubicBezTo>
                    <a:pt x="11839419" y="824497"/>
                    <a:pt x="11843003" y="830390"/>
                    <a:pt x="11847452" y="835417"/>
                  </a:cubicBezTo>
                  <a:lnTo>
                    <a:pt x="11660469" y="1048055"/>
                  </a:lnTo>
                  <a:lnTo>
                    <a:pt x="10897978" y="718293"/>
                  </a:lnTo>
                  <a:cubicBezTo>
                    <a:pt x="10898266" y="717253"/>
                    <a:pt x="10898556" y="716213"/>
                    <a:pt x="10898786" y="715173"/>
                  </a:cubicBezTo>
                  <a:lnTo>
                    <a:pt x="11833699" y="800979"/>
                  </a:lnTo>
                  <a:close/>
                  <a:moveTo>
                    <a:pt x="9684556" y="922090"/>
                  </a:moveTo>
                  <a:cubicBezTo>
                    <a:pt x="9688311" y="924113"/>
                    <a:pt x="9692241" y="925731"/>
                    <a:pt x="9696343" y="926886"/>
                  </a:cubicBezTo>
                  <a:lnTo>
                    <a:pt x="9506876" y="1765245"/>
                  </a:lnTo>
                  <a:lnTo>
                    <a:pt x="9167927" y="1672505"/>
                  </a:lnTo>
                  <a:cubicBezTo>
                    <a:pt x="9168967" y="1664127"/>
                    <a:pt x="9168101" y="1655402"/>
                    <a:pt x="9165038" y="1646908"/>
                  </a:cubicBezTo>
                  <a:cubicBezTo>
                    <a:pt x="9161975" y="1638587"/>
                    <a:pt x="9157122" y="1631422"/>
                    <a:pt x="9151112" y="1625702"/>
                  </a:cubicBezTo>
                  <a:lnTo>
                    <a:pt x="9684556" y="922090"/>
                  </a:lnTo>
                  <a:close/>
                  <a:moveTo>
                    <a:pt x="8851455" y="1180607"/>
                  </a:moveTo>
                  <a:lnTo>
                    <a:pt x="9081196" y="1620501"/>
                  </a:lnTo>
                  <a:cubicBezTo>
                    <a:pt x="9067618" y="1629978"/>
                    <a:pt x="9059124" y="1645001"/>
                    <a:pt x="9057736" y="1661238"/>
                  </a:cubicBezTo>
                  <a:lnTo>
                    <a:pt x="7774225" y="1745946"/>
                  </a:lnTo>
                  <a:cubicBezTo>
                    <a:pt x="7773705" y="1743577"/>
                    <a:pt x="7773070" y="1741150"/>
                    <a:pt x="7772203" y="1738781"/>
                  </a:cubicBezTo>
                  <a:lnTo>
                    <a:pt x="8851455" y="1180607"/>
                  </a:lnTo>
                  <a:close/>
                  <a:moveTo>
                    <a:pt x="3551807" y="2248129"/>
                  </a:moveTo>
                  <a:cubicBezTo>
                    <a:pt x="3545855" y="2248245"/>
                    <a:pt x="3539788" y="2249285"/>
                    <a:pt x="3533836" y="2251423"/>
                  </a:cubicBezTo>
                  <a:cubicBezTo>
                    <a:pt x="3505061" y="2261882"/>
                    <a:pt x="3490269" y="2293719"/>
                    <a:pt x="3500727" y="2322495"/>
                  </a:cubicBezTo>
                  <a:cubicBezTo>
                    <a:pt x="3503154" y="2329140"/>
                    <a:pt x="3506737" y="2334976"/>
                    <a:pt x="3511128" y="2339945"/>
                  </a:cubicBezTo>
                  <a:lnTo>
                    <a:pt x="3139763" y="2799890"/>
                  </a:lnTo>
                  <a:cubicBezTo>
                    <a:pt x="3139417" y="2799658"/>
                    <a:pt x="3139012" y="2799485"/>
                    <a:pt x="3138607" y="2799312"/>
                  </a:cubicBezTo>
                  <a:lnTo>
                    <a:pt x="3630621" y="1538855"/>
                  </a:lnTo>
                  <a:cubicBezTo>
                    <a:pt x="3630679" y="1538855"/>
                    <a:pt x="3630737" y="1538855"/>
                    <a:pt x="3630794" y="1538913"/>
                  </a:cubicBezTo>
                  <a:lnTo>
                    <a:pt x="3551807" y="2248129"/>
                  </a:lnTo>
                  <a:close/>
                  <a:moveTo>
                    <a:pt x="3588614" y="1482691"/>
                  </a:moveTo>
                  <a:cubicBezTo>
                    <a:pt x="3588325" y="1489741"/>
                    <a:pt x="3589365" y="1496963"/>
                    <a:pt x="3591907" y="1503955"/>
                  </a:cubicBezTo>
                  <a:cubicBezTo>
                    <a:pt x="3593467" y="1508289"/>
                    <a:pt x="3595605" y="1512276"/>
                    <a:pt x="3598090" y="1515974"/>
                  </a:cubicBezTo>
                  <a:lnTo>
                    <a:pt x="2738063" y="2274998"/>
                  </a:lnTo>
                  <a:lnTo>
                    <a:pt x="2051844" y="1247519"/>
                  </a:lnTo>
                  <a:cubicBezTo>
                    <a:pt x="2060107" y="1240296"/>
                    <a:pt x="2065943" y="1230877"/>
                    <a:pt x="2068832" y="1220477"/>
                  </a:cubicBezTo>
                  <a:lnTo>
                    <a:pt x="3588614" y="1482691"/>
                  </a:lnTo>
                  <a:close/>
                  <a:moveTo>
                    <a:pt x="2004809" y="1151427"/>
                  </a:moveTo>
                  <a:cubicBezTo>
                    <a:pt x="2002036" y="1152005"/>
                    <a:pt x="1999204" y="1152698"/>
                    <a:pt x="1996431" y="1153681"/>
                  </a:cubicBezTo>
                  <a:cubicBezTo>
                    <a:pt x="1986550" y="1157263"/>
                    <a:pt x="1978403" y="1163388"/>
                    <a:pt x="1972278" y="1171015"/>
                  </a:cubicBezTo>
                  <a:lnTo>
                    <a:pt x="1349908" y="806122"/>
                  </a:lnTo>
                  <a:lnTo>
                    <a:pt x="1935817" y="476764"/>
                  </a:lnTo>
                  <a:cubicBezTo>
                    <a:pt x="1945872" y="490690"/>
                    <a:pt x="1961819" y="499068"/>
                    <a:pt x="1978807" y="499646"/>
                  </a:cubicBezTo>
                  <a:lnTo>
                    <a:pt x="2004809" y="1151427"/>
                  </a:lnTo>
                  <a:close/>
                  <a:moveTo>
                    <a:pt x="1925821" y="437415"/>
                  </a:moveTo>
                  <a:cubicBezTo>
                    <a:pt x="1924723" y="445851"/>
                    <a:pt x="1925590" y="454692"/>
                    <a:pt x="1928710" y="463301"/>
                  </a:cubicBezTo>
                  <a:cubicBezTo>
                    <a:pt x="1928826" y="463648"/>
                    <a:pt x="1928999" y="463937"/>
                    <a:pt x="1929115" y="464284"/>
                  </a:cubicBezTo>
                  <a:lnTo>
                    <a:pt x="1335752" y="797801"/>
                  </a:lnTo>
                  <a:lnTo>
                    <a:pt x="106440" y="77086"/>
                  </a:lnTo>
                  <a:cubicBezTo>
                    <a:pt x="106960" y="75815"/>
                    <a:pt x="107480" y="74544"/>
                    <a:pt x="107942" y="73273"/>
                  </a:cubicBezTo>
                  <a:lnTo>
                    <a:pt x="1925821" y="437415"/>
                  </a:lnTo>
                  <a:close/>
                </a:path>
              </a:pathLst>
            </a:custGeom>
            <a:grpFill/>
            <a:ln w="5778" cap="flat">
              <a:noFill/>
              <a:prstDash val="solid"/>
              <a:miter/>
            </a:ln>
          </p:spPr>
          <p:txBody>
            <a:bodyPr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350">
                <a:solidFill>
                  <a:schemeClr val="accent1"/>
                </a:solidFill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23134" y="188047"/>
            <a:ext cx="4101161" cy="479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6C5B3"/>
                </a:solidFill>
                <a:latin typeface="Impact" panose="020B0806030902050204" pitchFamily="34" charset="0"/>
              </a:rPr>
              <a:t>参赛价值</a:t>
            </a:r>
          </a:p>
        </p:txBody>
      </p:sp>
      <p:sp>
        <p:nvSpPr>
          <p:cNvPr id="91" name="矩形: 圆角 90"/>
          <p:cNvSpPr/>
          <p:nvPr/>
        </p:nvSpPr>
        <p:spPr>
          <a:xfrm>
            <a:off x="2906254" y="969554"/>
            <a:ext cx="3018969" cy="607031"/>
          </a:xfrm>
          <a:custGeom>
            <a:avLst/>
            <a:gdLst>
              <a:gd name="connsiteX0" fmla="*/ 0 w 1398903"/>
              <a:gd name="connsiteY0" fmla="*/ 268964 h 537927"/>
              <a:gd name="connsiteX1" fmla="*/ 268964 w 1398903"/>
              <a:gd name="connsiteY1" fmla="*/ 0 h 537927"/>
              <a:gd name="connsiteX2" fmla="*/ 708062 w 1398903"/>
              <a:gd name="connsiteY2" fmla="*/ 0 h 537927"/>
              <a:gd name="connsiteX3" fmla="*/ 1129940 w 1398903"/>
              <a:gd name="connsiteY3" fmla="*/ 0 h 537927"/>
              <a:gd name="connsiteX4" fmla="*/ 1398904 w 1398903"/>
              <a:gd name="connsiteY4" fmla="*/ 268964 h 537927"/>
              <a:gd name="connsiteX5" fmla="*/ 1398903 w 1398903"/>
              <a:gd name="connsiteY5" fmla="*/ 268964 h 537927"/>
              <a:gd name="connsiteX6" fmla="*/ 1129939 w 1398903"/>
              <a:gd name="connsiteY6" fmla="*/ 537928 h 537927"/>
              <a:gd name="connsiteX7" fmla="*/ 682232 w 1398903"/>
              <a:gd name="connsiteY7" fmla="*/ 537927 h 537927"/>
              <a:gd name="connsiteX8" fmla="*/ 268964 w 1398903"/>
              <a:gd name="connsiteY8" fmla="*/ 537927 h 537927"/>
              <a:gd name="connsiteX9" fmla="*/ 0 w 1398903"/>
              <a:gd name="connsiteY9" fmla="*/ 268963 h 537927"/>
              <a:gd name="connsiteX10" fmla="*/ 0 w 1398903"/>
              <a:gd name="connsiteY10" fmla="*/ 268964 h 537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98903" h="537927" fill="none" extrusionOk="0">
                <a:moveTo>
                  <a:pt x="0" y="268964"/>
                </a:moveTo>
                <a:cubicBezTo>
                  <a:pt x="-6552" y="112684"/>
                  <a:pt x="102619" y="-14705"/>
                  <a:pt x="268964" y="0"/>
                </a:cubicBezTo>
                <a:cubicBezTo>
                  <a:pt x="461921" y="16300"/>
                  <a:pt x="501580" y="-6813"/>
                  <a:pt x="708062" y="0"/>
                </a:cubicBezTo>
                <a:cubicBezTo>
                  <a:pt x="914544" y="6813"/>
                  <a:pt x="926512" y="-6690"/>
                  <a:pt x="1129940" y="0"/>
                </a:cubicBezTo>
                <a:cubicBezTo>
                  <a:pt x="1271284" y="7498"/>
                  <a:pt x="1400137" y="116417"/>
                  <a:pt x="1398904" y="268964"/>
                </a:cubicBezTo>
                <a:lnTo>
                  <a:pt x="1398903" y="268964"/>
                </a:lnTo>
                <a:cubicBezTo>
                  <a:pt x="1403542" y="410070"/>
                  <a:pt x="1265445" y="532411"/>
                  <a:pt x="1129939" y="537928"/>
                </a:cubicBezTo>
                <a:cubicBezTo>
                  <a:pt x="988906" y="538271"/>
                  <a:pt x="793432" y="557623"/>
                  <a:pt x="682232" y="537927"/>
                </a:cubicBezTo>
                <a:cubicBezTo>
                  <a:pt x="571032" y="518232"/>
                  <a:pt x="354240" y="551572"/>
                  <a:pt x="268964" y="537927"/>
                </a:cubicBezTo>
                <a:cubicBezTo>
                  <a:pt x="107485" y="520996"/>
                  <a:pt x="28051" y="408955"/>
                  <a:pt x="0" y="268963"/>
                </a:cubicBezTo>
                <a:lnTo>
                  <a:pt x="0" y="268964"/>
                </a:lnTo>
                <a:close/>
              </a:path>
              <a:path w="1398903" h="537927" stroke="0" extrusionOk="0">
                <a:moveTo>
                  <a:pt x="0" y="268964"/>
                </a:moveTo>
                <a:cubicBezTo>
                  <a:pt x="-1019" y="157399"/>
                  <a:pt x="145241" y="-3691"/>
                  <a:pt x="268964" y="0"/>
                </a:cubicBezTo>
                <a:cubicBezTo>
                  <a:pt x="390521" y="-13594"/>
                  <a:pt x="562283" y="18521"/>
                  <a:pt x="673623" y="0"/>
                </a:cubicBezTo>
                <a:cubicBezTo>
                  <a:pt x="784963" y="-18521"/>
                  <a:pt x="981153" y="-11921"/>
                  <a:pt x="1129940" y="0"/>
                </a:cubicBezTo>
                <a:cubicBezTo>
                  <a:pt x="1259495" y="11871"/>
                  <a:pt x="1384147" y="115791"/>
                  <a:pt x="1398904" y="268964"/>
                </a:cubicBezTo>
                <a:lnTo>
                  <a:pt x="1398903" y="268964"/>
                </a:lnTo>
                <a:cubicBezTo>
                  <a:pt x="1381661" y="450375"/>
                  <a:pt x="1299549" y="530453"/>
                  <a:pt x="1129939" y="537928"/>
                </a:cubicBezTo>
                <a:cubicBezTo>
                  <a:pt x="945387" y="530689"/>
                  <a:pt x="822064" y="553032"/>
                  <a:pt x="708061" y="537928"/>
                </a:cubicBezTo>
                <a:cubicBezTo>
                  <a:pt x="594058" y="522824"/>
                  <a:pt x="461867" y="537915"/>
                  <a:pt x="268964" y="537927"/>
                </a:cubicBezTo>
                <a:cubicBezTo>
                  <a:pt x="116508" y="534915"/>
                  <a:pt x="6860" y="407237"/>
                  <a:pt x="0" y="268963"/>
                </a:cubicBezTo>
                <a:lnTo>
                  <a:pt x="0" y="268964"/>
                </a:lnTo>
                <a:close/>
              </a:path>
            </a:pathLst>
          </a:cu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noFill/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3474007" y="992313"/>
            <a:ext cx="2341475" cy="5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reflection blurRad="50800" stA="17000" endPos="25000" dist="38100" dir="5400000" sy="-100000" algn="bl" rotWithShape="0"/>
                </a:effectLst>
                <a:latin typeface="+mj-ea"/>
                <a:ea typeface="+mj-ea"/>
              </a:rPr>
              <a:t>项目运作能力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921611" y="2070223"/>
            <a:ext cx="1381537" cy="2084909"/>
            <a:chOff x="9323253" y="2147482"/>
            <a:chExt cx="1842618" cy="2780736"/>
          </a:xfrm>
        </p:grpSpPr>
        <p:sp>
          <p:nvSpPr>
            <p:cNvPr id="5" name="任意多边形: 形状 18"/>
            <p:cNvSpPr/>
            <p:nvPr/>
          </p:nvSpPr>
          <p:spPr>
            <a:xfrm>
              <a:off x="10124358" y="3300440"/>
              <a:ext cx="999175" cy="460238"/>
            </a:xfrm>
            <a:custGeom>
              <a:avLst/>
              <a:gdLst>
                <a:gd name="connsiteX0" fmla="*/ 195648 w 999175"/>
                <a:gd name="connsiteY0" fmla="*/ 2793 h 887449"/>
                <a:gd name="connsiteX1" fmla="*/ 195648 w 999175"/>
                <a:gd name="connsiteY1" fmla="*/ 278765 h 887449"/>
                <a:gd name="connsiteX2" fmla="*/ 195509 w 999175"/>
                <a:gd name="connsiteY2" fmla="*/ 278806 h 887449"/>
                <a:gd name="connsiteX3" fmla="*/ 195415 w 999175"/>
                <a:gd name="connsiteY3" fmla="*/ 278847 h 887449"/>
                <a:gd name="connsiteX4" fmla="*/ 372 w 999175"/>
                <a:gd name="connsiteY4" fmla="*/ 376097 h 887449"/>
                <a:gd name="connsiteX5" fmla="*/ 189309 w 999175"/>
                <a:gd name="connsiteY5" fmla="*/ 492041 h 887449"/>
                <a:gd name="connsiteX6" fmla="*/ 190987 w 999175"/>
                <a:gd name="connsiteY6" fmla="*/ 492452 h 887449"/>
                <a:gd name="connsiteX7" fmla="*/ 192851 w 999175"/>
                <a:gd name="connsiteY7" fmla="*/ 492862 h 887449"/>
                <a:gd name="connsiteX8" fmla="*/ 192851 w 999175"/>
                <a:gd name="connsiteY8" fmla="*/ 797225 h 887449"/>
                <a:gd name="connsiteX9" fmla="*/ 305057 w 999175"/>
                <a:gd name="connsiteY9" fmla="*/ 887449 h 887449"/>
                <a:gd name="connsiteX10" fmla="*/ 610347 w 999175"/>
                <a:gd name="connsiteY10" fmla="*/ 887449 h 887449"/>
                <a:gd name="connsiteX11" fmla="*/ 843709 w 999175"/>
                <a:gd name="connsiteY11" fmla="*/ 336326 h 887449"/>
                <a:gd name="connsiteX12" fmla="*/ 999174 w 999175"/>
                <a:gd name="connsiteY12" fmla="*/ 657 h 887449"/>
                <a:gd name="connsiteX13" fmla="*/ 794902 w 999175"/>
                <a:gd name="connsiteY13" fmla="*/ 41 h 887449"/>
                <a:gd name="connsiteX14" fmla="*/ 712764 w 999175"/>
                <a:gd name="connsiteY14" fmla="*/ 102796 h 887449"/>
                <a:gd name="connsiteX15" fmla="*/ 571516 w 999175"/>
                <a:gd name="connsiteY15" fmla="*/ 140101 h 887449"/>
                <a:gd name="connsiteX16" fmla="*/ 454136 w 999175"/>
                <a:gd name="connsiteY16" fmla="*/ 99591 h 887449"/>
                <a:gd name="connsiteX17" fmla="*/ 390085 w 999175"/>
                <a:gd name="connsiteY17" fmla="*/ 0 h 887449"/>
                <a:gd name="connsiteX18" fmla="*/ 195648 w 999175"/>
                <a:gd name="connsiteY18" fmla="*/ 2793 h 88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9175" h="887449" fill="none" extrusionOk="0">
                  <a:moveTo>
                    <a:pt x="195648" y="2793"/>
                  </a:moveTo>
                  <a:cubicBezTo>
                    <a:pt x="204020" y="125542"/>
                    <a:pt x="197611" y="186796"/>
                    <a:pt x="195648" y="278765"/>
                  </a:cubicBezTo>
                  <a:cubicBezTo>
                    <a:pt x="195610" y="278769"/>
                    <a:pt x="195558" y="278806"/>
                    <a:pt x="195509" y="278806"/>
                  </a:cubicBezTo>
                  <a:cubicBezTo>
                    <a:pt x="195463" y="278807"/>
                    <a:pt x="195473" y="278847"/>
                    <a:pt x="195415" y="278847"/>
                  </a:cubicBezTo>
                  <a:cubicBezTo>
                    <a:pt x="147817" y="238795"/>
                    <a:pt x="24743" y="238670"/>
                    <a:pt x="372" y="376097"/>
                  </a:cubicBezTo>
                  <a:cubicBezTo>
                    <a:pt x="4873" y="501290"/>
                    <a:pt x="119804" y="536059"/>
                    <a:pt x="189309" y="492041"/>
                  </a:cubicBezTo>
                  <a:cubicBezTo>
                    <a:pt x="189763" y="492114"/>
                    <a:pt x="190386" y="492387"/>
                    <a:pt x="190987" y="492452"/>
                  </a:cubicBezTo>
                  <a:cubicBezTo>
                    <a:pt x="191662" y="492509"/>
                    <a:pt x="192253" y="492756"/>
                    <a:pt x="192851" y="492862"/>
                  </a:cubicBezTo>
                  <a:cubicBezTo>
                    <a:pt x="205873" y="574109"/>
                    <a:pt x="196774" y="679926"/>
                    <a:pt x="192851" y="797225"/>
                  </a:cubicBezTo>
                  <a:cubicBezTo>
                    <a:pt x="243277" y="832340"/>
                    <a:pt x="262663" y="862443"/>
                    <a:pt x="305057" y="887449"/>
                  </a:cubicBezTo>
                  <a:cubicBezTo>
                    <a:pt x="446347" y="879701"/>
                    <a:pt x="484539" y="888963"/>
                    <a:pt x="610347" y="887449"/>
                  </a:cubicBezTo>
                  <a:cubicBezTo>
                    <a:pt x="646377" y="798289"/>
                    <a:pt x="719254" y="544589"/>
                    <a:pt x="843709" y="336326"/>
                  </a:cubicBezTo>
                  <a:cubicBezTo>
                    <a:pt x="944889" y="216470"/>
                    <a:pt x="996230" y="6290"/>
                    <a:pt x="999174" y="657"/>
                  </a:cubicBezTo>
                  <a:cubicBezTo>
                    <a:pt x="947469" y="3220"/>
                    <a:pt x="885121" y="-8557"/>
                    <a:pt x="794902" y="41"/>
                  </a:cubicBezTo>
                  <a:cubicBezTo>
                    <a:pt x="785165" y="38009"/>
                    <a:pt x="760686" y="81144"/>
                    <a:pt x="712764" y="102796"/>
                  </a:cubicBezTo>
                  <a:cubicBezTo>
                    <a:pt x="671623" y="135412"/>
                    <a:pt x="625023" y="132626"/>
                    <a:pt x="571516" y="140101"/>
                  </a:cubicBezTo>
                  <a:cubicBezTo>
                    <a:pt x="527228" y="137385"/>
                    <a:pt x="487162" y="114698"/>
                    <a:pt x="454136" y="99591"/>
                  </a:cubicBezTo>
                  <a:cubicBezTo>
                    <a:pt x="420940" y="69592"/>
                    <a:pt x="400268" y="41363"/>
                    <a:pt x="390085" y="0"/>
                  </a:cubicBezTo>
                  <a:cubicBezTo>
                    <a:pt x="324444" y="-6577"/>
                    <a:pt x="239948" y="11038"/>
                    <a:pt x="195648" y="2793"/>
                  </a:cubicBezTo>
                  <a:close/>
                </a:path>
                <a:path w="999175" h="887449" stroke="0" extrusionOk="0">
                  <a:moveTo>
                    <a:pt x="195648" y="2793"/>
                  </a:moveTo>
                  <a:cubicBezTo>
                    <a:pt x="200763" y="85503"/>
                    <a:pt x="202824" y="222018"/>
                    <a:pt x="195648" y="278765"/>
                  </a:cubicBezTo>
                  <a:cubicBezTo>
                    <a:pt x="195595" y="278771"/>
                    <a:pt x="195548" y="278805"/>
                    <a:pt x="195509" y="278806"/>
                  </a:cubicBezTo>
                  <a:cubicBezTo>
                    <a:pt x="195456" y="278806"/>
                    <a:pt x="195452" y="278849"/>
                    <a:pt x="195415" y="278847"/>
                  </a:cubicBezTo>
                  <a:cubicBezTo>
                    <a:pt x="144848" y="238713"/>
                    <a:pt x="13386" y="245870"/>
                    <a:pt x="372" y="376097"/>
                  </a:cubicBezTo>
                  <a:cubicBezTo>
                    <a:pt x="-10454" y="494794"/>
                    <a:pt x="133845" y="538386"/>
                    <a:pt x="189309" y="492041"/>
                  </a:cubicBezTo>
                  <a:cubicBezTo>
                    <a:pt x="189980" y="492113"/>
                    <a:pt x="190492" y="492380"/>
                    <a:pt x="190987" y="492452"/>
                  </a:cubicBezTo>
                  <a:cubicBezTo>
                    <a:pt x="191596" y="492552"/>
                    <a:pt x="192290" y="492790"/>
                    <a:pt x="192851" y="492862"/>
                  </a:cubicBezTo>
                  <a:cubicBezTo>
                    <a:pt x="198130" y="639021"/>
                    <a:pt x="206794" y="670141"/>
                    <a:pt x="192851" y="797225"/>
                  </a:cubicBezTo>
                  <a:cubicBezTo>
                    <a:pt x="238165" y="824742"/>
                    <a:pt x="252186" y="853467"/>
                    <a:pt x="305057" y="887449"/>
                  </a:cubicBezTo>
                  <a:cubicBezTo>
                    <a:pt x="380946" y="893469"/>
                    <a:pt x="473247" y="883826"/>
                    <a:pt x="610347" y="887449"/>
                  </a:cubicBezTo>
                  <a:cubicBezTo>
                    <a:pt x="654227" y="806412"/>
                    <a:pt x="650209" y="494138"/>
                    <a:pt x="843709" y="336326"/>
                  </a:cubicBezTo>
                  <a:cubicBezTo>
                    <a:pt x="946020" y="217195"/>
                    <a:pt x="995970" y="6251"/>
                    <a:pt x="999174" y="657"/>
                  </a:cubicBezTo>
                  <a:cubicBezTo>
                    <a:pt x="950530" y="1621"/>
                    <a:pt x="846098" y="4766"/>
                    <a:pt x="794902" y="41"/>
                  </a:cubicBezTo>
                  <a:cubicBezTo>
                    <a:pt x="781739" y="37029"/>
                    <a:pt x="757084" y="77690"/>
                    <a:pt x="712764" y="102796"/>
                  </a:cubicBezTo>
                  <a:cubicBezTo>
                    <a:pt x="671782" y="132756"/>
                    <a:pt x="627407" y="140369"/>
                    <a:pt x="571516" y="140101"/>
                  </a:cubicBezTo>
                  <a:cubicBezTo>
                    <a:pt x="519436" y="136138"/>
                    <a:pt x="477579" y="125746"/>
                    <a:pt x="454136" y="99591"/>
                  </a:cubicBezTo>
                  <a:cubicBezTo>
                    <a:pt x="426210" y="71761"/>
                    <a:pt x="398063" y="35717"/>
                    <a:pt x="390085" y="0"/>
                  </a:cubicBezTo>
                  <a:cubicBezTo>
                    <a:pt x="295202" y="8930"/>
                    <a:pt x="246274" y="-5623"/>
                    <a:pt x="195648" y="2793"/>
                  </a:cubicBezTo>
                  <a:close/>
                </a:path>
              </a:pathLst>
            </a:custGeom>
            <a:solidFill>
              <a:srgbClr val="0073C7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500" b="1" dirty="0">
                  <a:solidFill>
                    <a:schemeClr val="bg1"/>
                  </a:solidFill>
                </a:rPr>
                <a:t>03</a:t>
              </a:r>
              <a:endParaRPr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323253" y="3155283"/>
              <a:ext cx="904024" cy="460238"/>
            </a:xfrm>
            <a:custGeom>
              <a:avLst/>
              <a:gdLst>
                <a:gd name="connsiteX0" fmla="*/ 429871 w 904024"/>
                <a:gd name="connsiteY0" fmla="*/ 1174432 h 1174432"/>
                <a:gd name="connsiteX1" fmla="*/ 782148 w 904024"/>
                <a:gd name="connsiteY1" fmla="*/ 1174432 h 1174432"/>
                <a:gd name="connsiteX2" fmla="*/ 904024 w 904024"/>
                <a:gd name="connsiteY2" fmla="*/ 1070310 h 1174432"/>
                <a:gd name="connsiteX3" fmla="*/ 904024 w 904024"/>
                <a:gd name="connsiteY3" fmla="*/ 872801 h 1174432"/>
                <a:gd name="connsiteX4" fmla="*/ 792862 w 904024"/>
                <a:gd name="connsiteY4" fmla="*/ 832209 h 1174432"/>
                <a:gd name="connsiteX5" fmla="*/ 713760 w 904024"/>
                <a:gd name="connsiteY5" fmla="*/ 674528 h 1174432"/>
                <a:gd name="connsiteX6" fmla="*/ 734059 w 904024"/>
                <a:gd name="connsiteY6" fmla="*/ 581958 h 1174432"/>
                <a:gd name="connsiteX7" fmla="*/ 781352 w 904024"/>
                <a:gd name="connsiteY7" fmla="*/ 517937 h 1174432"/>
                <a:gd name="connsiteX8" fmla="*/ 901805 w 904024"/>
                <a:gd name="connsiteY8" fmla="*/ 465904 h 1174432"/>
                <a:gd name="connsiteX9" fmla="*/ 901805 w 904024"/>
                <a:gd name="connsiteY9" fmla="*/ 153539 h 1174432"/>
                <a:gd name="connsiteX10" fmla="*/ 595986 w 904024"/>
                <a:gd name="connsiteY10" fmla="*/ 144331 h 1174432"/>
                <a:gd name="connsiteX11" fmla="*/ 459796 w 904024"/>
                <a:gd name="connsiteY11" fmla="*/ 54 h 1174432"/>
                <a:gd name="connsiteX12" fmla="*/ 333065 w 904024"/>
                <a:gd name="connsiteY12" fmla="*/ 144549 h 1174432"/>
                <a:gd name="connsiteX13" fmla="*/ 0 w 904024"/>
                <a:gd name="connsiteY13" fmla="*/ 149180 h 1174432"/>
                <a:gd name="connsiteX14" fmla="*/ 160547 w 904024"/>
                <a:gd name="connsiteY14" fmla="*/ 538424 h 1174432"/>
                <a:gd name="connsiteX15" fmla="*/ 429871 w 904024"/>
                <a:gd name="connsiteY15" fmla="*/ 1174432 h 117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4024" h="1174432" fill="none" extrusionOk="0">
                  <a:moveTo>
                    <a:pt x="429871" y="1174432"/>
                  </a:moveTo>
                  <a:cubicBezTo>
                    <a:pt x="591275" y="1190837"/>
                    <a:pt x="619991" y="1168400"/>
                    <a:pt x="782148" y="1174432"/>
                  </a:cubicBezTo>
                  <a:cubicBezTo>
                    <a:pt x="820589" y="1142076"/>
                    <a:pt x="848025" y="1118873"/>
                    <a:pt x="904024" y="1070310"/>
                  </a:cubicBezTo>
                  <a:cubicBezTo>
                    <a:pt x="897667" y="1025241"/>
                    <a:pt x="904327" y="934102"/>
                    <a:pt x="904024" y="872801"/>
                  </a:cubicBezTo>
                  <a:cubicBezTo>
                    <a:pt x="873357" y="879599"/>
                    <a:pt x="822745" y="863126"/>
                    <a:pt x="792862" y="832209"/>
                  </a:cubicBezTo>
                  <a:cubicBezTo>
                    <a:pt x="752701" y="795674"/>
                    <a:pt x="726242" y="748657"/>
                    <a:pt x="713760" y="674528"/>
                  </a:cubicBezTo>
                  <a:cubicBezTo>
                    <a:pt x="711764" y="641957"/>
                    <a:pt x="720070" y="608959"/>
                    <a:pt x="734059" y="581958"/>
                  </a:cubicBezTo>
                  <a:cubicBezTo>
                    <a:pt x="748108" y="559529"/>
                    <a:pt x="763184" y="536566"/>
                    <a:pt x="781352" y="517937"/>
                  </a:cubicBezTo>
                  <a:cubicBezTo>
                    <a:pt x="818604" y="477391"/>
                    <a:pt x="869416" y="465069"/>
                    <a:pt x="901805" y="465904"/>
                  </a:cubicBezTo>
                  <a:cubicBezTo>
                    <a:pt x="908167" y="378335"/>
                    <a:pt x="890655" y="302999"/>
                    <a:pt x="901805" y="153539"/>
                  </a:cubicBezTo>
                  <a:cubicBezTo>
                    <a:pt x="774770" y="142276"/>
                    <a:pt x="741925" y="155515"/>
                    <a:pt x="595986" y="144331"/>
                  </a:cubicBezTo>
                  <a:cubicBezTo>
                    <a:pt x="599908" y="56743"/>
                    <a:pt x="539505" y="-18035"/>
                    <a:pt x="459796" y="54"/>
                  </a:cubicBezTo>
                  <a:cubicBezTo>
                    <a:pt x="376431" y="17059"/>
                    <a:pt x="320136" y="72964"/>
                    <a:pt x="333065" y="144549"/>
                  </a:cubicBezTo>
                  <a:cubicBezTo>
                    <a:pt x="168365" y="142124"/>
                    <a:pt x="87456" y="148906"/>
                    <a:pt x="0" y="149180"/>
                  </a:cubicBezTo>
                  <a:cubicBezTo>
                    <a:pt x="-3534" y="142848"/>
                    <a:pt x="43665" y="391952"/>
                    <a:pt x="160547" y="538424"/>
                  </a:cubicBezTo>
                  <a:cubicBezTo>
                    <a:pt x="349076" y="785244"/>
                    <a:pt x="396224" y="1051652"/>
                    <a:pt x="429871" y="1174432"/>
                  </a:cubicBezTo>
                  <a:close/>
                </a:path>
                <a:path w="904024" h="1174432" stroke="0" extrusionOk="0">
                  <a:moveTo>
                    <a:pt x="429871" y="1174432"/>
                  </a:moveTo>
                  <a:cubicBezTo>
                    <a:pt x="501069" y="1172768"/>
                    <a:pt x="656774" y="1187782"/>
                    <a:pt x="782148" y="1174432"/>
                  </a:cubicBezTo>
                  <a:cubicBezTo>
                    <a:pt x="835685" y="1139058"/>
                    <a:pt x="838697" y="1115701"/>
                    <a:pt x="904024" y="1070310"/>
                  </a:cubicBezTo>
                  <a:cubicBezTo>
                    <a:pt x="899913" y="1022986"/>
                    <a:pt x="895776" y="931708"/>
                    <a:pt x="904024" y="872801"/>
                  </a:cubicBezTo>
                  <a:cubicBezTo>
                    <a:pt x="881561" y="867626"/>
                    <a:pt x="842704" y="862692"/>
                    <a:pt x="792862" y="832209"/>
                  </a:cubicBezTo>
                  <a:cubicBezTo>
                    <a:pt x="749017" y="813717"/>
                    <a:pt x="712137" y="739398"/>
                    <a:pt x="713760" y="674528"/>
                  </a:cubicBezTo>
                  <a:cubicBezTo>
                    <a:pt x="719516" y="638413"/>
                    <a:pt x="727952" y="607673"/>
                    <a:pt x="734059" y="581958"/>
                  </a:cubicBezTo>
                  <a:cubicBezTo>
                    <a:pt x="751848" y="556877"/>
                    <a:pt x="763674" y="533933"/>
                    <a:pt x="781352" y="517937"/>
                  </a:cubicBezTo>
                  <a:cubicBezTo>
                    <a:pt x="818793" y="478794"/>
                    <a:pt x="876764" y="466861"/>
                    <a:pt x="901805" y="465904"/>
                  </a:cubicBezTo>
                  <a:cubicBezTo>
                    <a:pt x="893271" y="371915"/>
                    <a:pt x="908720" y="296522"/>
                    <a:pt x="901805" y="153539"/>
                  </a:cubicBezTo>
                  <a:cubicBezTo>
                    <a:pt x="764089" y="148952"/>
                    <a:pt x="696500" y="151340"/>
                    <a:pt x="595986" y="144331"/>
                  </a:cubicBezTo>
                  <a:cubicBezTo>
                    <a:pt x="594373" y="50413"/>
                    <a:pt x="534560" y="6286"/>
                    <a:pt x="459796" y="54"/>
                  </a:cubicBezTo>
                  <a:cubicBezTo>
                    <a:pt x="371059" y="-4996"/>
                    <a:pt x="333396" y="80861"/>
                    <a:pt x="333065" y="144549"/>
                  </a:cubicBezTo>
                  <a:cubicBezTo>
                    <a:pt x="245646" y="144321"/>
                    <a:pt x="125179" y="140031"/>
                    <a:pt x="0" y="149180"/>
                  </a:cubicBezTo>
                  <a:cubicBezTo>
                    <a:pt x="-2989" y="139786"/>
                    <a:pt x="23373" y="373496"/>
                    <a:pt x="160547" y="538424"/>
                  </a:cubicBezTo>
                  <a:cubicBezTo>
                    <a:pt x="356464" y="747310"/>
                    <a:pt x="373477" y="1061609"/>
                    <a:pt x="429871" y="1174432"/>
                  </a:cubicBezTo>
                  <a:close/>
                </a:path>
              </a:pathLst>
            </a:custGeom>
            <a:solidFill>
              <a:srgbClr val="06C5B3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500" b="1" dirty="0">
                  <a:solidFill>
                    <a:schemeClr val="bg1"/>
                  </a:solidFill>
                </a:rPr>
                <a:t>04</a:t>
              </a:r>
              <a:endParaRPr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368792" y="2147482"/>
              <a:ext cx="1047565" cy="460238"/>
            </a:xfrm>
            <a:custGeom>
              <a:avLst/>
              <a:gdLst>
                <a:gd name="connsiteX0" fmla="*/ 858763 w 1047565"/>
                <a:gd name="connsiteY0" fmla="*/ 850621 h 857742"/>
                <a:gd name="connsiteX1" fmla="*/ 858615 w 1047565"/>
                <a:gd name="connsiteY1" fmla="*/ 610558 h 857742"/>
                <a:gd name="connsiteX2" fmla="*/ 1047318 w 1047565"/>
                <a:gd name="connsiteY2" fmla="*/ 485217 h 857742"/>
                <a:gd name="connsiteX3" fmla="*/ 862356 w 1047565"/>
                <a:gd name="connsiteY3" fmla="*/ 366637 h 857742"/>
                <a:gd name="connsiteX4" fmla="*/ 859747 w 1047565"/>
                <a:gd name="connsiteY4" fmla="*/ 202989 h 857742"/>
                <a:gd name="connsiteX5" fmla="*/ 839124 w 1047565"/>
                <a:gd name="connsiteY5" fmla="*/ 76135 h 857742"/>
                <a:gd name="connsiteX6" fmla="*/ 670354 w 1047565"/>
                <a:gd name="connsiteY6" fmla="*/ 79 h 857742"/>
                <a:gd name="connsiteX7" fmla="*/ 492184 w 1047565"/>
                <a:gd name="connsiteY7" fmla="*/ 35203 h 857742"/>
                <a:gd name="connsiteX8" fmla="*/ 95828 w 1047565"/>
                <a:gd name="connsiteY8" fmla="*/ 385731 h 857742"/>
                <a:gd name="connsiteX9" fmla="*/ 1919 w 1047565"/>
                <a:gd name="connsiteY9" fmla="*/ 856071 h 857742"/>
                <a:gd name="connsiteX10" fmla="*/ 231425 w 1047565"/>
                <a:gd name="connsiteY10" fmla="*/ 857742 h 857742"/>
                <a:gd name="connsiteX11" fmla="*/ 292357 w 1047565"/>
                <a:gd name="connsiteY11" fmla="*/ 778980 h 857742"/>
                <a:gd name="connsiteX12" fmla="*/ 408660 w 1047565"/>
                <a:gd name="connsiteY12" fmla="*/ 741071 h 857742"/>
                <a:gd name="connsiteX13" fmla="*/ 521223 w 1047565"/>
                <a:gd name="connsiteY13" fmla="*/ 774326 h 857742"/>
                <a:gd name="connsiteX14" fmla="*/ 586831 w 1047565"/>
                <a:gd name="connsiteY14" fmla="*/ 852531 h 857742"/>
                <a:gd name="connsiteX15" fmla="*/ 858763 w 1047565"/>
                <a:gd name="connsiteY15" fmla="*/ 850621 h 85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47565" h="857742" fill="none" extrusionOk="0">
                  <a:moveTo>
                    <a:pt x="858763" y="850621"/>
                  </a:moveTo>
                  <a:cubicBezTo>
                    <a:pt x="854982" y="771152"/>
                    <a:pt x="849492" y="702242"/>
                    <a:pt x="858615" y="610558"/>
                  </a:cubicBezTo>
                  <a:cubicBezTo>
                    <a:pt x="901947" y="615208"/>
                    <a:pt x="1045301" y="650108"/>
                    <a:pt x="1047318" y="485217"/>
                  </a:cubicBezTo>
                  <a:cubicBezTo>
                    <a:pt x="1030852" y="383140"/>
                    <a:pt x="933260" y="345123"/>
                    <a:pt x="862356" y="366637"/>
                  </a:cubicBezTo>
                  <a:cubicBezTo>
                    <a:pt x="868066" y="320380"/>
                    <a:pt x="857973" y="251217"/>
                    <a:pt x="859747" y="202989"/>
                  </a:cubicBezTo>
                  <a:cubicBezTo>
                    <a:pt x="857556" y="156375"/>
                    <a:pt x="855538" y="108140"/>
                    <a:pt x="839124" y="76135"/>
                  </a:cubicBezTo>
                  <a:cubicBezTo>
                    <a:pt x="800171" y="12961"/>
                    <a:pt x="736473" y="-3805"/>
                    <a:pt x="670354" y="79"/>
                  </a:cubicBezTo>
                  <a:cubicBezTo>
                    <a:pt x="614833" y="-7946"/>
                    <a:pt x="567987" y="7710"/>
                    <a:pt x="492184" y="35203"/>
                  </a:cubicBezTo>
                  <a:cubicBezTo>
                    <a:pt x="347179" y="100384"/>
                    <a:pt x="183813" y="209623"/>
                    <a:pt x="95828" y="385731"/>
                  </a:cubicBezTo>
                  <a:cubicBezTo>
                    <a:pt x="-12757" y="583809"/>
                    <a:pt x="-2262" y="760995"/>
                    <a:pt x="1919" y="856071"/>
                  </a:cubicBezTo>
                  <a:cubicBezTo>
                    <a:pt x="108867" y="859310"/>
                    <a:pt x="137355" y="864017"/>
                    <a:pt x="231425" y="857742"/>
                  </a:cubicBezTo>
                  <a:cubicBezTo>
                    <a:pt x="242163" y="822461"/>
                    <a:pt x="265902" y="800969"/>
                    <a:pt x="292357" y="778980"/>
                  </a:cubicBezTo>
                  <a:cubicBezTo>
                    <a:pt x="319176" y="760709"/>
                    <a:pt x="365004" y="740363"/>
                    <a:pt x="408660" y="741071"/>
                  </a:cubicBezTo>
                  <a:cubicBezTo>
                    <a:pt x="452478" y="732969"/>
                    <a:pt x="487350" y="751630"/>
                    <a:pt x="521223" y="774326"/>
                  </a:cubicBezTo>
                  <a:cubicBezTo>
                    <a:pt x="551926" y="787938"/>
                    <a:pt x="572056" y="820125"/>
                    <a:pt x="586831" y="852531"/>
                  </a:cubicBezTo>
                  <a:cubicBezTo>
                    <a:pt x="657375" y="845277"/>
                    <a:pt x="723621" y="843416"/>
                    <a:pt x="858763" y="850621"/>
                  </a:cubicBezTo>
                  <a:close/>
                </a:path>
                <a:path w="1047565" h="857742" stroke="0" extrusionOk="0">
                  <a:moveTo>
                    <a:pt x="858763" y="850621"/>
                  </a:moveTo>
                  <a:cubicBezTo>
                    <a:pt x="861775" y="767413"/>
                    <a:pt x="855546" y="695385"/>
                    <a:pt x="858615" y="610558"/>
                  </a:cubicBezTo>
                  <a:cubicBezTo>
                    <a:pt x="895807" y="625709"/>
                    <a:pt x="1051694" y="614118"/>
                    <a:pt x="1047318" y="485217"/>
                  </a:cubicBezTo>
                  <a:cubicBezTo>
                    <a:pt x="1057720" y="388110"/>
                    <a:pt x="943279" y="336906"/>
                    <a:pt x="862356" y="366637"/>
                  </a:cubicBezTo>
                  <a:cubicBezTo>
                    <a:pt x="857880" y="303263"/>
                    <a:pt x="854797" y="260352"/>
                    <a:pt x="859747" y="202989"/>
                  </a:cubicBezTo>
                  <a:cubicBezTo>
                    <a:pt x="863239" y="158898"/>
                    <a:pt x="861880" y="125515"/>
                    <a:pt x="839124" y="76135"/>
                  </a:cubicBezTo>
                  <a:cubicBezTo>
                    <a:pt x="788342" y="23424"/>
                    <a:pt x="733045" y="-9479"/>
                    <a:pt x="670354" y="79"/>
                  </a:cubicBezTo>
                  <a:cubicBezTo>
                    <a:pt x="617313" y="-6268"/>
                    <a:pt x="545017" y="19219"/>
                    <a:pt x="492184" y="35203"/>
                  </a:cubicBezTo>
                  <a:cubicBezTo>
                    <a:pt x="372239" y="121437"/>
                    <a:pt x="201554" y="225915"/>
                    <a:pt x="95828" y="385731"/>
                  </a:cubicBezTo>
                  <a:cubicBezTo>
                    <a:pt x="-20403" y="579133"/>
                    <a:pt x="-6221" y="776440"/>
                    <a:pt x="1919" y="856071"/>
                  </a:cubicBezTo>
                  <a:cubicBezTo>
                    <a:pt x="58356" y="849291"/>
                    <a:pt x="182707" y="867913"/>
                    <a:pt x="231425" y="857742"/>
                  </a:cubicBezTo>
                  <a:cubicBezTo>
                    <a:pt x="243218" y="826127"/>
                    <a:pt x="273411" y="800895"/>
                    <a:pt x="292357" y="778980"/>
                  </a:cubicBezTo>
                  <a:cubicBezTo>
                    <a:pt x="330005" y="745341"/>
                    <a:pt x="359085" y="745422"/>
                    <a:pt x="408660" y="741071"/>
                  </a:cubicBezTo>
                  <a:cubicBezTo>
                    <a:pt x="451429" y="739605"/>
                    <a:pt x="487509" y="754138"/>
                    <a:pt x="521223" y="774326"/>
                  </a:cubicBezTo>
                  <a:cubicBezTo>
                    <a:pt x="543810" y="795226"/>
                    <a:pt x="566285" y="823975"/>
                    <a:pt x="586831" y="852531"/>
                  </a:cubicBezTo>
                  <a:cubicBezTo>
                    <a:pt x="695667" y="841062"/>
                    <a:pt x="759280" y="851487"/>
                    <a:pt x="858763" y="850621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500" b="1" dirty="0">
                  <a:solidFill>
                    <a:schemeClr val="bg1"/>
                  </a:solidFill>
                </a:rPr>
                <a:t>01</a:t>
              </a:r>
              <a:endParaRPr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0309144" y="2317246"/>
              <a:ext cx="856727" cy="460238"/>
            </a:xfrm>
            <a:custGeom>
              <a:avLst/>
              <a:gdLst>
                <a:gd name="connsiteX0" fmla="*/ 733306 w 856727"/>
                <a:gd name="connsiteY0" fmla="*/ 433645 h 1168192"/>
                <a:gd name="connsiteX1" fmla="*/ 47278 w 856727"/>
                <a:gd name="connsiteY1" fmla="*/ 34736 h 1168192"/>
                <a:gd name="connsiteX2" fmla="*/ 6292 w 856727"/>
                <a:gd name="connsiteY2" fmla="*/ 264754 h 1168192"/>
                <a:gd name="connsiteX3" fmla="*/ 197380 w 856727"/>
                <a:gd name="connsiteY3" fmla="*/ 481803 h 1168192"/>
                <a:gd name="connsiteX4" fmla="*/ 6124 w 856727"/>
                <a:gd name="connsiteY4" fmla="*/ 677761 h 1168192"/>
                <a:gd name="connsiteX5" fmla="*/ 10739 w 856727"/>
                <a:gd name="connsiteY5" fmla="*/ 1020166 h 1168192"/>
                <a:gd name="connsiteX6" fmla="*/ 253343 w 856727"/>
                <a:gd name="connsiteY6" fmla="*/ 1021914 h 1168192"/>
                <a:gd name="connsiteX7" fmla="*/ 390691 w 856727"/>
                <a:gd name="connsiteY7" fmla="*/ 1168192 h 1168192"/>
                <a:gd name="connsiteX8" fmla="*/ 522459 w 856727"/>
                <a:gd name="connsiteY8" fmla="*/ 1025128 h 1168192"/>
                <a:gd name="connsiteX9" fmla="*/ 851776 w 856727"/>
                <a:gd name="connsiteY9" fmla="*/ 1027045 h 1168192"/>
                <a:gd name="connsiteX10" fmla="*/ 733306 w 856727"/>
                <a:gd name="connsiteY10" fmla="*/ 433645 h 1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6727" h="1168192" fill="none" extrusionOk="0">
                  <a:moveTo>
                    <a:pt x="733306" y="433645"/>
                  </a:moveTo>
                  <a:cubicBezTo>
                    <a:pt x="495007" y="-26157"/>
                    <a:pt x="137327" y="-42135"/>
                    <a:pt x="47278" y="34736"/>
                  </a:cubicBezTo>
                  <a:cubicBezTo>
                    <a:pt x="-12297" y="89658"/>
                    <a:pt x="-6336" y="246764"/>
                    <a:pt x="6292" y="264754"/>
                  </a:cubicBezTo>
                  <a:cubicBezTo>
                    <a:pt x="122260" y="286698"/>
                    <a:pt x="195345" y="377803"/>
                    <a:pt x="197380" y="481803"/>
                  </a:cubicBezTo>
                  <a:cubicBezTo>
                    <a:pt x="218631" y="584120"/>
                    <a:pt x="111011" y="679200"/>
                    <a:pt x="6124" y="677761"/>
                  </a:cubicBezTo>
                  <a:cubicBezTo>
                    <a:pt x="6394" y="802269"/>
                    <a:pt x="5760" y="904408"/>
                    <a:pt x="10739" y="1020166"/>
                  </a:cubicBezTo>
                  <a:cubicBezTo>
                    <a:pt x="104885" y="1024724"/>
                    <a:pt x="186788" y="1012230"/>
                    <a:pt x="253343" y="1021914"/>
                  </a:cubicBezTo>
                  <a:cubicBezTo>
                    <a:pt x="252865" y="1084156"/>
                    <a:pt x="298038" y="1160136"/>
                    <a:pt x="390691" y="1168192"/>
                  </a:cubicBezTo>
                  <a:cubicBezTo>
                    <a:pt x="458376" y="1157369"/>
                    <a:pt x="518051" y="1113578"/>
                    <a:pt x="522459" y="1025128"/>
                  </a:cubicBezTo>
                  <a:cubicBezTo>
                    <a:pt x="667374" y="1035597"/>
                    <a:pt x="741957" y="1023074"/>
                    <a:pt x="851776" y="1027045"/>
                  </a:cubicBezTo>
                  <a:cubicBezTo>
                    <a:pt x="821088" y="1041723"/>
                    <a:pt x="867601" y="691343"/>
                    <a:pt x="733306" y="433645"/>
                  </a:cubicBezTo>
                  <a:close/>
                </a:path>
                <a:path w="856727" h="1168192" stroke="0" extrusionOk="0">
                  <a:moveTo>
                    <a:pt x="733306" y="433645"/>
                  </a:moveTo>
                  <a:cubicBezTo>
                    <a:pt x="478184" y="13572"/>
                    <a:pt x="133336" y="-59892"/>
                    <a:pt x="47278" y="34736"/>
                  </a:cubicBezTo>
                  <a:cubicBezTo>
                    <a:pt x="-9047" y="92336"/>
                    <a:pt x="-3276" y="243880"/>
                    <a:pt x="6292" y="264754"/>
                  </a:cubicBezTo>
                  <a:cubicBezTo>
                    <a:pt x="108710" y="284720"/>
                    <a:pt x="196095" y="351934"/>
                    <a:pt x="197380" y="481803"/>
                  </a:cubicBezTo>
                  <a:cubicBezTo>
                    <a:pt x="169027" y="592814"/>
                    <a:pt x="120569" y="665679"/>
                    <a:pt x="6124" y="677761"/>
                  </a:cubicBezTo>
                  <a:cubicBezTo>
                    <a:pt x="608" y="792195"/>
                    <a:pt x="1265" y="905804"/>
                    <a:pt x="10739" y="1020166"/>
                  </a:cubicBezTo>
                  <a:cubicBezTo>
                    <a:pt x="108737" y="1031618"/>
                    <a:pt x="190775" y="1014014"/>
                    <a:pt x="253343" y="1021914"/>
                  </a:cubicBezTo>
                  <a:cubicBezTo>
                    <a:pt x="263948" y="1099751"/>
                    <a:pt x="310724" y="1175909"/>
                    <a:pt x="390691" y="1168192"/>
                  </a:cubicBezTo>
                  <a:cubicBezTo>
                    <a:pt x="476346" y="1155609"/>
                    <a:pt x="530521" y="1099110"/>
                    <a:pt x="522459" y="1025128"/>
                  </a:cubicBezTo>
                  <a:cubicBezTo>
                    <a:pt x="623795" y="1040764"/>
                    <a:pt x="735858" y="1035925"/>
                    <a:pt x="851776" y="1027045"/>
                  </a:cubicBezTo>
                  <a:cubicBezTo>
                    <a:pt x="839548" y="1021271"/>
                    <a:pt x="916084" y="705246"/>
                    <a:pt x="733306" y="433645"/>
                  </a:cubicBezTo>
                  <a:close/>
                </a:path>
              </a:pathLst>
            </a:custGeom>
            <a:solidFill>
              <a:schemeClr val="accent5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1500" b="1" dirty="0">
                  <a:solidFill>
                    <a:schemeClr val="bg1"/>
                  </a:solidFill>
                </a:rPr>
                <a:t>02</a:t>
              </a:r>
              <a:endParaRPr sz="15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757748" y="3913549"/>
              <a:ext cx="924103" cy="465027"/>
            </a:xfrm>
            <a:custGeom>
              <a:avLst/>
              <a:gdLst>
                <a:gd name="connsiteX0" fmla="*/ 924102 w 924102"/>
                <a:gd name="connsiteY0" fmla="*/ 40896 h 81801"/>
                <a:gd name="connsiteX1" fmla="*/ 844612 w 924102"/>
                <a:gd name="connsiteY1" fmla="*/ 81801 h 81801"/>
                <a:gd name="connsiteX2" fmla="*/ 446748 w 924102"/>
                <a:gd name="connsiteY2" fmla="*/ 81801 h 81801"/>
                <a:gd name="connsiteX3" fmla="*/ 79489 w 924102"/>
                <a:gd name="connsiteY3" fmla="*/ 81801 h 81801"/>
                <a:gd name="connsiteX4" fmla="*/ 0 w 924102"/>
                <a:gd name="connsiteY4" fmla="*/ 40896 h 81801"/>
                <a:gd name="connsiteX5" fmla="*/ 0 w 924102"/>
                <a:gd name="connsiteY5" fmla="*/ 40896 h 81801"/>
                <a:gd name="connsiteX6" fmla="*/ 79489 w 924102"/>
                <a:gd name="connsiteY6" fmla="*/ 0 h 81801"/>
                <a:gd name="connsiteX7" fmla="*/ 439097 w 924102"/>
                <a:gd name="connsiteY7" fmla="*/ 0 h 81801"/>
                <a:gd name="connsiteX8" fmla="*/ 844612 w 924102"/>
                <a:gd name="connsiteY8" fmla="*/ 0 h 81801"/>
                <a:gd name="connsiteX9" fmla="*/ 924102 w 924102"/>
                <a:gd name="connsiteY9" fmla="*/ 40896 h 81801"/>
                <a:gd name="connsiteX10" fmla="*/ 924102 w 924102"/>
                <a:gd name="connsiteY10" fmla="*/ 40896 h 8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4102" h="81801" fill="none" extrusionOk="0">
                  <a:moveTo>
                    <a:pt x="924102" y="40896"/>
                  </a:moveTo>
                  <a:cubicBezTo>
                    <a:pt x="926690" y="56099"/>
                    <a:pt x="884742" y="85545"/>
                    <a:pt x="844612" y="81801"/>
                  </a:cubicBezTo>
                  <a:cubicBezTo>
                    <a:pt x="743419" y="101098"/>
                    <a:pt x="636453" y="97602"/>
                    <a:pt x="446748" y="81801"/>
                  </a:cubicBezTo>
                  <a:cubicBezTo>
                    <a:pt x="257043" y="66000"/>
                    <a:pt x="189252" y="68640"/>
                    <a:pt x="79489" y="81801"/>
                  </a:cubicBezTo>
                  <a:cubicBezTo>
                    <a:pt x="35061" y="79710"/>
                    <a:pt x="-965" y="62006"/>
                    <a:pt x="0" y="40896"/>
                  </a:cubicBezTo>
                  <a:lnTo>
                    <a:pt x="0" y="40896"/>
                  </a:lnTo>
                  <a:cubicBezTo>
                    <a:pt x="437" y="16796"/>
                    <a:pt x="33451" y="-2449"/>
                    <a:pt x="79489" y="0"/>
                  </a:cubicBezTo>
                  <a:cubicBezTo>
                    <a:pt x="159729" y="9387"/>
                    <a:pt x="312423" y="-8349"/>
                    <a:pt x="439097" y="0"/>
                  </a:cubicBezTo>
                  <a:cubicBezTo>
                    <a:pt x="565771" y="8349"/>
                    <a:pt x="752842" y="-18992"/>
                    <a:pt x="844612" y="0"/>
                  </a:cubicBezTo>
                  <a:cubicBezTo>
                    <a:pt x="884761" y="-1746"/>
                    <a:pt x="922837" y="21182"/>
                    <a:pt x="924102" y="40896"/>
                  </a:cubicBezTo>
                  <a:lnTo>
                    <a:pt x="924102" y="40896"/>
                  </a:lnTo>
                  <a:close/>
                </a:path>
                <a:path w="924102" h="81801" stroke="0" extrusionOk="0">
                  <a:moveTo>
                    <a:pt x="924102" y="40896"/>
                  </a:moveTo>
                  <a:cubicBezTo>
                    <a:pt x="920600" y="58718"/>
                    <a:pt x="887446" y="81311"/>
                    <a:pt x="844612" y="81801"/>
                  </a:cubicBezTo>
                  <a:cubicBezTo>
                    <a:pt x="688029" y="84979"/>
                    <a:pt x="643018" y="72003"/>
                    <a:pt x="485004" y="81801"/>
                  </a:cubicBezTo>
                  <a:cubicBezTo>
                    <a:pt x="326990" y="91599"/>
                    <a:pt x="230502" y="101113"/>
                    <a:pt x="79489" y="81801"/>
                  </a:cubicBezTo>
                  <a:cubicBezTo>
                    <a:pt x="34171" y="83039"/>
                    <a:pt x="3199" y="60490"/>
                    <a:pt x="0" y="40896"/>
                  </a:cubicBezTo>
                  <a:lnTo>
                    <a:pt x="0" y="40896"/>
                  </a:lnTo>
                  <a:cubicBezTo>
                    <a:pt x="7487" y="18090"/>
                    <a:pt x="28319" y="3880"/>
                    <a:pt x="79489" y="0"/>
                  </a:cubicBezTo>
                  <a:cubicBezTo>
                    <a:pt x="241316" y="-1056"/>
                    <a:pt x="265284" y="-8150"/>
                    <a:pt x="446748" y="0"/>
                  </a:cubicBezTo>
                  <a:cubicBezTo>
                    <a:pt x="628212" y="8150"/>
                    <a:pt x="733919" y="7884"/>
                    <a:pt x="844612" y="0"/>
                  </a:cubicBezTo>
                  <a:cubicBezTo>
                    <a:pt x="889166" y="992"/>
                    <a:pt x="920221" y="15923"/>
                    <a:pt x="924102" y="40896"/>
                  </a:cubicBezTo>
                  <a:lnTo>
                    <a:pt x="924102" y="40896"/>
                  </a:lnTo>
                  <a:close/>
                </a:path>
              </a:pathLst>
            </a:custGeom>
            <a:solidFill>
              <a:srgbClr val="049BBD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>
                <a:lnSpc>
                  <a:spcPct val="150000"/>
                </a:lnSpc>
              </a:pPr>
              <a:endParaRPr sz="1350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757748" y="4063678"/>
              <a:ext cx="924103" cy="465027"/>
            </a:xfrm>
            <a:custGeom>
              <a:avLst/>
              <a:gdLst>
                <a:gd name="connsiteX0" fmla="*/ 924102 w 924102"/>
                <a:gd name="connsiteY0" fmla="*/ 40896 h 81800"/>
                <a:gd name="connsiteX1" fmla="*/ 844612 w 924102"/>
                <a:gd name="connsiteY1" fmla="*/ 81800 h 81800"/>
                <a:gd name="connsiteX2" fmla="*/ 462051 w 924102"/>
                <a:gd name="connsiteY2" fmla="*/ 81800 h 81800"/>
                <a:gd name="connsiteX3" fmla="*/ 79489 w 924102"/>
                <a:gd name="connsiteY3" fmla="*/ 81800 h 81800"/>
                <a:gd name="connsiteX4" fmla="*/ 0 w 924102"/>
                <a:gd name="connsiteY4" fmla="*/ 40896 h 81800"/>
                <a:gd name="connsiteX5" fmla="*/ 0 w 924102"/>
                <a:gd name="connsiteY5" fmla="*/ 40896 h 81800"/>
                <a:gd name="connsiteX6" fmla="*/ 79489 w 924102"/>
                <a:gd name="connsiteY6" fmla="*/ 0 h 81800"/>
                <a:gd name="connsiteX7" fmla="*/ 469702 w 924102"/>
                <a:gd name="connsiteY7" fmla="*/ 0 h 81800"/>
                <a:gd name="connsiteX8" fmla="*/ 844612 w 924102"/>
                <a:gd name="connsiteY8" fmla="*/ 0 h 81800"/>
                <a:gd name="connsiteX9" fmla="*/ 924102 w 924102"/>
                <a:gd name="connsiteY9" fmla="*/ 40896 h 81800"/>
                <a:gd name="connsiteX10" fmla="*/ 924102 w 924102"/>
                <a:gd name="connsiteY10" fmla="*/ 40896 h 8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4102" h="81800" fill="none" extrusionOk="0">
                  <a:moveTo>
                    <a:pt x="924102" y="40896"/>
                  </a:moveTo>
                  <a:cubicBezTo>
                    <a:pt x="925944" y="65178"/>
                    <a:pt x="888902" y="82698"/>
                    <a:pt x="844612" y="81800"/>
                  </a:cubicBezTo>
                  <a:cubicBezTo>
                    <a:pt x="679156" y="90604"/>
                    <a:pt x="587581" y="81662"/>
                    <a:pt x="462051" y="81800"/>
                  </a:cubicBezTo>
                  <a:cubicBezTo>
                    <a:pt x="336521" y="81938"/>
                    <a:pt x="162092" y="84491"/>
                    <a:pt x="79489" y="81800"/>
                  </a:cubicBezTo>
                  <a:cubicBezTo>
                    <a:pt x="35458" y="78770"/>
                    <a:pt x="-359" y="60907"/>
                    <a:pt x="0" y="40896"/>
                  </a:cubicBezTo>
                  <a:lnTo>
                    <a:pt x="0" y="40896"/>
                  </a:lnTo>
                  <a:cubicBezTo>
                    <a:pt x="2497" y="25551"/>
                    <a:pt x="39975" y="8322"/>
                    <a:pt x="79489" y="0"/>
                  </a:cubicBezTo>
                  <a:cubicBezTo>
                    <a:pt x="200562" y="7706"/>
                    <a:pt x="330934" y="-13560"/>
                    <a:pt x="469702" y="0"/>
                  </a:cubicBezTo>
                  <a:cubicBezTo>
                    <a:pt x="608470" y="13560"/>
                    <a:pt x="743678" y="-9527"/>
                    <a:pt x="844612" y="0"/>
                  </a:cubicBezTo>
                  <a:cubicBezTo>
                    <a:pt x="888538" y="-860"/>
                    <a:pt x="923381" y="20595"/>
                    <a:pt x="924102" y="40896"/>
                  </a:cubicBezTo>
                  <a:lnTo>
                    <a:pt x="924102" y="40896"/>
                  </a:lnTo>
                  <a:close/>
                </a:path>
                <a:path w="924102" h="81800" stroke="0" extrusionOk="0">
                  <a:moveTo>
                    <a:pt x="924102" y="40896"/>
                  </a:moveTo>
                  <a:cubicBezTo>
                    <a:pt x="921439" y="54703"/>
                    <a:pt x="886416" y="86899"/>
                    <a:pt x="844612" y="81800"/>
                  </a:cubicBezTo>
                  <a:cubicBezTo>
                    <a:pt x="721404" y="93428"/>
                    <a:pt x="660711" y="77144"/>
                    <a:pt x="477353" y="81800"/>
                  </a:cubicBezTo>
                  <a:cubicBezTo>
                    <a:pt x="293995" y="86456"/>
                    <a:pt x="194861" y="90032"/>
                    <a:pt x="79489" y="81800"/>
                  </a:cubicBezTo>
                  <a:cubicBezTo>
                    <a:pt x="35954" y="82961"/>
                    <a:pt x="1059" y="59883"/>
                    <a:pt x="0" y="40896"/>
                  </a:cubicBezTo>
                  <a:lnTo>
                    <a:pt x="0" y="40896"/>
                  </a:lnTo>
                  <a:cubicBezTo>
                    <a:pt x="-4492" y="21216"/>
                    <a:pt x="40544" y="3915"/>
                    <a:pt x="79489" y="0"/>
                  </a:cubicBezTo>
                  <a:cubicBezTo>
                    <a:pt x="191983" y="-5141"/>
                    <a:pt x="309010" y="-10431"/>
                    <a:pt x="462051" y="0"/>
                  </a:cubicBezTo>
                  <a:cubicBezTo>
                    <a:pt x="615092" y="10431"/>
                    <a:pt x="713349" y="13616"/>
                    <a:pt x="844612" y="0"/>
                  </a:cubicBezTo>
                  <a:cubicBezTo>
                    <a:pt x="887100" y="495"/>
                    <a:pt x="922470" y="21879"/>
                    <a:pt x="924102" y="40896"/>
                  </a:cubicBezTo>
                  <a:lnTo>
                    <a:pt x="924102" y="40896"/>
                  </a:lnTo>
                  <a:close/>
                </a:path>
              </a:pathLst>
            </a:custGeom>
            <a:solidFill>
              <a:srgbClr val="049BBD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>
                <a:lnSpc>
                  <a:spcPct val="150000"/>
                </a:lnSpc>
              </a:pPr>
              <a:endParaRPr sz="1350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930291" y="4463191"/>
              <a:ext cx="579017" cy="465027"/>
            </a:xfrm>
            <a:custGeom>
              <a:avLst/>
              <a:gdLst>
                <a:gd name="connsiteX0" fmla="*/ 0 w 579017"/>
                <a:gd name="connsiteY0" fmla="*/ 0 h 251348"/>
                <a:gd name="connsiteX1" fmla="*/ 0 w 579017"/>
                <a:gd name="connsiteY1" fmla="*/ 45789 h 251348"/>
                <a:gd name="connsiteX2" fmla="*/ 205551 w 579017"/>
                <a:gd name="connsiteY2" fmla="*/ 251348 h 251348"/>
                <a:gd name="connsiteX3" fmla="*/ 373465 w 579017"/>
                <a:gd name="connsiteY3" fmla="*/ 251348 h 251348"/>
                <a:gd name="connsiteX4" fmla="*/ 579017 w 579017"/>
                <a:gd name="connsiteY4" fmla="*/ 45789 h 251348"/>
                <a:gd name="connsiteX5" fmla="*/ 579017 w 579017"/>
                <a:gd name="connsiteY5" fmla="*/ 0 h 251348"/>
                <a:gd name="connsiteX6" fmla="*/ 0 w 579017"/>
                <a:gd name="connsiteY6" fmla="*/ 0 h 25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9017" h="251348" fill="none" extrusionOk="0">
                  <a:moveTo>
                    <a:pt x="0" y="0"/>
                  </a:moveTo>
                  <a:cubicBezTo>
                    <a:pt x="319" y="12730"/>
                    <a:pt x="474" y="33319"/>
                    <a:pt x="0" y="45789"/>
                  </a:cubicBezTo>
                  <a:cubicBezTo>
                    <a:pt x="9880" y="164247"/>
                    <a:pt x="84989" y="226325"/>
                    <a:pt x="205551" y="251348"/>
                  </a:cubicBezTo>
                  <a:cubicBezTo>
                    <a:pt x="240638" y="249556"/>
                    <a:pt x="320662" y="254244"/>
                    <a:pt x="373465" y="251348"/>
                  </a:cubicBezTo>
                  <a:cubicBezTo>
                    <a:pt x="485471" y="247526"/>
                    <a:pt x="602831" y="171358"/>
                    <a:pt x="579017" y="45789"/>
                  </a:cubicBezTo>
                  <a:cubicBezTo>
                    <a:pt x="579744" y="30390"/>
                    <a:pt x="579904" y="16070"/>
                    <a:pt x="579017" y="0"/>
                  </a:cubicBezTo>
                  <a:cubicBezTo>
                    <a:pt x="373623" y="-6990"/>
                    <a:pt x="269368" y="-13434"/>
                    <a:pt x="0" y="0"/>
                  </a:cubicBezTo>
                  <a:close/>
                </a:path>
                <a:path w="579017" h="251348" stroke="0" extrusionOk="0">
                  <a:moveTo>
                    <a:pt x="0" y="0"/>
                  </a:moveTo>
                  <a:cubicBezTo>
                    <a:pt x="-831" y="21695"/>
                    <a:pt x="1279" y="36050"/>
                    <a:pt x="0" y="45789"/>
                  </a:cubicBezTo>
                  <a:cubicBezTo>
                    <a:pt x="6378" y="184250"/>
                    <a:pt x="95257" y="254255"/>
                    <a:pt x="205551" y="251348"/>
                  </a:cubicBezTo>
                  <a:cubicBezTo>
                    <a:pt x="253340" y="247886"/>
                    <a:pt x="325032" y="251761"/>
                    <a:pt x="373465" y="251348"/>
                  </a:cubicBezTo>
                  <a:cubicBezTo>
                    <a:pt x="493233" y="270343"/>
                    <a:pt x="567041" y="141461"/>
                    <a:pt x="579017" y="45789"/>
                  </a:cubicBezTo>
                  <a:cubicBezTo>
                    <a:pt x="577547" y="32443"/>
                    <a:pt x="578850" y="13913"/>
                    <a:pt x="579017" y="0"/>
                  </a:cubicBezTo>
                  <a:cubicBezTo>
                    <a:pt x="445961" y="11806"/>
                    <a:pt x="236822" y="22845"/>
                    <a:pt x="0" y="0"/>
                  </a:cubicBezTo>
                  <a:close/>
                </a:path>
              </a:pathLst>
            </a:custGeom>
            <a:solidFill>
              <a:srgbClr val="049BBD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>
                <a:lnSpc>
                  <a:spcPct val="150000"/>
                </a:lnSpc>
              </a:pPr>
              <a:endParaRPr sz="1350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9757748" y="4221048"/>
              <a:ext cx="924103" cy="465027"/>
            </a:xfrm>
            <a:custGeom>
              <a:avLst/>
              <a:gdLst>
                <a:gd name="connsiteX0" fmla="*/ 924102 w 924102"/>
                <a:gd name="connsiteY0" fmla="*/ 40896 h 81801"/>
                <a:gd name="connsiteX1" fmla="*/ 844612 w 924102"/>
                <a:gd name="connsiteY1" fmla="*/ 81801 h 81801"/>
                <a:gd name="connsiteX2" fmla="*/ 454399 w 924102"/>
                <a:gd name="connsiteY2" fmla="*/ 81801 h 81801"/>
                <a:gd name="connsiteX3" fmla="*/ 79489 w 924102"/>
                <a:gd name="connsiteY3" fmla="*/ 81801 h 81801"/>
                <a:gd name="connsiteX4" fmla="*/ 0 w 924102"/>
                <a:gd name="connsiteY4" fmla="*/ 40896 h 81801"/>
                <a:gd name="connsiteX5" fmla="*/ 0 w 924102"/>
                <a:gd name="connsiteY5" fmla="*/ 40896 h 81801"/>
                <a:gd name="connsiteX6" fmla="*/ 79489 w 924102"/>
                <a:gd name="connsiteY6" fmla="*/ 0 h 81801"/>
                <a:gd name="connsiteX7" fmla="*/ 469702 w 924102"/>
                <a:gd name="connsiteY7" fmla="*/ 0 h 81801"/>
                <a:gd name="connsiteX8" fmla="*/ 844612 w 924102"/>
                <a:gd name="connsiteY8" fmla="*/ 0 h 81801"/>
                <a:gd name="connsiteX9" fmla="*/ 924102 w 924102"/>
                <a:gd name="connsiteY9" fmla="*/ 40896 h 81801"/>
                <a:gd name="connsiteX10" fmla="*/ 924102 w 924102"/>
                <a:gd name="connsiteY10" fmla="*/ 40896 h 8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24102" h="81801" fill="none" extrusionOk="0">
                  <a:moveTo>
                    <a:pt x="924102" y="40896"/>
                  </a:moveTo>
                  <a:cubicBezTo>
                    <a:pt x="922297" y="60495"/>
                    <a:pt x="889667" y="87427"/>
                    <a:pt x="844612" y="81801"/>
                  </a:cubicBezTo>
                  <a:cubicBezTo>
                    <a:pt x="694021" y="65875"/>
                    <a:pt x="599771" y="69706"/>
                    <a:pt x="454399" y="81801"/>
                  </a:cubicBezTo>
                  <a:cubicBezTo>
                    <a:pt x="309027" y="93896"/>
                    <a:pt x="198364" y="88121"/>
                    <a:pt x="79489" y="81801"/>
                  </a:cubicBezTo>
                  <a:cubicBezTo>
                    <a:pt x="35144" y="78919"/>
                    <a:pt x="-4737" y="63188"/>
                    <a:pt x="0" y="40896"/>
                  </a:cubicBezTo>
                  <a:lnTo>
                    <a:pt x="0" y="40896"/>
                  </a:lnTo>
                  <a:cubicBezTo>
                    <a:pt x="-1989" y="17955"/>
                    <a:pt x="35425" y="-1625"/>
                    <a:pt x="79489" y="0"/>
                  </a:cubicBezTo>
                  <a:cubicBezTo>
                    <a:pt x="270970" y="-17741"/>
                    <a:pt x="293235" y="6048"/>
                    <a:pt x="469702" y="0"/>
                  </a:cubicBezTo>
                  <a:cubicBezTo>
                    <a:pt x="646169" y="-6048"/>
                    <a:pt x="698915" y="4160"/>
                    <a:pt x="844612" y="0"/>
                  </a:cubicBezTo>
                  <a:cubicBezTo>
                    <a:pt x="885924" y="-1418"/>
                    <a:pt x="927461" y="15806"/>
                    <a:pt x="924102" y="40896"/>
                  </a:cubicBezTo>
                  <a:lnTo>
                    <a:pt x="924102" y="40896"/>
                  </a:lnTo>
                  <a:close/>
                </a:path>
                <a:path w="924102" h="81801" stroke="0" extrusionOk="0">
                  <a:moveTo>
                    <a:pt x="924102" y="40896"/>
                  </a:moveTo>
                  <a:cubicBezTo>
                    <a:pt x="921176" y="67113"/>
                    <a:pt x="897029" y="79118"/>
                    <a:pt x="844612" y="81801"/>
                  </a:cubicBezTo>
                  <a:cubicBezTo>
                    <a:pt x="699076" y="66261"/>
                    <a:pt x="573346" y="92061"/>
                    <a:pt x="477353" y="81801"/>
                  </a:cubicBezTo>
                  <a:cubicBezTo>
                    <a:pt x="381360" y="71541"/>
                    <a:pt x="206681" y="94953"/>
                    <a:pt x="79489" y="81801"/>
                  </a:cubicBezTo>
                  <a:cubicBezTo>
                    <a:pt x="37586" y="77781"/>
                    <a:pt x="1645" y="62810"/>
                    <a:pt x="0" y="40896"/>
                  </a:cubicBezTo>
                  <a:lnTo>
                    <a:pt x="0" y="40896"/>
                  </a:lnTo>
                  <a:cubicBezTo>
                    <a:pt x="-2241" y="16368"/>
                    <a:pt x="32380" y="-3340"/>
                    <a:pt x="79489" y="0"/>
                  </a:cubicBezTo>
                  <a:cubicBezTo>
                    <a:pt x="236291" y="1072"/>
                    <a:pt x="344771" y="16890"/>
                    <a:pt x="439097" y="0"/>
                  </a:cubicBezTo>
                  <a:cubicBezTo>
                    <a:pt x="533423" y="-16890"/>
                    <a:pt x="710799" y="5789"/>
                    <a:pt x="844612" y="0"/>
                  </a:cubicBezTo>
                  <a:cubicBezTo>
                    <a:pt x="889067" y="275"/>
                    <a:pt x="923916" y="16925"/>
                    <a:pt x="924102" y="40896"/>
                  </a:cubicBezTo>
                  <a:lnTo>
                    <a:pt x="924102" y="40896"/>
                  </a:lnTo>
                  <a:close/>
                </a:path>
              </a:pathLst>
            </a:custGeom>
            <a:solidFill>
              <a:srgbClr val="049BBD"/>
            </a:solidFill>
            <a:ln w="12700">
              <a:solidFill>
                <a:schemeClr val="tx1"/>
              </a:solidFill>
              <a:miter lim="400000"/>
            </a:ln>
          </p:spPr>
          <p:txBody>
            <a:bodyPr wrap="square" lIns="68559" tIns="34279" rIns="68559" bIns="34279" anchor="ctr">
              <a:spAutoFit/>
            </a:bodyPr>
            <a:lstStyle/>
            <a:p>
              <a:pPr>
                <a:lnSpc>
                  <a:spcPct val="150000"/>
                </a:lnSpc>
              </a:pPr>
              <a:endParaRPr sz="1350"/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68954" y="1848822"/>
            <a:ext cx="1321186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职业生涯</a:t>
            </a: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规划书撰写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5313193" y="1848822"/>
            <a:ext cx="1700640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企业实习和</a:t>
            </a: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生涯人物访谈</a:t>
            </a: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2468954" y="2980995"/>
            <a:ext cx="1321186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制作和</a:t>
            </a: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主题陈述</a:t>
            </a: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5502682" y="3110019"/>
            <a:ext cx="1321186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现场答辩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45530" y="1820417"/>
            <a:ext cx="1557809" cy="9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文字撰写能力</a:t>
            </a:r>
          </a:p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总结概括能力</a:t>
            </a:r>
          </a:p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逻辑思维能力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993837" y="2098573"/>
            <a:ext cx="1557809" cy="288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人际交往能力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3568" y="2915419"/>
            <a:ext cx="1557809" cy="92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制作水平</a:t>
            </a:r>
          </a:p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语言表达能力</a:t>
            </a:r>
          </a:p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自我展现与自信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921469" y="2995002"/>
            <a:ext cx="1557809" cy="6090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自我认知</a:t>
            </a:r>
          </a:p>
          <a:p>
            <a:pPr algn="ctr">
              <a:lnSpc>
                <a:spcPct val="130000"/>
              </a:lnSpc>
              <a:buSzPct val="25000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应变能力</a:t>
            </a:r>
          </a:p>
        </p:txBody>
      </p:sp>
      <p:sp>
        <p:nvSpPr>
          <p:cNvPr id="2" name="椭圆 1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28437" y="221261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组合 310"/>
          <p:cNvGrpSpPr/>
          <p:nvPr/>
        </p:nvGrpSpPr>
        <p:grpSpPr>
          <a:xfrm>
            <a:off x="-728429" y="197814"/>
            <a:ext cx="4385392" cy="645235"/>
            <a:chOff x="-260350" y="347637"/>
            <a:chExt cx="5848995" cy="860580"/>
          </a:xfrm>
          <a:gradFill>
            <a:gsLst>
              <a:gs pos="0">
                <a:schemeClr val="accent5"/>
              </a:gs>
              <a:gs pos="66000">
                <a:srgbClr val="8B6195">
                  <a:alpha val="0"/>
                </a:srgbClr>
              </a:gs>
              <a:gs pos="38000">
                <a:srgbClr val="B37190">
                  <a:alpha val="0"/>
                </a:srgbClr>
              </a:gs>
              <a:gs pos="100000">
                <a:schemeClr val="accent1"/>
              </a:gs>
            </a:gsLst>
            <a:lin ang="0" scaled="1"/>
          </a:gradFill>
        </p:grpSpPr>
        <p:sp>
          <p:nvSpPr>
            <p:cNvPr id="312" name="任意多边形: 形状 311"/>
            <p:cNvSpPr/>
            <p:nvPr/>
          </p:nvSpPr>
          <p:spPr>
            <a:xfrm>
              <a:off x="-260350" y="347637"/>
              <a:ext cx="3294210" cy="454282"/>
            </a:xfrm>
            <a:custGeom>
              <a:avLst/>
              <a:gdLst>
                <a:gd name="connsiteX0" fmla="*/ 3357 w 12190161"/>
                <a:gd name="connsiteY0" fmla="*/ 74428 h 6142467"/>
                <a:gd name="connsiteX1" fmla="*/ 55880 w 12190161"/>
                <a:gd name="connsiteY1" fmla="*/ 110831 h 6142467"/>
                <a:gd name="connsiteX2" fmla="*/ 229284 w 12190161"/>
                <a:gd name="connsiteY2" fmla="*/ 1366261 h 6142467"/>
                <a:gd name="connsiteX3" fmla="*/ 224893 w 12190161"/>
                <a:gd name="connsiteY3" fmla="*/ 1367589 h 6142467"/>
                <a:gd name="connsiteX4" fmla="*/ 191784 w 12190161"/>
                <a:gd name="connsiteY4" fmla="*/ 1438661 h 6142467"/>
                <a:gd name="connsiteX5" fmla="*/ 233965 w 12190161"/>
                <a:gd name="connsiteY5" fmla="*/ 1474197 h 6142467"/>
                <a:gd name="connsiteX6" fmla="*/ 165955 w 12190161"/>
                <a:gd name="connsiteY6" fmla="*/ 2833981 h 6142467"/>
                <a:gd name="connsiteX7" fmla="*/ 151394 w 12190161"/>
                <a:gd name="connsiteY7" fmla="*/ 2837101 h 6142467"/>
                <a:gd name="connsiteX8" fmla="*/ 118285 w 12190161"/>
                <a:gd name="connsiteY8" fmla="*/ 2908173 h 6142467"/>
                <a:gd name="connsiteX9" fmla="*/ 189357 w 12190161"/>
                <a:gd name="connsiteY9" fmla="*/ 2941282 h 6142467"/>
                <a:gd name="connsiteX10" fmla="*/ 209465 w 12190161"/>
                <a:gd name="connsiteY10" fmla="*/ 2928455 h 6142467"/>
                <a:gd name="connsiteX11" fmla="*/ 975307 w 12190161"/>
                <a:gd name="connsiteY11" fmla="*/ 3521587 h 6142467"/>
                <a:gd name="connsiteX12" fmla="*/ 971032 w 12190161"/>
                <a:gd name="connsiteY12" fmla="*/ 3568564 h 6142467"/>
                <a:gd name="connsiteX13" fmla="*/ 1042103 w 12190161"/>
                <a:gd name="connsiteY13" fmla="*/ 3601673 h 6142467"/>
                <a:gd name="connsiteX14" fmla="*/ 1058109 w 12190161"/>
                <a:gd name="connsiteY14" fmla="*/ 3592543 h 6142467"/>
                <a:gd name="connsiteX15" fmla="*/ 1540704 w 12190161"/>
                <a:gd name="connsiteY15" fmla="*/ 4049367 h 6142467"/>
                <a:gd name="connsiteX16" fmla="*/ 1533424 w 12190161"/>
                <a:gd name="connsiteY16" fmla="*/ 4100967 h 6142467"/>
                <a:gd name="connsiteX17" fmla="*/ 1559079 w 12190161"/>
                <a:gd name="connsiteY17" fmla="*/ 4130667 h 6142467"/>
                <a:gd name="connsiteX18" fmla="*/ 1223134 w 12190161"/>
                <a:gd name="connsiteY18" fmla="*/ 5001095 h 6142467"/>
                <a:gd name="connsiteX19" fmla="*/ 1191065 w 12190161"/>
                <a:gd name="connsiteY19" fmla="*/ 5002886 h 6142467"/>
                <a:gd name="connsiteX20" fmla="*/ 1157956 w 12190161"/>
                <a:gd name="connsiteY20" fmla="*/ 5073958 h 6142467"/>
                <a:gd name="connsiteX21" fmla="*/ 1214641 w 12190161"/>
                <a:gd name="connsiteY21" fmla="*/ 5110187 h 6142467"/>
                <a:gd name="connsiteX22" fmla="*/ 1362158 w 12190161"/>
                <a:gd name="connsiteY22" fmla="*/ 5793286 h 6142467"/>
                <a:gd name="connsiteX23" fmla="*/ 1361753 w 12190161"/>
                <a:gd name="connsiteY23" fmla="*/ 5793402 h 6142467"/>
                <a:gd name="connsiteX24" fmla="*/ 1328644 w 12190161"/>
                <a:gd name="connsiteY24" fmla="*/ 5864473 h 6142467"/>
                <a:gd name="connsiteX25" fmla="*/ 1399716 w 12190161"/>
                <a:gd name="connsiteY25" fmla="*/ 5897582 h 6142467"/>
                <a:gd name="connsiteX26" fmla="*/ 1432190 w 12190161"/>
                <a:gd name="connsiteY26" fmla="*/ 5865976 h 6142467"/>
                <a:gd name="connsiteX27" fmla="*/ 2273785 w 12190161"/>
                <a:gd name="connsiteY27" fmla="*/ 6080405 h 6142467"/>
                <a:gd name="connsiteX28" fmla="*/ 2276674 w 12190161"/>
                <a:gd name="connsiteY28" fmla="*/ 6106002 h 6142467"/>
                <a:gd name="connsiteX29" fmla="*/ 2347745 w 12190161"/>
                <a:gd name="connsiteY29" fmla="*/ 6139111 h 6142467"/>
                <a:gd name="connsiteX30" fmla="*/ 2380855 w 12190161"/>
                <a:gd name="connsiteY30" fmla="*/ 6068040 h 6142467"/>
                <a:gd name="connsiteX31" fmla="*/ 2379525 w 12190161"/>
                <a:gd name="connsiteY31" fmla="*/ 6064861 h 6142467"/>
                <a:gd name="connsiteX32" fmla="*/ 3889716 w 12190161"/>
                <a:gd name="connsiteY32" fmla="*/ 5157337 h 6142467"/>
                <a:gd name="connsiteX33" fmla="*/ 3893529 w 12190161"/>
                <a:gd name="connsiteY33" fmla="*/ 5161266 h 6142467"/>
                <a:gd name="connsiteX34" fmla="*/ 3896707 w 12190161"/>
                <a:gd name="connsiteY34" fmla="*/ 5153119 h 6142467"/>
                <a:gd name="connsiteX35" fmla="*/ 3921322 w 12190161"/>
                <a:gd name="connsiteY35" fmla="*/ 5138327 h 6142467"/>
                <a:gd name="connsiteX36" fmla="*/ 3901792 w 12190161"/>
                <a:gd name="connsiteY36" fmla="*/ 5140118 h 6142467"/>
                <a:gd name="connsiteX37" fmla="*/ 4279282 w 12190161"/>
                <a:gd name="connsiteY37" fmla="*/ 4174119 h 6142467"/>
                <a:gd name="connsiteX38" fmla="*/ 4311640 w 12190161"/>
                <a:gd name="connsiteY38" fmla="*/ 4172386 h 6142467"/>
                <a:gd name="connsiteX39" fmla="*/ 4348042 w 12190161"/>
                <a:gd name="connsiteY39" fmla="*/ 4121480 h 6142467"/>
                <a:gd name="connsiteX40" fmla="*/ 5166062 w 12190161"/>
                <a:gd name="connsiteY40" fmla="*/ 4032784 h 6142467"/>
                <a:gd name="connsiteX41" fmla="*/ 5167853 w 12190161"/>
                <a:gd name="connsiteY41" fmla="*/ 4038736 h 6142467"/>
                <a:gd name="connsiteX42" fmla="*/ 5238925 w 12190161"/>
                <a:gd name="connsiteY42" fmla="*/ 4071845 h 6142467"/>
                <a:gd name="connsiteX43" fmla="*/ 5274172 w 12190161"/>
                <a:gd name="connsiteY43" fmla="*/ 4008516 h 6142467"/>
                <a:gd name="connsiteX44" fmla="*/ 7462665 w 12190161"/>
                <a:gd name="connsiteY44" fmla="*/ 4467421 h 6142467"/>
                <a:gd name="connsiteX45" fmla="*/ 7465786 w 12190161"/>
                <a:gd name="connsiteY45" fmla="*/ 4490706 h 6142467"/>
                <a:gd name="connsiteX46" fmla="*/ 7536857 w 12190161"/>
                <a:gd name="connsiteY46" fmla="*/ 4523815 h 6142467"/>
                <a:gd name="connsiteX47" fmla="*/ 7569966 w 12190161"/>
                <a:gd name="connsiteY47" fmla="*/ 4452744 h 6142467"/>
                <a:gd name="connsiteX48" fmla="*/ 7549974 w 12190161"/>
                <a:gd name="connsiteY48" fmla="*/ 4426511 h 6142467"/>
                <a:gd name="connsiteX49" fmla="*/ 8418552 w 12190161"/>
                <a:gd name="connsiteY49" fmla="*/ 2792436 h 6142467"/>
                <a:gd name="connsiteX50" fmla="*/ 8456977 w 12190161"/>
                <a:gd name="connsiteY50" fmla="*/ 2792667 h 6142467"/>
                <a:gd name="connsiteX51" fmla="*/ 8484655 w 12190161"/>
                <a:gd name="connsiteY51" fmla="*/ 2770421 h 6142467"/>
                <a:gd name="connsiteX52" fmla="*/ 9193467 w 12190161"/>
                <a:gd name="connsiteY52" fmla="*/ 3104112 h 6142467"/>
                <a:gd name="connsiteX53" fmla="*/ 9194102 w 12190161"/>
                <a:gd name="connsiteY53" fmla="*/ 3139994 h 6142467"/>
                <a:gd name="connsiteX54" fmla="*/ 9265174 w 12190161"/>
                <a:gd name="connsiteY54" fmla="*/ 3173104 h 6142467"/>
                <a:gd name="connsiteX55" fmla="*/ 9301114 w 12190161"/>
                <a:gd name="connsiteY55" fmla="*/ 3128265 h 6142467"/>
                <a:gd name="connsiteX56" fmla="*/ 10014260 w 12190161"/>
                <a:gd name="connsiteY56" fmla="*/ 3129421 h 6142467"/>
                <a:gd name="connsiteX57" fmla="*/ 10017149 w 12190161"/>
                <a:gd name="connsiteY57" fmla="*/ 3141324 h 6142467"/>
                <a:gd name="connsiteX58" fmla="*/ 10088221 w 12190161"/>
                <a:gd name="connsiteY58" fmla="*/ 3174433 h 6142467"/>
                <a:gd name="connsiteX59" fmla="*/ 10121330 w 12190161"/>
                <a:gd name="connsiteY59" fmla="*/ 3103361 h 6142467"/>
                <a:gd name="connsiteX60" fmla="*/ 10118556 w 12190161"/>
                <a:gd name="connsiteY60" fmla="*/ 3097062 h 6142467"/>
                <a:gd name="connsiteX61" fmla="*/ 11175851 w 12190161"/>
                <a:gd name="connsiteY61" fmla="*/ 2369472 h 6142467"/>
                <a:gd name="connsiteX62" fmla="*/ 11236060 w 12190161"/>
                <a:gd name="connsiteY62" fmla="*/ 2384553 h 6142467"/>
                <a:gd name="connsiteX63" fmla="*/ 11269169 w 12190161"/>
                <a:gd name="connsiteY63" fmla="*/ 2313481 h 6142467"/>
                <a:gd name="connsiteX64" fmla="*/ 11228259 w 12190161"/>
                <a:gd name="connsiteY64" fmla="*/ 2278234 h 6142467"/>
                <a:gd name="connsiteX65" fmla="*/ 11282748 w 12190161"/>
                <a:gd name="connsiteY65" fmla="*/ 1544229 h 6142467"/>
                <a:gd name="connsiteX66" fmla="*/ 11301354 w 12190161"/>
                <a:gd name="connsiteY66" fmla="*/ 1540935 h 6142467"/>
                <a:gd name="connsiteX67" fmla="*/ 11336428 w 12190161"/>
                <a:gd name="connsiteY67" fmla="*/ 1476740 h 6142467"/>
                <a:gd name="connsiteX68" fmla="*/ 12081583 w 12190161"/>
                <a:gd name="connsiteY68" fmla="*/ 1276756 h 6142467"/>
                <a:gd name="connsiteX69" fmla="*/ 12082624 w 12190161"/>
                <a:gd name="connsiteY69" fmla="*/ 1280108 h 6142467"/>
                <a:gd name="connsiteX70" fmla="*/ 12153696 w 12190161"/>
                <a:gd name="connsiteY70" fmla="*/ 1313217 h 6142467"/>
                <a:gd name="connsiteX71" fmla="*/ 12186805 w 12190161"/>
                <a:gd name="connsiteY71" fmla="*/ 1242145 h 6142467"/>
                <a:gd name="connsiteX72" fmla="*/ 12115733 w 12190161"/>
                <a:gd name="connsiteY72" fmla="*/ 1209036 h 6142467"/>
                <a:gd name="connsiteX73" fmla="*/ 12110821 w 12190161"/>
                <a:gd name="connsiteY73" fmla="*/ 1211116 h 6142467"/>
                <a:gd name="connsiteX74" fmla="*/ 11920835 w 12190161"/>
                <a:gd name="connsiteY74" fmla="*/ 844200 h 6142467"/>
                <a:gd name="connsiteX75" fmla="*/ 11941348 w 12190161"/>
                <a:gd name="connsiteY75" fmla="*/ 779773 h 6142467"/>
                <a:gd name="connsiteX76" fmla="*/ 11870275 w 12190161"/>
                <a:gd name="connsiteY76" fmla="*/ 746664 h 6142467"/>
                <a:gd name="connsiteX77" fmla="*/ 11835201 w 12190161"/>
                <a:gd name="connsiteY77" fmla="*/ 786649 h 6142467"/>
                <a:gd name="connsiteX78" fmla="*/ 10900231 w 12190161"/>
                <a:gd name="connsiteY78" fmla="*/ 700843 h 6142467"/>
                <a:gd name="connsiteX79" fmla="*/ 10896937 w 12190161"/>
                <a:gd name="connsiteY79" fmla="*/ 683971 h 6142467"/>
                <a:gd name="connsiteX80" fmla="*/ 10825865 w 12190161"/>
                <a:gd name="connsiteY80" fmla="*/ 650862 h 6142467"/>
                <a:gd name="connsiteX81" fmla="*/ 10789579 w 12190161"/>
                <a:gd name="connsiteY81" fmla="*/ 698994 h 6142467"/>
                <a:gd name="connsiteX82" fmla="*/ 10632758 w 12190161"/>
                <a:gd name="connsiteY82" fmla="*/ 722511 h 6142467"/>
                <a:gd name="connsiteX83" fmla="*/ 9762735 w 12190161"/>
                <a:gd name="connsiteY83" fmla="*/ 853099 h 6142467"/>
                <a:gd name="connsiteX84" fmla="*/ 9692241 w 12190161"/>
                <a:gd name="connsiteY84" fmla="*/ 821261 h 6142467"/>
                <a:gd name="connsiteX85" fmla="*/ 9659132 w 12190161"/>
                <a:gd name="connsiteY85" fmla="*/ 892333 h 6142467"/>
                <a:gd name="connsiteX86" fmla="*/ 9673115 w 12190161"/>
                <a:gd name="connsiteY86" fmla="*/ 913539 h 6142467"/>
                <a:gd name="connsiteX87" fmla="*/ 9139729 w 12190161"/>
                <a:gd name="connsiteY87" fmla="*/ 1617150 h 6142467"/>
                <a:gd name="connsiteX88" fmla="*/ 9094139 w 12190161"/>
                <a:gd name="connsiteY88" fmla="*/ 1613625 h 6142467"/>
                <a:gd name="connsiteX89" fmla="*/ 9093966 w 12190161"/>
                <a:gd name="connsiteY89" fmla="*/ 1613683 h 6142467"/>
                <a:gd name="connsiteX90" fmla="*/ 8857637 w 12190161"/>
                <a:gd name="connsiteY90" fmla="*/ 1161192 h 6142467"/>
                <a:gd name="connsiteX91" fmla="*/ 7765789 w 12190161"/>
                <a:gd name="connsiteY91" fmla="*/ 1725954 h 6142467"/>
                <a:gd name="connsiteX92" fmla="*/ 7701304 w 12190161"/>
                <a:gd name="connsiteY92" fmla="*/ 1705441 h 6142467"/>
                <a:gd name="connsiteX93" fmla="*/ 7672413 w 12190161"/>
                <a:gd name="connsiteY93" fmla="*/ 1729536 h 6142467"/>
                <a:gd name="connsiteX94" fmla="*/ 7026064 w 12190161"/>
                <a:gd name="connsiteY94" fmla="*/ 1456458 h 6142467"/>
                <a:gd name="connsiteX95" fmla="*/ 7024793 w 12190161"/>
                <a:gd name="connsiteY95" fmla="*/ 1422714 h 6142467"/>
                <a:gd name="connsiteX96" fmla="*/ 6953721 w 12190161"/>
                <a:gd name="connsiteY96" fmla="*/ 1389605 h 6142467"/>
                <a:gd name="connsiteX97" fmla="*/ 6923790 w 12190161"/>
                <a:gd name="connsiteY97" fmla="*/ 1415722 h 6142467"/>
                <a:gd name="connsiteX98" fmla="*/ 5851183 w 12190161"/>
                <a:gd name="connsiteY98" fmla="*/ 1012692 h 6142467"/>
                <a:gd name="connsiteX99" fmla="*/ 5849334 w 12190161"/>
                <a:gd name="connsiteY99" fmla="*/ 981086 h 6142467"/>
                <a:gd name="connsiteX100" fmla="*/ 5778262 w 12190161"/>
                <a:gd name="connsiteY100" fmla="*/ 947977 h 6142467"/>
                <a:gd name="connsiteX101" fmla="*/ 5745153 w 12190161"/>
                <a:gd name="connsiteY101" fmla="*/ 1019049 h 6142467"/>
                <a:gd name="connsiteX102" fmla="*/ 5765955 w 12190161"/>
                <a:gd name="connsiteY102" fmla="*/ 1045744 h 6142467"/>
                <a:gd name="connsiteX103" fmla="*/ 5421285 w 12190161"/>
                <a:gd name="connsiteY103" fmla="*/ 1721678 h 6142467"/>
                <a:gd name="connsiteX104" fmla="*/ 5383727 w 12190161"/>
                <a:gd name="connsiteY104" fmla="*/ 1721793 h 6142467"/>
                <a:gd name="connsiteX105" fmla="*/ 5347844 w 12190161"/>
                <a:gd name="connsiteY105" fmla="*/ 1782002 h 6142467"/>
                <a:gd name="connsiteX106" fmla="*/ 3603001 w 12190161"/>
                <a:gd name="connsiteY106" fmla="*/ 2277483 h 6142467"/>
                <a:gd name="connsiteX107" fmla="*/ 3604966 w 12190161"/>
                <a:gd name="connsiteY107" fmla="*/ 2284359 h 6142467"/>
                <a:gd name="connsiteX108" fmla="*/ 3566079 w 12190161"/>
                <a:gd name="connsiteY108" fmla="*/ 2249516 h 6142467"/>
                <a:gd name="connsiteX109" fmla="*/ 3645067 w 12190161"/>
                <a:gd name="connsiteY109" fmla="*/ 1540242 h 6142467"/>
                <a:gd name="connsiteX110" fmla="*/ 3663037 w 12190161"/>
                <a:gd name="connsiteY110" fmla="*/ 1536948 h 6142467"/>
                <a:gd name="connsiteX111" fmla="*/ 3696146 w 12190161"/>
                <a:gd name="connsiteY111" fmla="*/ 1465877 h 6142467"/>
                <a:gd name="connsiteX112" fmla="*/ 3625074 w 12190161"/>
                <a:gd name="connsiteY112" fmla="*/ 1432768 h 6142467"/>
                <a:gd name="connsiteX113" fmla="*/ 3591156 w 12190161"/>
                <a:gd name="connsiteY113" fmla="*/ 1468477 h 6142467"/>
                <a:gd name="connsiteX114" fmla="*/ 2070854 w 12190161"/>
                <a:gd name="connsiteY114" fmla="*/ 1206147 h 6142467"/>
                <a:gd name="connsiteX115" fmla="*/ 2067561 w 12190161"/>
                <a:gd name="connsiteY115" fmla="*/ 1186616 h 6142467"/>
                <a:gd name="connsiteX116" fmla="*/ 2019081 w 12190161"/>
                <a:gd name="connsiteY116" fmla="*/ 1150271 h 6142467"/>
                <a:gd name="connsiteX117" fmla="*/ 1993079 w 12190161"/>
                <a:gd name="connsiteY117" fmla="*/ 498144 h 6142467"/>
                <a:gd name="connsiteX118" fmla="*/ 1999724 w 12190161"/>
                <a:gd name="connsiteY118" fmla="*/ 496237 h 6142467"/>
                <a:gd name="connsiteX119" fmla="*/ 2032833 w 12190161"/>
                <a:gd name="connsiteY119" fmla="*/ 425165 h 6142467"/>
                <a:gd name="connsiteX120" fmla="*/ 1961762 w 12190161"/>
                <a:gd name="connsiteY120" fmla="*/ 392056 h 6142467"/>
                <a:gd name="connsiteX121" fmla="*/ 1929404 w 12190161"/>
                <a:gd name="connsiteY121" fmla="*/ 423432 h 6142467"/>
                <a:gd name="connsiteX122" fmla="*/ 110716 w 12190161"/>
                <a:gd name="connsiteY122" fmla="*/ 59232 h 6142467"/>
                <a:gd name="connsiteX123" fmla="*/ 107538 w 12190161"/>
                <a:gd name="connsiteY123" fmla="*/ 36466 h 6142467"/>
                <a:gd name="connsiteX124" fmla="*/ 36466 w 12190161"/>
                <a:gd name="connsiteY124" fmla="*/ 3357 h 6142467"/>
                <a:gd name="connsiteX125" fmla="*/ 3357 w 12190161"/>
                <a:gd name="connsiteY125" fmla="*/ 74428 h 6142467"/>
                <a:gd name="connsiteX126" fmla="*/ 70037 w 12190161"/>
                <a:gd name="connsiteY126" fmla="*/ 108867 h 6142467"/>
                <a:gd name="connsiteX127" fmla="*/ 74428 w 12190161"/>
                <a:gd name="connsiteY127" fmla="*/ 107538 h 6142467"/>
                <a:gd name="connsiteX128" fmla="*/ 99217 w 12190161"/>
                <a:gd name="connsiteY128" fmla="*/ 89394 h 6142467"/>
                <a:gd name="connsiteX129" fmla="*/ 1321306 w 12190161"/>
                <a:gd name="connsiteY129" fmla="*/ 805891 h 6142467"/>
                <a:gd name="connsiteX130" fmla="*/ 288280 w 12190161"/>
                <a:gd name="connsiteY130" fmla="*/ 1386542 h 6142467"/>
                <a:gd name="connsiteX131" fmla="*/ 243441 w 12190161"/>
                <a:gd name="connsiteY131" fmla="*/ 1364296 h 6142467"/>
                <a:gd name="connsiteX132" fmla="*/ 70037 w 12190161"/>
                <a:gd name="connsiteY132" fmla="*/ 108867 h 6142467"/>
                <a:gd name="connsiteX133" fmla="*/ 1964824 w 12190161"/>
                <a:gd name="connsiteY133" fmla="*/ 1183207 h 6142467"/>
                <a:gd name="connsiteX134" fmla="*/ 1960028 w 12190161"/>
                <a:gd name="connsiteY134" fmla="*/ 1203200 h 6142467"/>
                <a:gd name="connsiteX135" fmla="*/ 297582 w 12190161"/>
                <a:gd name="connsiteY135" fmla="*/ 1405957 h 6142467"/>
                <a:gd name="connsiteX136" fmla="*/ 295965 w 12190161"/>
                <a:gd name="connsiteY136" fmla="*/ 1400756 h 6142467"/>
                <a:gd name="connsiteX137" fmla="*/ 295213 w 12190161"/>
                <a:gd name="connsiteY137" fmla="*/ 1399023 h 6142467"/>
                <a:gd name="connsiteX138" fmla="*/ 1335520 w 12190161"/>
                <a:gd name="connsiteY138" fmla="*/ 814269 h 6142467"/>
                <a:gd name="connsiteX139" fmla="*/ 1964824 w 12190161"/>
                <a:gd name="connsiteY139" fmla="*/ 1183207 h 6142467"/>
                <a:gd name="connsiteX140" fmla="*/ 3617389 w 12190161"/>
                <a:gd name="connsiteY140" fmla="*/ 1533597 h 6142467"/>
                <a:gd name="connsiteX141" fmla="*/ 3125376 w 12190161"/>
                <a:gd name="connsiteY141" fmla="*/ 2794054 h 6142467"/>
                <a:gd name="connsiteX142" fmla="*/ 3093075 w 12190161"/>
                <a:gd name="connsiteY142" fmla="*/ 2795787 h 6142467"/>
                <a:gd name="connsiteX143" fmla="*/ 3087471 w 12190161"/>
                <a:gd name="connsiteY143" fmla="*/ 2798214 h 6142467"/>
                <a:gd name="connsiteX144" fmla="*/ 2746094 w 12190161"/>
                <a:gd name="connsiteY144" fmla="*/ 2287017 h 6142467"/>
                <a:gd name="connsiteX145" fmla="*/ 3607566 w 12190161"/>
                <a:gd name="connsiteY145" fmla="*/ 1526779 h 6142467"/>
                <a:gd name="connsiteX146" fmla="*/ 3617389 w 12190161"/>
                <a:gd name="connsiteY146" fmla="*/ 1533597 h 6142467"/>
                <a:gd name="connsiteX147" fmla="*/ 11650530 w 12190161"/>
                <a:gd name="connsiteY147" fmla="*/ 1059323 h 6142467"/>
                <a:gd name="connsiteX148" fmla="*/ 11313141 w 12190161"/>
                <a:gd name="connsiteY148" fmla="*/ 1442995 h 6142467"/>
                <a:gd name="connsiteX149" fmla="*/ 11263275 w 12190161"/>
                <a:gd name="connsiteY149" fmla="*/ 1436870 h 6142467"/>
                <a:gd name="connsiteX150" fmla="*/ 11262986 w 12190161"/>
                <a:gd name="connsiteY150" fmla="*/ 1436986 h 6142467"/>
                <a:gd name="connsiteX151" fmla="*/ 10882261 w 12190161"/>
                <a:gd name="connsiteY151" fmla="*/ 743775 h 6142467"/>
                <a:gd name="connsiteX152" fmla="*/ 10892315 w 12190161"/>
                <a:gd name="connsiteY152" fmla="*/ 731352 h 6142467"/>
                <a:gd name="connsiteX153" fmla="*/ 11650530 w 12190161"/>
                <a:gd name="connsiteY153" fmla="*/ 1059323 h 6142467"/>
                <a:gd name="connsiteX154" fmla="*/ 9507512 w 12190161"/>
                <a:gd name="connsiteY154" fmla="*/ 2924005 h 6142467"/>
                <a:gd name="connsiteX155" fmla="*/ 10543716 w 12190161"/>
                <a:gd name="connsiteY155" fmla="*/ 2106448 h 6142467"/>
                <a:gd name="connsiteX156" fmla="*/ 10551979 w 12190161"/>
                <a:gd name="connsiteY156" fmla="*/ 2113093 h 6142467"/>
                <a:gd name="connsiteX157" fmla="*/ 10086776 w 12190161"/>
                <a:gd name="connsiteY157" fmla="*/ 3069963 h 6142467"/>
                <a:gd name="connsiteX158" fmla="*/ 10050200 w 12190161"/>
                <a:gd name="connsiteY158" fmla="*/ 3070425 h 6142467"/>
                <a:gd name="connsiteX159" fmla="*/ 10019460 w 12190161"/>
                <a:gd name="connsiteY159" fmla="*/ 3098045 h 6142467"/>
                <a:gd name="connsiteX160" fmla="*/ 9507512 w 12190161"/>
                <a:gd name="connsiteY160" fmla="*/ 2924005 h 6142467"/>
                <a:gd name="connsiteX161" fmla="*/ 2309725 w 12190161"/>
                <a:gd name="connsiteY161" fmla="*/ 6034873 h 6142467"/>
                <a:gd name="connsiteX162" fmla="*/ 2293199 w 12190161"/>
                <a:gd name="connsiteY162" fmla="*/ 6044464 h 6142467"/>
                <a:gd name="connsiteX163" fmla="*/ 1851167 w 12190161"/>
                <a:gd name="connsiteY163" fmla="*/ 5636697 h 6142467"/>
                <a:gd name="connsiteX164" fmla="*/ 2594532 w 12190161"/>
                <a:gd name="connsiteY164" fmla="*/ 5294454 h 6142467"/>
                <a:gd name="connsiteX165" fmla="*/ 2339887 w 12190161"/>
                <a:gd name="connsiteY165" fmla="*/ 6032677 h 6142467"/>
                <a:gd name="connsiteX166" fmla="*/ 2309725 w 12190161"/>
                <a:gd name="connsiteY166" fmla="*/ 6034873 h 6142467"/>
                <a:gd name="connsiteX167" fmla="*/ 2019544 w 12190161"/>
                <a:gd name="connsiteY167" fmla="*/ 1260982 h 6142467"/>
                <a:gd name="connsiteX168" fmla="*/ 2316948 w 12190161"/>
                <a:gd name="connsiteY168" fmla="*/ 2587367 h 6142467"/>
                <a:gd name="connsiteX169" fmla="*/ 2303369 w 12190161"/>
                <a:gd name="connsiteY169" fmla="*/ 2594590 h 6142467"/>
                <a:gd name="connsiteX170" fmla="*/ 1517129 w 12190161"/>
                <a:gd name="connsiteY170" fmla="*/ 1762356 h 6142467"/>
                <a:gd name="connsiteX171" fmla="*/ 1981928 w 12190161"/>
                <a:gd name="connsiteY171" fmla="*/ 1249830 h 6142467"/>
                <a:gd name="connsiteX172" fmla="*/ 2019544 w 12190161"/>
                <a:gd name="connsiteY172" fmla="*/ 1260982 h 6142467"/>
                <a:gd name="connsiteX173" fmla="*/ 5421574 w 12190161"/>
                <a:gd name="connsiteY173" fmla="*/ 1826090 h 6142467"/>
                <a:gd name="connsiteX174" fmla="*/ 5429433 w 12190161"/>
                <a:gd name="connsiteY174" fmla="*/ 1822449 h 6142467"/>
                <a:gd name="connsiteX175" fmla="*/ 5491432 w 12190161"/>
                <a:gd name="connsiteY175" fmla="*/ 1906638 h 6142467"/>
                <a:gd name="connsiteX176" fmla="*/ 5255335 w 12190161"/>
                <a:gd name="connsiteY176" fmla="*/ 2624117 h 6142467"/>
                <a:gd name="connsiteX177" fmla="*/ 5399790 w 12190161"/>
                <a:gd name="connsiteY177" fmla="*/ 1829383 h 6142467"/>
                <a:gd name="connsiteX178" fmla="*/ 5421574 w 12190161"/>
                <a:gd name="connsiteY178" fmla="*/ 1826090 h 6142467"/>
                <a:gd name="connsiteX179" fmla="*/ 5794961 w 12190161"/>
                <a:gd name="connsiteY179" fmla="*/ 1055567 h 6142467"/>
                <a:gd name="connsiteX180" fmla="*/ 5917922 w 12190161"/>
                <a:gd name="connsiteY180" fmla="*/ 2435805 h 6142467"/>
                <a:gd name="connsiteX181" fmla="*/ 5910930 w 12190161"/>
                <a:gd name="connsiteY181" fmla="*/ 2437770 h 6142467"/>
                <a:gd name="connsiteX182" fmla="*/ 5903071 w 12190161"/>
                <a:gd name="connsiteY182" fmla="*/ 2441410 h 6142467"/>
                <a:gd name="connsiteX183" fmla="*/ 5507265 w 12190161"/>
                <a:gd name="connsiteY183" fmla="*/ 1904038 h 6142467"/>
                <a:gd name="connsiteX184" fmla="*/ 5786756 w 12190161"/>
                <a:gd name="connsiteY184" fmla="*/ 1054527 h 6142467"/>
                <a:gd name="connsiteX185" fmla="*/ 5794961 w 12190161"/>
                <a:gd name="connsiteY185" fmla="*/ 1055567 h 6142467"/>
                <a:gd name="connsiteX186" fmla="*/ 6972038 w 12190161"/>
                <a:gd name="connsiteY186" fmla="*/ 1497194 h 6142467"/>
                <a:gd name="connsiteX187" fmla="*/ 7080033 w 12190161"/>
                <a:gd name="connsiteY187" fmla="*/ 2398478 h 6142467"/>
                <a:gd name="connsiteX188" fmla="*/ 7074659 w 12190161"/>
                <a:gd name="connsiteY188" fmla="*/ 2400154 h 6142467"/>
                <a:gd name="connsiteX189" fmla="*/ 7062351 w 12190161"/>
                <a:gd name="connsiteY189" fmla="*/ 2406510 h 6142467"/>
                <a:gd name="connsiteX190" fmla="*/ 6570685 w 12190161"/>
                <a:gd name="connsiteY190" fmla="*/ 1855847 h 6142467"/>
                <a:gd name="connsiteX191" fmla="*/ 6938871 w 12190161"/>
                <a:gd name="connsiteY191" fmla="*/ 1485812 h 6142467"/>
                <a:gd name="connsiteX192" fmla="*/ 6972038 w 12190161"/>
                <a:gd name="connsiteY192" fmla="*/ 1497194 h 6142467"/>
                <a:gd name="connsiteX193" fmla="*/ 8636159 w 12190161"/>
                <a:gd name="connsiteY193" fmla="*/ 2411132 h 6142467"/>
                <a:gd name="connsiteX194" fmla="*/ 8461080 w 12190161"/>
                <a:gd name="connsiteY194" fmla="*/ 2690393 h 6142467"/>
                <a:gd name="connsiteX195" fmla="*/ 8418957 w 12190161"/>
                <a:gd name="connsiteY195" fmla="*/ 2688659 h 6142467"/>
                <a:gd name="connsiteX196" fmla="*/ 8411445 w 12190161"/>
                <a:gd name="connsiteY196" fmla="*/ 2692126 h 6142467"/>
                <a:gd name="connsiteX197" fmla="*/ 7760820 w 12190161"/>
                <a:gd name="connsiteY197" fmla="*/ 1795407 h 6142467"/>
                <a:gd name="connsiteX198" fmla="*/ 7762958 w 12190161"/>
                <a:gd name="connsiteY198" fmla="*/ 1792981 h 6142467"/>
                <a:gd name="connsiteX199" fmla="*/ 8636159 w 12190161"/>
                <a:gd name="connsiteY199" fmla="*/ 2411132 h 6142467"/>
                <a:gd name="connsiteX200" fmla="*/ 9112803 w 12190161"/>
                <a:gd name="connsiteY200" fmla="*/ 1721273 h 6142467"/>
                <a:gd name="connsiteX201" fmla="*/ 9206121 w 12190161"/>
                <a:gd name="connsiteY201" fmla="*/ 2428814 h 6142467"/>
                <a:gd name="connsiteX202" fmla="*/ 9254658 w 12190161"/>
                <a:gd name="connsiteY202" fmla="*/ 2796943 h 6142467"/>
                <a:gd name="connsiteX203" fmla="*/ 9249977 w 12190161"/>
                <a:gd name="connsiteY203" fmla="*/ 2798387 h 6142467"/>
                <a:gd name="connsiteX204" fmla="*/ 9228251 w 12190161"/>
                <a:gd name="connsiteY204" fmla="*/ 2812891 h 6142467"/>
                <a:gd name="connsiteX205" fmla="*/ 8655400 w 12190161"/>
                <a:gd name="connsiteY205" fmla="*/ 2407319 h 6142467"/>
                <a:gd name="connsiteX206" fmla="*/ 9088939 w 12190161"/>
                <a:gd name="connsiteY206" fmla="*/ 1715842 h 6142467"/>
                <a:gd name="connsiteX207" fmla="*/ 9112803 w 12190161"/>
                <a:gd name="connsiteY207" fmla="*/ 1721273 h 6142467"/>
                <a:gd name="connsiteX208" fmla="*/ 9762966 w 12190161"/>
                <a:gd name="connsiteY208" fmla="*/ 893026 h 6142467"/>
                <a:gd name="connsiteX209" fmla="*/ 10729370 w 12190161"/>
                <a:gd name="connsiteY209" fmla="*/ 1273636 h 6142467"/>
                <a:gd name="connsiteX210" fmla="*/ 10585897 w 12190161"/>
                <a:gd name="connsiteY210" fmla="*/ 2011512 h 6142467"/>
                <a:gd name="connsiteX211" fmla="*/ 10563478 w 12190161"/>
                <a:gd name="connsiteY211" fmla="*/ 2014748 h 6142467"/>
                <a:gd name="connsiteX212" fmla="*/ 10556082 w 12190161"/>
                <a:gd name="connsiteY212" fmla="*/ 2018099 h 6142467"/>
                <a:gd name="connsiteX213" fmla="*/ 9754934 w 12190161"/>
                <a:gd name="connsiteY213" fmla="*/ 907414 h 6142467"/>
                <a:gd name="connsiteX214" fmla="*/ 9762966 w 12190161"/>
                <a:gd name="connsiteY214" fmla="*/ 893026 h 6142467"/>
                <a:gd name="connsiteX215" fmla="*/ 10863655 w 12190161"/>
                <a:gd name="connsiteY215" fmla="*/ 755158 h 6142467"/>
                <a:gd name="connsiteX216" fmla="*/ 10870474 w 12190161"/>
                <a:gd name="connsiteY216" fmla="*/ 752096 h 6142467"/>
                <a:gd name="connsiteX217" fmla="*/ 11250332 w 12190161"/>
                <a:gd name="connsiteY217" fmla="*/ 1443746 h 6142467"/>
                <a:gd name="connsiteX218" fmla="*/ 11236349 w 12190161"/>
                <a:gd name="connsiteY218" fmla="*/ 1458018 h 6142467"/>
                <a:gd name="connsiteX219" fmla="*/ 10745607 w 12190161"/>
                <a:gd name="connsiteY219" fmla="*/ 1264738 h 6142467"/>
                <a:gd name="connsiteX220" fmla="*/ 10844067 w 12190161"/>
                <a:gd name="connsiteY220" fmla="*/ 758452 h 6142467"/>
                <a:gd name="connsiteX221" fmla="*/ 10863655 w 12190161"/>
                <a:gd name="connsiteY221" fmla="*/ 755158 h 6142467"/>
                <a:gd name="connsiteX222" fmla="*/ 10599880 w 12190161"/>
                <a:gd name="connsiteY222" fmla="*/ 2014228 h 6142467"/>
                <a:gd name="connsiteX223" fmla="*/ 10742833 w 12190161"/>
                <a:gd name="connsiteY223" fmla="*/ 1278894 h 6142467"/>
                <a:gd name="connsiteX224" fmla="*/ 11229877 w 12190161"/>
                <a:gd name="connsiteY224" fmla="*/ 1470730 h 6142467"/>
                <a:gd name="connsiteX225" fmla="*/ 11230109 w 12190161"/>
                <a:gd name="connsiteY225" fmla="*/ 1507884 h 6142467"/>
                <a:gd name="connsiteX226" fmla="*/ 11232420 w 12190161"/>
                <a:gd name="connsiteY226" fmla="*/ 1513258 h 6142467"/>
                <a:gd name="connsiteX227" fmla="*/ 10619873 w 12190161"/>
                <a:gd name="connsiteY227" fmla="*/ 2026015 h 6142467"/>
                <a:gd name="connsiteX228" fmla="*/ 10599880 w 12190161"/>
                <a:gd name="connsiteY228" fmla="*/ 2014228 h 6142467"/>
                <a:gd name="connsiteX229" fmla="*/ 10530311 w 12190161"/>
                <a:gd name="connsiteY229" fmla="*/ 2085762 h 6142467"/>
                <a:gd name="connsiteX230" fmla="*/ 10531582 w 12190161"/>
                <a:gd name="connsiteY230" fmla="*/ 2088767 h 6142467"/>
                <a:gd name="connsiteX231" fmla="*/ 10107809 w 12190161"/>
                <a:gd name="connsiteY231" fmla="*/ 2341621 h 6142467"/>
                <a:gd name="connsiteX232" fmla="*/ 9312498 w 12190161"/>
                <a:gd name="connsiteY232" fmla="*/ 2816126 h 6142467"/>
                <a:gd name="connsiteX233" fmla="*/ 9288056 w 12190161"/>
                <a:gd name="connsiteY233" fmla="*/ 2798387 h 6142467"/>
                <a:gd name="connsiteX234" fmla="*/ 9517508 w 12190161"/>
                <a:gd name="connsiteY234" fmla="*/ 1782926 h 6142467"/>
                <a:gd name="connsiteX235" fmla="*/ 10527480 w 12190161"/>
                <a:gd name="connsiteY235" fmla="*/ 2059182 h 6142467"/>
                <a:gd name="connsiteX236" fmla="*/ 10530311 w 12190161"/>
                <a:gd name="connsiteY236" fmla="*/ 2085762 h 6142467"/>
                <a:gd name="connsiteX237" fmla="*/ 9220047 w 12190161"/>
                <a:gd name="connsiteY237" fmla="*/ 2824505 h 6142467"/>
                <a:gd name="connsiteX238" fmla="*/ 9215424 w 12190161"/>
                <a:gd name="connsiteY238" fmla="*/ 2836119 h 6142467"/>
                <a:gd name="connsiteX239" fmla="*/ 8493207 w 12190161"/>
                <a:gd name="connsiteY239" fmla="*/ 2740779 h 6142467"/>
                <a:gd name="connsiteX240" fmla="*/ 8489913 w 12190161"/>
                <a:gd name="connsiteY240" fmla="*/ 2721653 h 6142467"/>
                <a:gd name="connsiteX241" fmla="*/ 8473041 w 12190161"/>
                <a:gd name="connsiteY241" fmla="*/ 2697904 h 6142467"/>
                <a:gd name="connsiteX242" fmla="*/ 8647716 w 12190161"/>
                <a:gd name="connsiteY242" fmla="*/ 2419280 h 6142467"/>
                <a:gd name="connsiteX243" fmla="*/ 9220047 w 12190161"/>
                <a:gd name="connsiteY243" fmla="*/ 2824505 h 6142467"/>
                <a:gd name="connsiteX244" fmla="*/ 5249846 w 12190161"/>
                <a:gd name="connsiteY244" fmla="*/ 3973326 h 6142467"/>
                <a:gd name="connsiteX245" fmla="*/ 5717302 w 12190161"/>
                <a:gd name="connsiteY245" fmla="*/ 2990859 h 6142467"/>
                <a:gd name="connsiteX246" fmla="*/ 6087454 w 12190161"/>
                <a:gd name="connsiteY246" fmla="*/ 3184487 h 6142467"/>
                <a:gd name="connsiteX247" fmla="*/ 6087049 w 12190161"/>
                <a:gd name="connsiteY247" fmla="*/ 3223316 h 6142467"/>
                <a:gd name="connsiteX248" fmla="*/ 6092712 w 12190161"/>
                <a:gd name="connsiteY248" fmla="*/ 3234583 h 6142467"/>
                <a:gd name="connsiteX249" fmla="*/ 5256144 w 12190161"/>
                <a:gd name="connsiteY249" fmla="*/ 3978007 h 6142467"/>
                <a:gd name="connsiteX250" fmla="*/ 5249846 w 12190161"/>
                <a:gd name="connsiteY250" fmla="*/ 3973326 h 6142467"/>
                <a:gd name="connsiteX251" fmla="*/ 5236152 w 12190161"/>
                <a:gd name="connsiteY251" fmla="*/ 3006056 h 6142467"/>
                <a:gd name="connsiteX252" fmla="*/ 5238232 w 12190161"/>
                <a:gd name="connsiteY252" fmla="*/ 2779088 h 6142467"/>
                <a:gd name="connsiteX253" fmla="*/ 5248922 w 12190161"/>
                <a:gd name="connsiteY253" fmla="*/ 2776372 h 6142467"/>
                <a:gd name="connsiteX254" fmla="*/ 5273421 w 12190161"/>
                <a:gd name="connsiteY254" fmla="*/ 2758633 h 6142467"/>
                <a:gd name="connsiteX255" fmla="*/ 5704648 w 12190161"/>
                <a:gd name="connsiteY255" fmla="*/ 2984214 h 6142467"/>
                <a:gd name="connsiteX256" fmla="*/ 5236961 w 12190161"/>
                <a:gd name="connsiteY256" fmla="*/ 3967144 h 6142467"/>
                <a:gd name="connsiteX257" fmla="*/ 5227427 w 12190161"/>
                <a:gd name="connsiteY257" fmla="*/ 3964890 h 6142467"/>
                <a:gd name="connsiteX258" fmla="*/ 5236152 w 12190161"/>
                <a:gd name="connsiteY258" fmla="*/ 3006056 h 6142467"/>
                <a:gd name="connsiteX259" fmla="*/ 1262080 w 12190161"/>
                <a:gd name="connsiteY259" fmla="*/ 5035937 h 6142467"/>
                <a:gd name="connsiteX260" fmla="*/ 1241451 w 12190161"/>
                <a:gd name="connsiteY260" fmla="*/ 5009300 h 6142467"/>
                <a:gd name="connsiteX261" fmla="*/ 1666438 w 12190161"/>
                <a:gd name="connsiteY261" fmla="*/ 4182208 h 6142467"/>
                <a:gd name="connsiteX262" fmla="*/ 2608458 w 12190161"/>
                <a:gd name="connsiteY262" fmla="*/ 5224769 h 6142467"/>
                <a:gd name="connsiteX263" fmla="*/ 2597248 w 12190161"/>
                <a:gd name="connsiteY263" fmla="*/ 5245917 h 6142467"/>
                <a:gd name="connsiteX264" fmla="*/ 1265373 w 12190161"/>
                <a:gd name="connsiteY264" fmla="*/ 5055583 h 6142467"/>
                <a:gd name="connsiteX265" fmla="*/ 1262080 w 12190161"/>
                <a:gd name="connsiteY265" fmla="*/ 5035937 h 6142467"/>
                <a:gd name="connsiteX266" fmla="*/ 1075155 w 12190161"/>
                <a:gd name="connsiteY266" fmla="*/ 3530659 h 6142467"/>
                <a:gd name="connsiteX267" fmla="*/ 1063656 w 12190161"/>
                <a:gd name="connsiteY267" fmla="*/ 3511880 h 6142467"/>
                <a:gd name="connsiteX268" fmla="*/ 1534290 w 12190161"/>
                <a:gd name="connsiteY268" fmla="*/ 2945096 h 6142467"/>
                <a:gd name="connsiteX269" fmla="*/ 1559368 w 12190161"/>
                <a:gd name="connsiteY269" fmla="*/ 2953474 h 6142467"/>
                <a:gd name="connsiteX270" fmla="*/ 1569018 w 12190161"/>
                <a:gd name="connsiteY270" fmla="*/ 3528405 h 6142467"/>
                <a:gd name="connsiteX271" fmla="*/ 1077755 w 12190161"/>
                <a:gd name="connsiteY271" fmla="*/ 3541059 h 6142467"/>
                <a:gd name="connsiteX272" fmla="*/ 1075155 w 12190161"/>
                <a:gd name="connsiteY272" fmla="*/ 3530659 h 6142467"/>
                <a:gd name="connsiteX273" fmla="*/ 1231628 w 12190161"/>
                <a:gd name="connsiteY273" fmla="*/ 1502510 h 6142467"/>
                <a:gd name="connsiteX274" fmla="*/ 1245207 w 12190161"/>
                <a:gd name="connsiteY274" fmla="*/ 1495230 h 6142467"/>
                <a:gd name="connsiteX275" fmla="*/ 1497715 w 12190161"/>
                <a:gd name="connsiteY275" fmla="*/ 1762529 h 6142467"/>
                <a:gd name="connsiteX276" fmla="*/ 1210596 w 12190161"/>
                <a:gd name="connsiteY276" fmla="*/ 2079175 h 6142467"/>
                <a:gd name="connsiteX277" fmla="*/ 1187656 w 12190161"/>
                <a:gd name="connsiteY277" fmla="*/ 2070045 h 6142467"/>
                <a:gd name="connsiteX278" fmla="*/ 1216952 w 12190161"/>
                <a:gd name="connsiteY278" fmla="*/ 1505688 h 6142467"/>
                <a:gd name="connsiteX279" fmla="*/ 1231628 w 12190161"/>
                <a:gd name="connsiteY279" fmla="*/ 1502510 h 6142467"/>
                <a:gd name="connsiteX280" fmla="*/ 3110814 w 12190161"/>
                <a:gd name="connsiteY280" fmla="*/ 2903204 h 6142467"/>
                <a:gd name="connsiteX281" fmla="*/ 3143692 w 12190161"/>
                <a:gd name="connsiteY281" fmla="*/ 3571048 h 6142467"/>
                <a:gd name="connsiteX282" fmla="*/ 3141554 w 12190161"/>
                <a:gd name="connsiteY282" fmla="*/ 3571684 h 6142467"/>
                <a:gd name="connsiteX283" fmla="*/ 3130691 w 12190161"/>
                <a:gd name="connsiteY283" fmla="*/ 3577057 h 6142467"/>
                <a:gd name="connsiteX284" fmla="*/ 2723964 w 12190161"/>
                <a:gd name="connsiteY284" fmla="*/ 3091516 h 6142467"/>
                <a:gd name="connsiteX285" fmla="*/ 3068749 w 12190161"/>
                <a:gd name="connsiteY285" fmla="*/ 2882402 h 6142467"/>
                <a:gd name="connsiteX286" fmla="*/ 3110814 w 12190161"/>
                <a:gd name="connsiteY286" fmla="*/ 2903204 h 6142467"/>
                <a:gd name="connsiteX287" fmla="*/ 7739094 w 12190161"/>
                <a:gd name="connsiteY287" fmla="*/ 1809795 h 6142467"/>
                <a:gd name="connsiteX288" fmla="*/ 7749784 w 12190161"/>
                <a:gd name="connsiteY288" fmla="*/ 1804537 h 6142467"/>
                <a:gd name="connsiteX289" fmla="*/ 8399831 w 12190161"/>
                <a:gd name="connsiteY289" fmla="*/ 2700447 h 6142467"/>
                <a:gd name="connsiteX290" fmla="*/ 8385617 w 12190161"/>
                <a:gd name="connsiteY290" fmla="*/ 2722231 h 6142467"/>
                <a:gd name="connsiteX291" fmla="*/ 7505193 w 12190161"/>
                <a:gd name="connsiteY291" fmla="*/ 2533284 h 6142467"/>
                <a:gd name="connsiteX292" fmla="*/ 7714710 w 12190161"/>
                <a:gd name="connsiteY292" fmla="*/ 1812800 h 6142467"/>
                <a:gd name="connsiteX293" fmla="*/ 7739094 w 12190161"/>
                <a:gd name="connsiteY293" fmla="*/ 1809795 h 6142467"/>
                <a:gd name="connsiteX294" fmla="*/ 7227897 w 12190161"/>
                <a:gd name="connsiteY294" fmla="*/ 3435838 h 6142467"/>
                <a:gd name="connsiteX295" fmla="*/ 7219865 w 12190161"/>
                <a:gd name="connsiteY295" fmla="*/ 3435203 h 6142467"/>
                <a:gd name="connsiteX296" fmla="*/ 7153300 w 12190161"/>
                <a:gd name="connsiteY296" fmla="*/ 2885407 h 6142467"/>
                <a:gd name="connsiteX297" fmla="*/ 7107364 w 12190161"/>
                <a:gd name="connsiteY297" fmla="*/ 2505895 h 6142467"/>
                <a:gd name="connsiteX298" fmla="*/ 7112621 w 12190161"/>
                <a:gd name="connsiteY298" fmla="*/ 2504277 h 6142467"/>
                <a:gd name="connsiteX299" fmla="*/ 7145904 w 12190161"/>
                <a:gd name="connsiteY299" fmla="*/ 2470706 h 6142467"/>
                <a:gd name="connsiteX300" fmla="*/ 7487280 w 12190161"/>
                <a:gd name="connsiteY300" fmla="*/ 2543973 h 6142467"/>
                <a:gd name="connsiteX301" fmla="*/ 7227897 w 12190161"/>
                <a:gd name="connsiteY301" fmla="*/ 3435838 h 6142467"/>
                <a:gd name="connsiteX302" fmla="*/ 5723427 w 12190161"/>
                <a:gd name="connsiteY302" fmla="*/ 2977974 h 6142467"/>
                <a:gd name="connsiteX303" fmla="*/ 5929305 w 12190161"/>
                <a:gd name="connsiteY303" fmla="*/ 2545244 h 6142467"/>
                <a:gd name="connsiteX304" fmla="*/ 5948951 w 12190161"/>
                <a:gd name="connsiteY304" fmla="*/ 2541951 h 6142467"/>
                <a:gd name="connsiteX305" fmla="*/ 5959293 w 12190161"/>
                <a:gd name="connsiteY305" fmla="*/ 2536924 h 6142467"/>
                <a:gd name="connsiteX306" fmla="*/ 6118425 w 12190161"/>
                <a:gd name="connsiteY306" fmla="*/ 3152995 h 6142467"/>
                <a:gd name="connsiteX307" fmla="*/ 6094214 w 12190161"/>
                <a:gd name="connsiteY307" fmla="*/ 3171890 h 6142467"/>
                <a:gd name="connsiteX308" fmla="*/ 5723427 w 12190161"/>
                <a:gd name="connsiteY308" fmla="*/ 2977974 h 6142467"/>
                <a:gd name="connsiteX309" fmla="*/ 6132177 w 12190161"/>
                <a:gd name="connsiteY309" fmla="*/ 3149355 h 6142467"/>
                <a:gd name="connsiteX310" fmla="*/ 5971312 w 12190161"/>
                <a:gd name="connsiteY310" fmla="*/ 2526696 h 6142467"/>
                <a:gd name="connsiteX311" fmla="*/ 5980499 w 12190161"/>
                <a:gd name="connsiteY311" fmla="*/ 2512482 h 6142467"/>
                <a:gd name="connsiteX312" fmla="*/ 6489616 w 12190161"/>
                <a:gd name="connsiteY312" fmla="*/ 2918169 h 6142467"/>
                <a:gd name="connsiteX313" fmla="*/ 6177074 w 12190161"/>
                <a:gd name="connsiteY313" fmla="*/ 3163974 h 6142467"/>
                <a:gd name="connsiteX314" fmla="*/ 6132177 w 12190161"/>
                <a:gd name="connsiteY314" fmla="*/ 3149355 h 6142467"/>
                <a:gd name="connsiteX315" fmla="*/ 5984775 w 12190161"/>
                <a:gd name="connsiteY315" fmla="*/ 2497690 h 6142467"/>
                <a:gd name="connsiteX316" fmla="*/ 5985237 w 12190161"/>
                <a:gd name="connsiteY316" fmla="*/ 2487058 h 6142467"/>
                <a:gd name="connsiteX317" fmla="*/ 7038834 w 12190161"/>
                <a:gd name="connsiteY317" fmla="*/ 2460767 h 6142467"/>
                <a:gd name="connsiteX318" fmla="*/ 7041492 w 12190161"/>
                <a:gd name="connsiteY318" fmla="*/ 2471226 h 6142467"/>
                <a:gd name="connsiteX319" fmla="*/ 7045999 w 12190161"/>
                <a:gd name="connsiteY319" fmla="*/ 2480586 h 6142467"/>
                <a:gd name="connsiteX320" fmla="*/ 6501057 w 12190161"/>
                <a:gd name="connsiteY320" fmla="*/ 2909155 h 6142467"/>
                <a:gd name="connsiteX321" fmla="*/ 5984775 w 12190161"/>
                <a:gd name="connsiteY321" fmla="*/ 2497690 h 6142467"/>
                <a:gd name="connsiteX322" fmla="*/ 7054897 w 12190161"/>
                <a:gd name="connsiteY322" fmla="*/ 2491796 h 6142467"/>
                <a:gd name="connsiteX323" fmla="*/ 7093149 w 12190161"/>
                <a:gd name="connsiteY323" fmla="*/ 2507628 h 6142467"/>
                <a:gd name="connsiteX324" fmla="*/ 7140011 w 12190161"/>
                <a:gd name="connsiteY324" fmla="*/ 2894421 h 6142467"/>
                <a:gd name="connsiteX325" fmla="*/ 7205709 w 12190161"/>
                <a:gd name="connsiteY325" fmla="*/ 3436878 h 6142467"/>
                <a:gd name="connsiteX326" fmla="*/ 7200451 w 12190161"/>
                <a:gd name="connsiteY326" fmla="*/ 3438496 h 6142467"/>
                <a:gd name="connsiteX327" fmla="*/ 7180920 w 12190161"/>
                <a:gd name="connsiteY327" fmla="*/ 3450746 h 6142467"/>
                <a:gd name="connsiteX328" fmla="*/ 6512671 w 12190161"/>
                <a:gd name="connsiteY328" fmla="*/ 2918227 h 6142467"/>
                <a:gd name="connsiteX329" fmla="*/ 7054897 w 12190161"/>
                <a:gd name="connsiteY329" fmla="*/ 2491796 h 6142467"/>
                <a:gd name="connsiteX330" fmla="*/ 5879670 w 12190161"/>
                <a:gd name="connsiteY330" fmla="*/ 2513175 h 6142467"/>
                <a:gd name="connsiteX331" fmla="*/ 5914512 w 12190161"/>
                <a:gd name="connsiteY331" fmla="*/ 2543049 h 6142467"/>
                <a:gd name="connsiteX332" fmla="*/ 5710773 w 12190161"/>
                <a:gd name="connsiteY332" fmla="*/ 2971329 h 6142467"/>
                <a:gd name="connsiteX333" fmla="*/ 5280702 w 12190161"/>
                <a:gd name="connsiteY333" fmla="*/ 2746383 h 6142467"/>
                <a:gd name="connsiteX334" fmla="*/ 5284920 w 12190161"/>
                <a:gd name="connsiteY334" fmla="*/ 2717897 h 6142467"/>
                <a:gd name="connsiteX335" fmla="*/ 5879670 w 12190161"/>
                <a:gd name="connsiteY335" fmla="*/ 2513175 h 6142467"/>
                <a:gd name="connsiteX336" fmla="*/ 1591726 w 12190161"/>
                <a:gd name="connsiteY336" fmla="*/ 4027006 h 6142467"/>
                <a:gd name="connsiteX337" fmla="*/ 1583579 w 12190161"/>
                <a:gd name="connsiteY337" fmla="*/ 3542330 h 6142467"/>
                <a:gd name="connsiteX338" fmla="*/ 1941596 w 12190161"/>
                <a:gd name="connsiteY338" fmla="*/ 3533085 h 6142467"/>
                <a:gd name="connsiteX339" fmla="*/ 1944254 w 12190161"/>
                <a:gd name="connsiteY339" fmla="*/ 3543486 h 6142467"/>
                <a:gd name="connsiteX340" fmla="*/ 1958006 w 12190161"/>
                <a:gd name="connsiteY340" fmla="*/ 3564519 h 6142467"/>
                <a:gd name="connsiteX341" fmla="*/ 1612296 w 12190161"/>
                <a:gd name="connsiteY341" fmla="*/ 4033593 h 6142467"/>
                <a:gd name="connsiteX342" fmla="*/ 1591726 w 12190161"/>
                <a:gd name="connsiteY342" fmla="*/ 4027006 h 6142467"/>
                <a:gd name="connsiteX343" fmla="*/ 1582885 w 12190161"/>
                <a:gd name="connsiteY343" fmla="*/ 2950412 h 6142467"/>
                <a:gd name="connsiteX344" fmla="*/ 1591264 w 12190161"/>
                <a:gd name="connsiteY344" fmla="*/ 2946483 h 6142467"/>
                <a:gd name="connsiteX345" fmla="*/ 1959393 w 12190161"/>
                <a:gd name="connsiteY345" fmla="*/ 3483277 h 6142467"/>
                <a:gd name="connsiteX346" fmla="*/ 1941249 w 12190161"/>
                <a:gd name="connsiteY346" fmla="*/ 3518813 h 6142467"/>
                <a:gd name="connsiteX347" fmla="*/ 1583290 w 12190161"/>
                <a:gd name="connsiteY347" fmla="*/ 3528058 h 6142467"/>
                <a:gd name="connsiteX348" fmla="*/ 1573640 w 12190161"/>
                <a:gd name="connsiteY348" fmla="*/ 2952839 h 6142467"/>
                <a:gd name="connsiteX349" fmla="*/ 1582885 w 12190161"/>
                <a:gd name="connsiteY349" fmla="*/ 2950412 h 6142467"/>
                <a:gd name="connsiteX350" fmla="*/ 1602704 w 12190161"/>
                <a:gd name="connsiteY350" fmla="*/ 2937873 h 6142467"/>
                <a:gd name="connsiteX351" fmla="*/ 1619172 w 12190161"/>
                <a:gd name="connsiteY351" fmla="*/ 2894537 h 6142467"/>
                <a:gd name="connsiteX352" fmla="*/ 1889188 w 12190161"/>
                <a:gd name="connsiteY352" fmla="*/ 3355695 h 6142467"/>
                <a:gd name="connsiteX353" fmla="*/ 1602704 w 12190161"/>
                <a:gd name="connsiteY353" fmla="*/ 2937873 h 6142467"/>
                <a:gd name="connsiteX354" fmla="*/ 3156116 w 12190161"/>
                <a:gd name="connsiteY354" fmla="*/ 3679043 h 6142467"/>
                <a:gd name="connsiteX355" fmla="*/ 3200839 w 12190161"/>
                <a:gd name="connsiteY355" fmla="*/ 4459793 h 6142467"/>
                <a:gd name="connsiteX356" fmla="*/ 3192114 w 12190161"/>
                <a:gd name="connsiteY356" fmla="*/ 4462104 h 6142467"/>
                <a:gd name="connsiteX357" fmla="*/ 3172988 w 12190161"/>
                <a:gd name="connsiteY357" fmla="*/ 4473950 h 6142467"/>
                <a:gd name="connsiteX358" fmla="*/ 2958039 w 12190161"/>
                <a:gd name="connsiteY358" fmla="*/ 4298870 h 6142467"/>
                <a:gd name="connsiteX359" fmla="*/ 3150915 w 12190161"/>
                <a:gd name="connsiteY359" fmla="*/ 3678407 h 6142467"/>
                <a:gd name="connsiteX360" fmla="*/ 3156116 w 12190161"/>
                <a:gd name="connsiteY360" fmla="*/ 3679043 h 6142467"/>
                <a:gd name="connsiteX361" fmla="*/ 3108388 w 12190161"/>
                <a:gd name="connsiteY361" fmla="*/ 3642756 h 6142467"/>
                <a:gd name="connsiteX362" fmla="*/ 3137336 w 12190161"/>
                <a:gd name="connsiteY362" fmla="*/ 3674131 h 6142467"/>
                <a:gd name="connsiteX363" fmla="*/ 2946136 w 12190161"/>
                <a:gd name="connsiteY363" fmla="*/ 4289105 h 6142467"/>
                <a:gd name="connsiteX364" fmla="*/ 2043465 w 12190161"/>
                <a:gd name="connsiteY364" fmla="*/ 3553714 h 6142467"/>
                <a:gd name="connsiteX365" fmla="*/ 2050515 w 12190161"/>
                <a:gd name="connsiteY365" fmla="*/ 3536321 h 6142467"/>
                <a:gd name="connsiteX366" fmla="*/ 3105152 w 12190161"/>
                <a:gd name="connsiteY366" fmla="*/ 3626288 h 6142467"/>
                <a:gd name="connsiteX367" fmla="*/ 3108388 w 12190161"/>
                <a:gd name="connsiteY367" fmla="*/ 3642756 h 6142467"/>
                <a:gd name="connsiteX368" fmla="*/ 2034451 w 12190161"/>
                <a:gd name="connsiteY368" fmla="*/ 3564750 h 6142467"/>
                <a:gd name="connsiteX369" fmla="*/ 2941571 w 12190161"/>
                <a:gd name="connsiteY369" fmla="*/ 4303782 h 6142467"/>
                <a:gd name="connsiteX370" fmla="*/ 2660924 w 12190161"/>
                <a:gd name="connsiteY370" fmla="*/ 5206394 h 6142467"/>
                <a:gd name="connsiteX371" fmla="*/ 2638967 w 12190161"/>
                <a:gd name="connsiteY371" fmla="*/ 5206626 h 6142467"/>
                <a:gd name="connsiteX372" fmla="*/ 2022433 w 12190161"/>
                <a:gd name="connsiteY372" fmla="*/ 3573359 h 6142467"/>
                <a:gd name="connsiteX373" fmla="*/ 2034451 w 12190161"/>
                <a:gd name="connsiteY373" fmla="*/ 3564750 h 6142467"/>
                <a:gd name="connsiteX374" fmla="*/ 2678374 w 12190161"/>
                <a:gd name="connsiteY374" fmla="*/ 5212866 h 6142467"/>
                <a:gd name="connsiteX375" fmla="*/ 2674502 w 12190161"/>
                <a:gd name="connsiteY375" fmla="*/ 5210843 h 6142467"/>
                <a:gd name="connsiteX376" fmla="*/ 2953474 w 12190161"/>
                <a:gd name="connsiteY376" fmla="*/ 4313489 h 6142467"/>
                <a:gd name="connsiteX377" fmla="*/ 3163974 w 12190161"/>
                <a:gd name="connsiteY377" fmla="*/ 4484986 h 6142467"/>
                <a:gd name="connsiteX378" fmla="*/ 3159005 w 12190161"/>
                <a:gd name="connsiteY378" fmla="*/ 4533119 h 6142467"/>
                <a:gd name="connsiteX379" fmla="*/ 3172410 w 12190161"/>
                <a:gd name="connsiteY379" fmla="*/ 4553804 h 6142467"/>
                <a:gd name="connsiteX380" fmla="*/ 3034253 w 12190161"/>
                <a:gd name="connsiteY380" fmla="*/ 4738071 h 6142467"/>
                <a:gd name="connsiteX381" fmla="*/ 2678374 w 12190161"/>
                <a:gd name="connsiteY381" fmla="*/ 5212866 h 6142467"/>
                <a:gd name="connsiteX382" fmla="*/ 3215111 w 12190161"/>
                <a:gd name="connsiteY382" fmla="*/ 4458926 h 6142467"/>
                <a:gd name="connsiteX383" fmla="*/ 3170734 w 12190161"/>
                <a:gd name="connsiteY383" fmla="*/ 3678234 h 6142467"/>
                <a:gd name="connsiteX384" fmla="*/ 3179459 w 12190161"/>
                <a:gd name="connsiteY384" fmla="*/ 3675922 h 6142467"/>
                <a:gd name="connsiteX385" fmla="*/ 3209448 w 12190161"/>
                <a:gd name="connsiteY385" fmla="*/ 3649747 h 6142467"/>
                <a:gd name="connsiteX386" fmla="*/ 3497260 w 12190161"/>
                <a:gd name="connsiteY386" fmla="*/ 3776868 h 6142467"/>
                <a:gd name="connsiteX387" fmla="*/ 3224818 w 12190161"/>
                <a:gd name="connsiteY387" fmla="*/ 4460487 h 6142467"/>
                <a:gd name="connsiteX388" fmla="*/ 3215111 w 12190161"/>
                <a:gd name="connsiteY388" fmla="*/ 4458926 h 6142467"/>
                <a:gd name="connsiteX389" fmla="*/ 3214475 w 12190161"/>
                <a:gd name="connsiteY389" fmla="*/ 3636342 h 6142467"/>
                <a:gd name="connsiteX390" fmla="*/ 3212568 w 12190161"/>
                <a:gd name="connsiteY390" fmla="*/ 3604851 h 6142467"/>
                <a:gd name="connsiteX391" fmla="*/ 3203786 w 12190161"/>
                <a:gd name="connsiteY391" fmla="*/ 3589249 h 6142467"/>
                <a:gd name="connsiteX392" fmla="*/ 3818066 w 12190161"/>
                <a:gd name="connsiteY392" fmla="*/ 2952550 h 6142467"/>
                <a:gd name="connsiteX393" fmla="*/ 3824133 w 12190161"/>
                <a:gd name="connsiteY393" fmla="*/ 2956421 h 6142467"/>
                <a:gd name="connsiteX394" fmla="*/ 3502576 w 12190161"/>
                <a:gd name="connsiteY394" fmla="*/ 3763520 h 6142467"/>
                <a:gd name="connsiteX395" fmla="*/ 3214475 w 12190161"/>
                <a:gd name="connsiteY395" fmla="*/ 3636342 h 6142467"/>
                <a:gd name="connsiteX396" fmla="*/ 3798940 w 12190161"/>
                <a:gd name="connsiteY396" fmla="*/ 2927010 h 6142467"/>
                <a:gd name="connsiteX397" fmla="*/ 3807608 w 12190161"/>
                <a:gd name="connsiteY397" fmla="*/ 2942496 h 6142467"/>
                <a:gd name="connsiteX398" fmla="*/ 3191074 w 12190161"/>
                <a:gd name="connsiteY398" fmla="*/ 3577635 h 6142467"/>
                <a:gd name="connsiteX399" fmla="*/ 3182811 w 12190161"/>
                <a:gd name="connsiteY399" fmla="*/ 3573128 h 6142467"/>
                <a:gd name="connsiteX400" fmla="*/ 3388572 w 12190161"/>
                <a:gd name="connsiteY400" fmla="*/ 2873735 h 6142467"/>
                <a:gd name="connsiteX401" fmla="*/ 3795647 w 12190161"/>
                <a:gd name="connsiteY401" fmla="*/ 2910253 h 6142467"/>
                <a:gd name="connsiteX402" fmla="*/ 3798940 w 12190161"/>
                <a:gd name="connsiteY402" fmla="*/ 2927010 h 6142467"/>
                <a:gd name="connsiteX403" fmla="*/ 3119770 w 12190161"/>
                <a:gd name="connsiteY403" fmla="*/ 3586302 h 6142467"/>
                <a:gd name="connsiteX404" fmla="*/ 3106423 w 12190161"/>
                <a:gd name="connsiteY404" fmla="*/ 3612073 h 6142467"/>
                <a:gd name="connsiteX405" fmla="*/ 2051786 w 12190161"/>
                <a:gd name="connsiteY405" fmla="*/ 3522165 h 6142467"/>
                <a:gd name="connsiteX406" fmla="*/ 2048492 w 12190161"/>
                <a:gd name="connsiteY406" fmla="*/ 3505639 h 6142467"/>
                <a:gd name="connsiteX407" fmla="*/ 2047048 w 12190161"/>
                <a:gd name="connsiteY407" fmla="*/ 3502230 h 6142467"/>
                <a:gd name="connsiteX408" fmla="*/ 2711656 w 12190161"/>
                <a:gd name="connsiteY408" fmla="*/ 3099142 h 6142467"/>
                <a:gd name="connsiteX409" fmla="*/ 3119770 w 12190161"/>
                <a:gd name="connsiteY409" fmla="*/ 3586302 h 6142467"/>
                <a:gd name="connsiteX410" fmla="*/ 2039652 w 12190161"/>
                <a:gd name="connsiteY410" fmla="*/ 3489922 h 6142467"/>
                <a:gd name="connsiteX411" fmla="*/ 2022722 w 12190161"/>
                <a:gd name="connsiteY411" fmla="*/ 3475823 h 6142467"/>
                <a:gd name="connsiteX412" fmla="*/ 2322957 w 12190161"/>
                <a:gd name="connsiteY412" fmla="*/ 2693282 h 6142467"/>
                <a:gd name="connsiteX413" fmla="*/ 2354968 w 12190161"/>
                <a:gd name="connsiteY413" fmla="*/ 2691491 h 6142467"/>
                <a:gd name="connsiteX414" fmla="*/ 2365831 w 12190161"/>
                <a:gd name="connsiteY414" fmla="*/ 2686117 h 6142467"/>
                <a:gd name="connsiteX415" fmla="*/ 2702469 w 12190161"/>
                <a:gd name="connsiteY415" fmla="*/ 3087991 h 6142467"/>
                <a:gd name="connsiteX416" fmla="*/ 2039652 w 12190161"/>
                <a:gd name="connsiteY416" fmla="*/ 3489922 h 6142467"/>
                <a:gd name="connsiteX417" fmla="*/ 2288577 w 12190161"/>
                <a:gd name="connsiteY417" fmla="*/ 2610654 h 6142467"/>
                <a:gd name="connsiteX418" fmla="*/ 1231686 w 12190161"/>
                <a:gd name="connsiteY418" fmla="*/ 2142388 h 6142467"/>
                <a:gd name="connsiteX419" fmla="*/ 1231224 w 12190161"/>
                <a:gd name="connsiteY419" fmla="*/ 2105870 h 6142467"/>
                <a:gd name="connsiteX420" fmla="*/ 1221170 w 12190161"/>
                <a:gd name="connsiteY420" fmla="*/ 2088767 h 6142467"/>
                <a:gd name="connsiteX421" fmla="*/ 1507537 w 12190161"/>
                <a:gd name="connsiteY421" fmla="*/ 1772988 h 6142467"/>
                <a:gd name="connsiteX422" fmla="*/ 2293026 w 12190161"/>
                <a:gd name="connsiteY422" fmla="*/ 2604413 h 6142467"/>
                <a:gd name="connsiteX423" fmla="*/ 2288577 w 12190161"/>
                <a:gd name="connsiteY423" fmla="*/ 2610654 h 6142467"/>
                <a:gd name="connsiteX424" fmla="*/ 1225446 w 12190161"/>
                <a:gd name="connsiteY424" fmla="*/ 2155216 h 6142467"/>
                <a:gd name="connsiteX425" fmla="*/ 2282856 w 12190161"/>
                <a:gd name="connsiteY425" fmla="*/ 2623712 h 6142467"/>
                <a:gd name="connsiteX426" fmla="*/ 2283839 w 12190161"/>
                <a:gd name="connsiteY426" fmla="*/ 2658382 h 6142467"/>
                <a:gd name="connsiteX427" fmla="*/ 2309609 w 12190161"/>
                <a:gd name="connsiteY427" fmla="*/ 2688139 h 6142467"/>
                <a:gd name="connsiteX428" fmla="*/ 2009374 w 12190161"/>
                <a:gd name="connsiteY428" fmla="*/ 3470681 h 6142467"/>
                <a:gd name="connsiteX429" fmla="*/ 1977363 w 12190161"/>
                <a:gd name="connsiteY429" fmla="*/ 3472472 h 6142467"/>
                <a:gd name="connsiteX430" fmla="*/ 1974763 w 12190161"/>
                <a:gd name="connsiteY430" fmla="*/ 3473570 h 6142467"/>
                <a:gd name="connsiteX431" fmla="*/ 1211405 w 12190161"/>
                <a:gd name="connsiteY431" fmla="*/ 2169835 h 6142467"/>
                <a:gd name="connsiteX432" fmla="*/ 1225446 w 12190161"/>
                <a:gd name="connsiteY432" fmla="*/ 2155216 h 6142467"/>
                <a:gd name="connsiteX433" fmla="*/ 1594326 w 12190161"/>
                <a:gd name="connsiteY433" fmla="*/ 2852009 h 6142467"/>
                <a:gd name="connsiteX434" fmla="*/ 1547869 w 12190161"/>
                <a:gd name="connsiteY434" fmla="*/ 2845306 h 6142467"/>
                <a:gd name="connsiteX435" fmla="*/ 1285770 w 12190161"/>
                <a:gd name="connsiteY435" fmla="*/ 2325095 h 6142467"/>
                <a:gd name="connsiteX436" fmla="*/ 1594326 w 12190161"/>
                <a:gd name="connsiteY436" fmla="*/ 2852009 h 6142467"/>
                <a:gd name="connsiteX437" fmla="*/ 1078159 w 12190161"/>
                <a:gd name="connsiteY437" fmla="*/ 3555331 h 6142467"/>
                <a:gd name="connsiteX438" fmla="*/ 1569306 w 12190161"/>
                <a:gd name="connsiteY438" fmla="*/ 3542677 h 6142467"/>
                <a:gd name="connsiteX439" fmla="*/ 1577454 w 12190161"/>
                <a:gd name="connsiteY439" fmla="*/ 4027179 h 6142467"/>
                <a:gd name="connsiteX440" fmla="*/ 1566533 w 12190161"/>
                <a:gd name="connsiteY440" fmla="*/ 4029953 h 6142467"/>
                <a:gd name="connsiteX441" fmla="*/ 1550527 w 12190161"/>
                <a:gd name="connsiteY441" fmla="*/ 4039082 h 6142467"/>
                <a:gd name="connsiteX442" fmla="*/ 1067874 w 12190161"/>
                <a:gd name="connsiteY442" fmla="*/ 3582258 h 6142467"/>
                <a:gd name="connsiteX443" fmla="*/ 1078159 w 12190161"/>
                <a:gd name="connsiteY443" fmla="*/ 3555331 h 6142467"/>
                <a:gd name="connsiteX444" fmla="*/ 1637605 w 12190161"/>
                <a:gd name="connsiteY444" fmla="*/ 4063062 h 6142467"/>
                <a:gd name="connsiteX445" fmla="*/ 1623853 w 12190161"/>
                <a:gd name="connsiteY445" fmla="*/ 4042029 h 6142467"/>
                <a:gd name="connsiteX446" fmla="*/ 1949454 w 12190161"/>
                <a:gd name="connsiteY446" fmla="*/ 3600170 h 6142467"/>
                <a:gd name="connsiteX447" fmla="*/ 1663202 w 12190161"/>
                <a:gd name="connsiteY447" fmla="*/ 4157304 h 6142467"/>
                <a:gd name="connsiteX448" fmla="*/ 1627666 w 12190161"/>
                <a:gd name="connsiteY448" fmla="*/ 4117955 h 6142467"/>
                <a:gd name="connsiteX449" fmla="*/ 1637605 w 12190161"/>
                <a:gd name="connsiteY449" fmla="*/ 4063062 h 6142467"/>
                <a:gd name="connsiteX450" fmla="*/ 1977594 w 12190161"/>
                <a:gd name="connsiteY450" fmla="*/ 3576653 h 6142467"/>
                <a:gd name="connsiteX451" fmla="*/ 2009085 w 12190161"/>
                <a:gd name="connsiteY451" fmla="*/ 3578444 h 6142467"/>
                <a:gd name="connsiteX452" fmla="*/ 2624290 w 12190161"/>
                <a:gd name="connsiteY452" fmla="*/ 5208070 h 6142467"/>
                <a:gd name="connsiteX453" fmla="*/ 2622614 w 12190161"/>
                <a:gd name="connsiteY453" fmla="*/ 5212981 h 6142467"/>
                <a:gd name="connsiteX454" fmla="*/ 2619090 w 12190161"/>
                <a:gd name="connsiteY454" fmla="*/ 5215235 h 6142467"/>
                <a:gd name="connsiteX455" fmla="*/ 1673429 w 12190161"/>
                <a:gd name="connsiteY455" fmla="*/ 4168687 h 6142467"/>
                <a:gd name="connsiteX456" fmla="*/ 1977594 w 12190161"/>
                <a:gd name="connsiteY456" fmla="*/ 3576653 h 6142467"/>
                <a:gd name="connsiteX457" fmla="*/ 3260296 w 12190161"/>
                <a:gd name="connsiteY457" fmla="*/ 4488684 h 6142467"/>
                <a:gd name="connsiteX458" fmla="*/ 3238108 w 12190161"/>
                <a:gd name="connsiteY458" fmla="*/ 4465802 h 6142467"/>
                <a:gd name="connsiteX459" fmla="*/ 3510319 w 12190161"/>
                <a:gd name="connsiteY459" fmla="*/ 3782588 h 6142467"/>
                <a:gd name="connsiteX460" fmla="*/ 4239470 w 12190161"/>
                <a:gd name="connsiteY460" fmla="*/ 4104665 h 6142467"/>
                <a:gd name="connsiteX461" fmla="*/ 4238545 w 12190161"/>
                <a:gd name="connsiteY461" fmla="*/ 4132400 h 6142467"/>
                <a:gd name="connsiteX462" fmla="*/ 3260296 w 12190161"/>
                <a:gd name="connsiteY462" fmla="*/ 4488684 h 6142467"/>
                <a:gd name="connsiteX463" fmla="*/ 4245191 w 12190161"/>
                <a:gd name="connsiteY463" fmla="*/ 4091606 h 6142467"/>
                <a:gd name="connsiteX464" fmla="*/ 3515577 w 12190161"/>
                <a:gd name="connsiteY464" fmla="*/ 3769298 h 6142467"/>
                <a:gd name="connsiteX465" fmla="*/ 3837307 w 12190161"/>
                <a:gd name="connsiteY465" fmla="*/ 2961737 h 6142467"/>
                <a:gd name="connsiteX466" fmla="*/ 3863136 w 12190161"/>
                <a:gd name="connsiteY466" fmla="*/ 2962084 h 6142467"/>
                <a:gd name="connsiteX467" fmla="*/ 4267032 w 12190161"/>
                <a:gd name="connsiteY467" fmla="*/ 4071151 h 6142467"/>
                <a:gd name="connsiteX468" fmla="*/ 4245191 w 12190161"/>
                <a:gd name="connsiteY468" fmla="*/ 4091606 h 6142467"/>
                <a:gd name="connsiteX469" fmla="*/ 6191172 w 12190161"/>
                <a:gd name="connsiteY469" fmla="*/ 3185353 h 6142467"/>
                <a:gd name="connsiteX470" fmla="*/ 6186145 w 12190161"/>
                <a:gd name="connsiteY470" fmla="*/ 3175010 h 6142467"/>
                <a:gd name="connsiteX471" fmla="*/ 6501057 w 12190161"/>
                <a:gd name="connsiteY471" fmla="*/ 2927357 h 6142467"/>
                <a:gd name="connsiteX472" fmla="*/ 7171964 w 12190161"/>
                <a:gd name="connsiteY472" fmla="*/ 3461956 h 6142467"/>
                <a:gd name="connsiteX473" fmla="*/ 7168151 w 12190161"/>
                <a:gd name="connsiteY473" fmla="*/ 3469641 h 6142467"/>
                <a:gd name="connsiteX474" fmla="*/ 6194119 w 12190161"/>
                <a:gd name="connsiteY474" fmla="*/ 3210604 h 6142467"/>
                <a:gd name="connsiteX475" fmla="*/ 6191172 w 12190161"/>
                <a:gd name="connsiteY475" fmla="*/ 3185353 h 6142467"/>
                <a:gd name="connsiteX476" fmla="*/ 7241591 w 12190161"/>
                <a:gd name="connsiteY476" fmla="*/ 3439883 h 6142467"/>
                <a:gd name="connsiteX477" fmla="*/ 7501263 w 12190161"/>
                <a:gd name="connsiteY477" fmla="*/ 2547036 h 6142467"/>
                <a:gd name="connsiteX478" fmla="*/ 8382728 w 12190161"/>
                <a:gd name="connsiteY478" fmla="*/ 2736156 h 6142467"/>
                <a:gd name="connsiteX479" fmla="*/ 8385848 w 12190161"/>
                <a:gd name="connsiteY479" fmla="*/ 2759673 h 6142467"/>
                <a:gd name="connsiteX480" fmla="*/ 8387408 w 12190161"/>
                <a:gd name="connsiteY480" fmla="*/ 2763429 h 6142467"/>
                <a:gd name="connsiteX481" fmla="*/ 7262450 w 12190161"/>
                <a:gd name="connsiteY481" fmla="*/ 3455773 h 6142467"/>
                <a:gd name="connsiteX482" fmla="*/ 7241591 w 12190161"/>
                <a:gd name="connsiteY482" fmla="*/ 3439883 h 6142467"/>
                <a:gd name="connsiteX483" fmla="*/ 7700785 w 12190161"/>
                <a:gd name="connsiteY483" fmla="*/ 1809622 h 6142467"/>
                <a:gd name="connsiteX484" fmla="*/ 7491209 w 12190161"/>
                <a:gd name="connsiteY484" fmla="*/ 2530279 h 6142467"/>
                <a:gd name="connsiteX485" fmla="*/ 7148793 w 12190161"/>
                <a:gd name="connsiteY485" fmla="*/ 2456780 h 6142467"/>
                <a:gd name="connsiteX486" fmla="*/ 7145673 w 12190161"/>
                <a:gd name="connsiteY486" fmla="*/ 2433263 h 6142467"/>
                <a:gd name="connsiteX487" fmla="*/ 7135734 w 12190161"/>
                <a:gd name="connsiteY487" fmla="*/ 2416333 h 6142467"/>
                <a:gd name="connsiteX488" fmla="*/ 7690037 w 12190161"/>
                <a:gd name="connsiteY488" fmla="*/ 1804190 h 6142467"/>
                <a:gd name="connsiteX489" fmla="*/ 7700785 w 12190161"/>
                <a:gd name="connsiteY489" fmla="*/ 1809622 h 6142467"/>
                <a:gd name="connsiteX490" fmla="*/ 7051720 w 12190161"/>
                <a:gd name="connsiteY490" fmla="*/ 2415986 h 6142467"/>
                <a:gd name="connsiteX491" fmla="*/ 7038545 w 12190161"/>
                <a:gd name="connsiteY491" fmla="*/ 2446437 h 6142467"/>
                <a:gd name="connsiteX492" fmla="*/ 6337707 w 12190161"/>
                <a:gd name="connsiteY492" fmla="*/ 2463945 h 6142467"/>
                <a:gd name="connsiteX493" fmla="*/ 5982579 w 12190161"/>
                <a:gd name="connsiteY493" fmla="*/ 2472786 h 6142467"/>
                <a:gd name="connsiteX494" fmla="*/ 5982002 w 12190161"/>
                <a:gd name="connsiteY494" fmla="*/ 2470879 h 6142467"/>
                <a:gd name="connsiteX495" fmla="*/ 5973739 w 12190161"/>
                <a:gd name="connsiteY495" fmla="*/ 2455913 h 6142467"/>
                <a:gd name="connsiteX496" fmla="*/ 6560631 w 12190161"/>
                <a:gd name="connsiteY496" fmla="*/ 1866017 h 6142467"/>
                <a:gd name="connsiteX497" fmla="*/ 7051720 w 12190161"/>
                <a:gd name="connsiteY497" fmla="*/ 2415986 h 6142467"/>
                <a:gd name="connsiteX498" fmla="*/ 5891573 w 12190161"/>
                <a:gd name="connsiteY498" fmla="*/ 2449846 h 6142467"/>
                <a:gd name="connsiteX499" fmla="*/ 5875394 w 12190161"/>
                <a:gd name="connsiteY499" fmla="*/ 2499539 h 6142467"/>
                <a:gd name="connsiteX500" fmla="*/ 5281395 w 12190161"/>
                <a:gd name="connsiteY500" fmla="*/ 2703972 h 6142467"/>
                <a:gd name="connsiteX501" fmla="*/ 5253833 w 12190161"/>
                <a:gd name="connsiteY501" fmla="*/ 2674329 h 6142467"/>
                <a:gd name="connsiteX502" fmla="*/ 5501775 w 12190161"/>
                <a:gd name="connsiteY502" fmla="*/ 1920679 h 6142467"/>
                <a:gd name="connsiteX503" fmla="*/ 5891573 w 12190161"/>
                <a:gd name="connsiteY503" fmla="*/ 2449846 h 6142467"/>
                <a:gd name="connsiteX504" fmla="*/ 5174729 w 12190161"/>
                <a:gd name="connsiteY504" fmla="*/ 2728876 h 6142467"/>
                <a:gd name="connsiteX505" fmla="*/ 4242475 w 12190161"/>
                <a:gd name="connsiteY505" fmla="*/ 2849987 h 6142467"/>
                <a:gd name="connsiteX506" fmla="*/ 3904623 w 12190161"/>
                <a:gd name="connsiteY506" fmla="*/ 2893901 h 6142467"/>
                <a:gd name="connsiteX507" fmla="*/ 3903121 w 12190161"/>
                <a:gd name="connsiteY507" fmla="*/ 2889105 h 6142467"/>
                <a:gd name="connsiteX508" fmla="*/ 3832800 w 12190161"/>
                <a:gd name="connsiteY508" fmla="*/ 2855765 h 6142467"/>
                <a:gd name="connsiteX509" fmla="*/ 3579889 w 12190161"/>
                <a:gd name="connsiteY509" fmla="*/ 2351848 h 6142467"/>
                <a:gd name="connsiteX510" fmla="*/ 3603348 w 12190161"/>
                <a:gd name="connsiteY510" fmla="*/ 2326308 h 6142467"/>
                <a:gd name="connsiteX511" fmla="*/ 5174556 w 12190161"/>
                <a:gd name="connsiteY511" fmla="*/ 2721768 h 6142467"/>
                <a:gd name="connsiteX512" fmla="*/ 5174729 w 12190161"/>
                <a:gd name="connsiteY512" fmla="*/ 2728876 h 6142467"/>
                <a:gd name="connsiteX513" fmla="*/ 3566599 w 12190161"/>
                <a:gd name="connsiteY513" fmla="*/ 2357222 h 6142467"/>
                <a:gd name="connsiteX514" fmla="*/ 3820030 w 12190161"/>
                <a:gd name="connsiteY514" fmla="*/ 2862179 h 6142467"/>
                <a:gd name="connsiteX515" fmla="*/ 3796975 w 12190161"/>
                <a:gd name="connsiteY515" fmla="*/ 2896039 h 6142467"/>
                <a:gd name="connsiteX516" fmla="*/ 3392675 w 12190161"/>
                <a:gd name="connsiteY516" fmla="*/ 2859752 h 6142467"/>
                <a:gd name="connsiteX517" fmla="*/ 3540481 w 12190161"/>
                <a:gd name="connsiteY517" fmla="*/ 2357511 h 6142467"/>
                <a:gd name="connsiteX518" fmla="*/ 3566599 w 12190161"/>
                <a:gd name="connsiteY518" fmla="*/ 2357222 h 6142467"/>
                <a:gd name="connsiteX519" fmla="*/ 3169174 w 12190161"/>
                <a:gd name="connsiteY519" fmla="*/ 3569084 h 6142467"/>
                <a:gd name="connsiteX520" fmla="*/ 3157849 w 12190161"/>
                <a:gd name="connsiteY520" fmla="*/ 3568448 h 6142467"/>
                <a:gd name="connsiteX521" fmla="*/ 3125029 w 12190161"/>
                <a:gd name="connsiteY521" fmla="*/ 2901701 h 6142467"/>
                <a:gd name="connsiteX522" fmla="*/ 3131038 w 12190161"/>
                <a:gd name="connsiteY522" fmla="*/ 2899910 h 6142467"/>
                <a:gd name="connsiteX523" fmla="*/ 3167094 w 12190161"/>
                <a:gd name="connsiteY523" fmla="*/ 2853858 h 6142467"/>
                <a:gd name="connsiteX524" fmla="*/ 3374127 w 12190161"/>
                <a:gd name="connsiteY524" fmla="*/ 2872406 h 6142467"/>
                <a:gd name="connsiteX525" fmla="*/ 3169174 w 12190161"/>
                <a:gd name="connsiteY525" fmla="*/ 3569084 h 6142467"/>
                <a:gd name="connsiteX526" fmla="*/ 3059966 w 12190161"/>
                <a:gd name="connsiteY526" fmla="*/ 2866801 h 6142467"/>
                <a:gd name="connsiteX527" fmla="*/ 3061411 w 12190161"/>
                <a:gd name="connsiteY527" fmla="*/ 2870210 h 6142467"/>
                <a:gd name="connsiteX528" fmla="*/ 2714719 w 12190161"/>
                <a:gd name="connsiteY528" fmla="*/ 3080479 h 6142467"/>
                <a:gd name="connsiteX529" fmla="*/ 2376694 w 12190161"/>
                <a:gd name="connsiteY529" fmla="*/ 2676930 h 6142467"/>
                <a:gd name="connsiteX530" fmla="*/ 2387153 w 12190161"/>
                <a:gd name="connsiteY530" fmla="*/ 2660520 h 6142467"/>
                <a:gd name="connsiteX531" fmla="*/ 3057193 w 12190161"/>
                <a:gd name="connsiteY531" fmla="*/ 2840453 h 6142467"/>
                <a:gd name="connsiteX532" fmla="*/ 3059966 w 12190161"/>
                <a:gd name="connsiteY532" fmla="*/ 2866801 h 6142467"/>
                <a:gd name="connsiteX533" fmla="*/ 1507306 w 12190161"/>
                <a:gd name="connsiteY533" fmla="*/ 1751955 h 6142467"/>
                <a:gd name="connsiteX534" fmla="*/ 1255550 w 12190161"/>
                <a:gd name="connsiteY534" fmla="*/ 1485465 h 6142467"/>
                <a:gd name="connsiteX535" fmla="*/ 1267222 w 12190161"/>
                <a:gd name="connsiteY535" fmla="*/ 1441088 h 6142467"/>
                <a:gd name="connsiteX536" fmla="*/ 1964131 w 12190161"/>
                <a:gd name="connsiteY536" fmla="*/ 1226544 h 6142467"/>
                <a:gd name="connsiteX537" fmla="*/ 1971700 w 12190161"/>
                <a:gd name="connsiteY537" fmla="*/ 1239776 h 6142467"/>
                <a:gd name="connsiteX538" fmla="*/ 1507306 w 12190161"/>
                <a:gd name="connsiteY538" fmla="*/ 1751955 h 6142467"/>
                <a:gd name="connsiteX539" fmla="*/ 1263062 w 12190161"/>
                <a:gd name="connsiteY539" fmla="*/ 1427509 h 6142467"/>
                <a:gd name="connsiteX540" fmla="*/ 1193723 w 12190161"/>
                <a:gd name="connsiteY540" fmla="*/ 1398387 h 6142467"/>
                <a:gd name="connsiteX541" fmla="*/ 1158014 w 12190161"/>
                <a:gd name="connsiteY541" fmla="*/ 1441608 h 6142467"/>
                <a:gd name="connsiteX542" fmla="*/ 337105 w 12190161"/>
                <a:gd name="connsiteY542" fmla="*/ 1415549 h 6142467"/>
                <a:gd name="connsiteX543" fmla="*/ 1935182 w 12190161"/>
                <a:gd name="connsiteY543" fmla="*/ 1220592 h 6142467"/>
                <a:gd name="connsiteX544" fmla="*/ 1263062 w 12190161"/>
                <a:gd name="connsiteY544" fmla="*/ 1427509 h 6142467"/>
                <a:gd name="connsiteX545" fmla="*/ 298565 w 12190161"/>
                <a:gd name="connsiteY545" fmla="*/ 1428550 h 6142467"/>
                <a:gd name="connsiteX546" fmla="*/ 1157552 w 12190161"/>
                <a:gd name="connsiteY546" fmla="*/ 1455823 h 6142467"/>
                <a:gd name="connsiteX547" fmla="*/ 1160557 w 12190161"/>
                <a:gd name="connsiteY547" fmla="*/ 1469401 h 6142467"/>
                <a:gd name="connsiteX548" fmla="*/ 1174655 w 12190161"/>
                <a:gd name="connsiteY548" fmla="*/ 1490723 h 6142467"/>
                <a:gd name="connsiteX549" fmla="*/ 883319 w 12190161"/>
                <a:gd name="connsiteY549" fmla="*/ 1892828 h 6142467"/>
                <a:gd name="connsiteX550" fmla="*/ 292035 w 12190161"/>
                <a:gd name="connsiteY550" fmla="*/ 1447098 h 6142467"/>
                <a:gd name="connsiteX551" fmla="*/ 298565 w 12190161"/>
                <a:gd name="connsiteY551" fmla="*/ 1428550 h 6142467"/>
                <a:gd name="connsiteX552" fmla="*/ 1186212 w 12190161"/>
                <a:gd name="connsiteY552" fmla="*/ 1499101 h 6142467"/>
                <a:gd name="connsiteX553" fmla="*/ 1202680 w 12190161"/>
                <a:gd name="connsiteY553" fmla="*/ 1504937 h 6142467"/>
                <a:gd name="connsiteX554" fmla="*/ 1173384 w 12190161"/>
                <a:gd name="connsiteY554" fmla="*/ 2069756 h 6142467"/>
                <a:gd name="connsiteX555" fmla="*/ 1160210 w 12190161"/>
                <a:gd name="connsiteY555" fmla="*/ 2072761 h 6142467"/>
                <a:gd name="connsiteX556" fmla="*/ 1139639 w 12190161"/>
                <a:gd name="connsiteY556" fmla="*/ 2086109 h 6142467"/>
                <a:gd name="connsiteX557" fmla="*/ 894759 w 12190161"/>
                <a:gd name="connsiteY557" fmla="*/ 1901495 h 6142467"/>
                <a:gd name="connsiteX558" fmla="*/ 1186212 w 12190161"/>
                <a:gd name="connsiteY558" fmla="*/ 1499101 h 6142467"/>
                <a:gd name="connsiteX559" fmla="*/ 1131030 w 12190161"/>
                <a:gd name="connsiteY559" fmla="*/ 2097434 h 6142467"/>
                <a:gd name="connsiteX560" fmla="*/ 1127101 w 12190161"/>
                <a:gd name="connsiteY560" fmla="*/ 2143775 h 6142467"/>
                <a:gd name="connsiteX561" fmla="*/ 1131088 w 12190161"/>
                <a:gd name="connsiteY561" fmla="*/ 2152269 h 6142467"/>
                <a:gd name="connsiteX562" fmla="*/ 209812 w 12190161"/>
                <a:gd name="connsiteY562" fmla="*/ 2850333 h 6142467"/>
                <a:gd name="connsiteX563" fmla="*/ 208367 w 12190161"/>
                <a:gd name="connsiteY563" fmla="*/ 2848889 h 6142467"/>
                <a:gd name="connsiteX564" fmla="*/ 886381 w 12190161"/>
                <a:gd name="connsiteY564" fmla="*/ 1912994 h 6142467"/>
                <a:gd name="connsiteX565" fmla="*/ 1131030 w 12190161"/>
                <a:gd name="connsiteY565" fmla="*/ 2097434 h 6142467"/>
                <a:gd name="connsiteX566" fmla="*/ 222408 w 12190161"/>
                <a:gd name="connsiteY566" fmla="*/ 2870268 h 6142467"/>
                <a:gd name="connsiteX567" fmla="*/ 218421 w 12190161"/>
                <a:gd name="connsiteY567" fmla="*/ 2861774 h 6142467"/>
                <a:gd name="connsiteX568" fmla="*/ 1139697 w 12190161"/>
                <a:gd name="connsiteY568" fmla="*/ 2163710 h 6142467"/>
                <a:gd name="connsiteX569" fmla="*/ 1166104 w 12190161"/>
                <a:gd name="connsiteY569" fmla="*/ 2178733 h 6142467"/>
                <a:gd name="connsiteX570" fmla="*/ 1088387 w 12190161"/>
                <a:gd name="connsiteY570" fmla="*/ 2888123 h 6142467"/>
                <a:gd name="connsiteX571" fmla="*/ 225355 w 12190161"/>
                <a:gd name="connsiteY571" fmla="*/ 2882460 h 6142467"/>
                <a:gd name="connsiteX572" fmla="*/ 222408 w 12190161"/>
                <a:gd name="connsiteY572" fmla="*/ 2870268 h 6142467"/>
                <a:gd name="connsiteX573" fmla="*/ 1180260 w 12190161"/>
                <a:gd name="connsiteY573" fmla="*/ 2180178 h 6142467"/>
                <a:gd name="connsiteX574" fmla="*/ 1195515 w 12190161"/>
                <a:gd name="connsiteY574" fmla="*/ 2177693 h 6142467"/>
                <a:gd name="connsiteX575" fmla="*/ 1534810 w 12190161"/>
                <a:gd name="connsiteY575" fmla="*/ 2851142 h 6142467"/>
                <a:gd name="connsiteX576" fmla="*/ 1509040 w 12190161"/>
                <a:gd name="connsiteY576" fmla="*/ 2890838 h 6142467"/>
                <a:gd name="connsiteX577" fmla="*/ 1102717 w 12190161"/>
                <a:gd name="connsiteY577" fmla="*/ 2888181 h 6142467"/>
                <a:gd name="connsiteX578" fmla="*/ 1180260 w 12190161"/>
                <a:gd name="connsiteY578" fmla="*/ 2180178 h 6142467"/>
                <a:gd name="connsiteX579" fmla="*/ 1508982 w 12190161"/>
                <a:gd name="connsiteY579" fmla="*/ 2905053 h 6142467"/>
                <a:gd name="connsiteX580" fmla="*/ 1511871 w 12190161"/>
                <a:gd name="connsiteY580" fmla="*/ 2917245 h 6142467"/>
                <a:gd name="connsiteX581" fmla="*/ 1523312 w 12190161"/>
                <a:gd name="connsiteY581" fmla="*/ 2936024 h 6142467"/>
                <a:gd name="connsiteX582" fmla="*/ 1052678 w 12190161"/>
                <a:gd name="connsiteY582" fmla="*/ 3502808 h 6142467"/>
                <a:gd name="connsiteX583" fmla="*/ 1036152 w 12190161"/>
                <a:gd name="connsiteY583" fmla="*/ 3495758 h 6142467"/>
                <a:gd name="connsiteX584" fmla="*/ 1101157 w 12190161"/>
                <a:gd name="connsiteY584" fmla="*/ 2902395 h 6142467"/>
                <a:gd name="connsiteX585" fmla="*/ 1508982 w 12190161"/>
                <a:gd name="connsiteY585" fmla="*/ 2905053 h 6142467"/>
                <a:gd name="connsiteX586" fmla="*/ 1604496 w 12190161"/>
                <a:gd name="connsiteY586" fmla="*/ 4134134 h 6142467"/>
                <a:gd name="connsiteX587" fmla="*/ 1617034 w 12190161"/>
                <a:gd name="connsiteY587" fmla="*/ 4127604 h 6142467"/>
                <a:gd name="connsiteX588" fmla="*/ 1656211 w 12190161"/>
                <a:gd name="connsiteY588" fmla="*/ 4170941 h 6142467"/>
                <a:gd name="connsiteX589" fmla="*/ 1264969 w 12190161"/>
                <a:gd name="connsiteY589" fmla="*/ 4932392 h 6142467"/>
                <a:gd name="connsiteX590" fmla="*/ 1572369 w 12190161"/>
                <a:gd name="connsiteY590" fmla="*/ 4135925 h 6142467"/>
                <a:gd name="connsiteX591" fmla="*/ 1604496 w 12190161"/>
                <a:gd name="connsiteY591" fmla="*/ 4134134 h 6142467"/>
                <a:gd name="connsiteX592" fmla="*/ 1263351 w 12190161"/>
                <a:gd name="connsiteY592" fmla="*/ 5069740 h 6142467"/>
                <a:gd name="connsiteX593" fmla="*/ 2595226 w 12190161"/>
                <a:gd name="connsiteY593" fmla="*/ 5260074 h 6142467"/>
                <a:gd name="connsiteX594" fmla="*/ 2597768 w 12190161"/>
                <a:gd name="connsiteY594" fmla="*/ 5277235 h 6142467"/>
                <a:gd name="connsiteX595" fmla="*/ 1839784 w 12190161"/>
                <a:gd name="connsiteY595" fmla="*/ 5626238 h 6142467"/>
                <a:gd name="connsiteX596" fmla="*/ 1255203 w 12190161"/>
                <a:gd name="connsiteY596" fmla="*/ 5086959 h 6142467"/>
                <a:gd name="connsiteX597" fmla="*/ 1263351 w 12190161"/>
                <a:gd name="connsiteY597" fmla="*/ 5069740 h 6142467"/>
                <a:gd name="connsiteX598" fmla="*/ 2689699 w 12190161"/>
                <a:gd name="connsiteY598" fmla="*/ 5221591 h 6142467"/>
                <a:gd name="connsiteX599" fmla="*/ 3183909 w 12190161"/>
                <a:gd name="connsiteY599" fmla="*/ 4562414 h 6142467"/>
                <a:gd name="connsiteX600" fmla="*/ 3230134 w 12190161"/>
                <a:gd name="connsiteY600" fmla="*/ 4566285 h 6142467"/>
                <a:gd name="connsiteX601" fmla="*/ 3266248 w 12190161"/>
                <a:gd name="connsiteY601" fmla="*/ 4508677 h 6142467"/>
                <a:gd name="connsiteX602" fmla="*/ 3448319 w 12190161"/>
                <a:gd name="connsiteY602" fmla="*/ 4698086 h 6142467"/>
                <a:gd name="connsiteX603" fmla="*/ 2691722 w 12190161"/>
                <a:gd name="connsiteY603" fmla="*/ 5223613 h 6142467"/>
                <a:gd name="connsiteX604" fmla="*/ 2689699 w 12190161"/>
                <a:gd name="connsiteY604" fmla="*/ 5221591 h 6142467"/>
                <a:gd name="connsiteX605" fmla="*/ 3275955 w 12190161"/>
                <a:gd name="connsiteY605" fmla="*/ 4498160 h 6142467"/>
                <a:gd name="connsiteX606" fmla="*/ 4243284 w 12190161"/>
                <a:gd name="connsiteY606" fmla="*/ 4145863 h 6142467"/>
                <a:gd name="connsiteX607" fmla="*/ 3460164 w 12190161"/>
                <a:gd name="connsiteY607" fmla="*/ 4689823 h 6142467"/>
                <a:gd name="connsiteX608" fmla="*/ 3275955 w 12190161"/>
                <a:gd name="connsiteY608" fmla="*/ 4498160 h 6142467"/>
                <a:gd name="connsiteX609" fmla="*/ 4280437 w 12190161"/>
                <a:gd name="connsiteY609" fmla="*/ 4066298 h 6142467"/>
                <a:gd name="connsiteX610" fmla="*/ 3876541 w 12190161"/>
                <a:gd name="connsiteY610" fmla="*/ 2957230 h 6142467"/>
                <a:gd name="connsiteX611" fmla="*/ 3889196 w 12190161"/>
                <a:gd name="connsiteY611" fmla="*/ 2948274 h 6142467"/>
                <a:gd name="connsiteX612" fmla="*/ 4655038 w 12190161"/>
                <a:gd name="connsiteY612" fmla="*/ 3570355 h 6142467"/>
                <a:gd name="connsiteX613" fmla="*/ 4317302 w 12190161"/>
                <a:gd name="connsiteY613" fmla="*/ 4070863 h 6142467"/>
                <a:gd name="connsiteX614" fmla="*/ 4280437 w 12190161"/>
                <a:gd name="connsiteY614" fmla="*/ 4066298 h 6142467"/>
                <a:gd name="connsiteX615" fmla="*/ 3898152 w 12190161"/>
                <a:gd name="connsiteY615" fmla="*/ 2937122 h 6142467"/>
                <a:gd name="connsiteX616" fmla="*/ 3906415 w 12190161"/>
                <a:gd name="connsiteY616" fmla="*/ 2908058 h 6142467"/>
                <a:gd name="connsiteX617" fmla="*/ 4604190 w 12190161"/>
                <a:gd name="connsiteY617" fmla="*/ 2817398 h 6142467"/>
                <a:gd name="connsiteX618" fmla="*/ 4809143 w 12190161"/>
                <a:gd name="connsiteY618" fmla="*/ 2790760 h 6142467"/>
                <a:gd name="connsiteX619" fmla="*/ 5177734 w 12190161"/>
                <a:gd name="connsiteY619" fmla="*/ 2742859 h 6142467"/>
                <a:gd name="connsiteX620" fmla="*/ 5177850 w 12190161"/>
                <a:gd name="connsiteY620" fmla="*/ 2743263 h 6142467"/>
                <a:gd name="connsiteX621" fmla="*/ 5196224 w 12190161"/>
                <a:gd name="connsiteY621" fmla="*/ 2768225 h 6142467"/>
                <a:gd name="connsiteX622" fmla="*/ 4663070 w 12190161"/>
                <a:gd name="connsiteY622" fmla="*/ 3558394 h 6142467"/>
                <a:gd name="connsiteX623" fmla="*/ 3898152 w 12190161"/>
                <a:gd name="connsiteY623" fmla="*/ 2937122 h 6142467"/>
                <a:gd name="connsiteX624" fmla="*/ 5208590 w 12190161"/>
                <a:gd name="connsiteY624" fmla="*/ 2775390 h 6142467"/>
                <a:gd name="connsiteX625" fmla="*/ 5223902 w 12190161"/>
                <a:gd name="connsiteY625" fmla="*/ 2779319 h 6142467"/>
                <a:gd name="connsiteX626" fmla="*/ 5221937 w 12190161"/>
                <a:gd name="connsiteY626" fmla="*/ 2996002 h 6142467"/>
                <a:gd name="connsiteX627" fmla="*/ 5213155 w 12190161"/>
                <a:gd name="connsiteY627" fmla="*/ 3964775 h 6142467"/>
                <a:gd name="connsiteX628" fmla="*/ 5200847 w 12190161"/>
                <a:gd name="connsiteY628" fmla="*/ 3967664 h 6142467"/>
                <a:gd name="connsiteX629" fmla="*/ 5181663 w 12190161"/>
                <a:gd name="connsiteY629" fmla="*/ 3979567 h 6142467"/>
                <a:gd name="connsiteX630" fmla="*/ 4674222 w 12190161"/>
                <a:gd name="connsiteY630" fmla="*/ 3567408 h 6142467"/>
                <a:gd name="connsiteX631" fmla="*/ 5208590 w 12190161"/>
                <a:gd name="connsiteY631" fmla="*/ 2775390 h 6142467"/>
                <a:gd name="connsiteX632" fmla="*/ 5265563 w 12190161"/>
                <a:gd name="connsiteY632" fmla="*/ 3988696 h 6142467"/>
                <a:gd name="connsiteX633" fmla="*/ 6101899 w 12190161"/>
                <a:gd name="connsiteY633" fmla="*/ 3245447 h 6142467"/>
                <a:gd name="connsiteX634" fmla="*/ 6158005 w 12190161"/>
                <a:gd name="connsiteY634" fmla="*/ 3256425 h 6142467"/>
                <a:gd name="connsiteX635" fmla="*/ 6174647 w 12190161"/>
                <a:gd name="connsiteY635" fmla="*/ 3246776 h 6142467"/>
                <a:gd name="connsiteX636" fmla="*/ 6606509 w 12190161"/>
                <a:gd name="connsiteY636" fmla="*/ 3643796 h 6142467"/>
                <a:gd name="connsiteX637" fmla="*/ 5268856 w 12190161"/>
                <a:gd name="connsiteY637" fmla="*/ 3994244 h 6142467"/>
                <a:gd name="connsiteX638" fmla="*/ 5265563 w 12190161"/>
                <a:gd name="connsiteY638" fmla="*/ 3988696 h 6142467"/>
                <a:gd name="connsiteX639" fmla="*/ 6184354 w 12190161"/>
                <a:gd name="connsiteY639" fmla="*/ 3236259 h 6142467"/>
                <a:gd name="connsiteX640" fmla="*/ 6190652 w 12190161"/>
                <a:gd name="connsiteY640" fmla="*/ 3224414 h 6142467"/>
                <a:gd name="connsiteX641" fmla="*/ 7164395 w 12190161"/>
                <a:gd name="connsiteY641" fmla="*/ 3483335 h 6142467"/>
                <a:gd name="connsiteX642" fmla="*/ 7164395 w 12190161"/>
                <a:gd name="connsiteY642" fmla="*/ 3497607 h 6142467"/>
                <a:gd name="connsiteX643" fmla="*/ 6622919 w 12190161"/>
                <a:gd name="connsiteY643" fmla="*/ 3639462 h 6142467"/>
                <a:gd name="connsiteX644" fmla="*/ 6184354 w 12190161"/>
                <a:gd name="connsiteY644" fmla="*/ 3236259 h 6142467"/>
                <a:gd name="connsiteX645" fmla="*/ 7168093 w 12190161"/>
                <a:gd name="connsiteY645" fmla="*/ 3511417 h 6142467"/>
                <a:gd name="connsiteX646" fmla="*/ 7228532 w 12190161"/>
                <a:gd name="connsiteY646" fmla="*/ 3545220 h 6142467"/>
                <a:gd name="connsiteX647" fmla="*/ 7494907 w 12190161"/>
                <a:gd name="connsiteY647" fmla="*/ 4421310 h 6142467"/>
                <a:gd name="connsiteX648" fmla="*/ 7482138 w 12190161"/>
                <a:gd name="connsiteY648" fmla="*/ 4429342 h 6142467"/>
                <a:gd name="connsiteX649" fmla="*/ 6635458 w 12190161"/>
                <a:gd name="connsiteY649" fmla="*/ 3650903 h 6142467"/>
                <a:gd name="connsiteX650" fmla="*/ 7168093 w 12190161"/>
                <a:gd name="connsiteY650" fmla="*/ 3511417 h 6142467"/>
                <a:gd name="connsiteX651" fmla="*/ 7508544 w 12190161"/>
                <a:gd name="connsiteY651" fmla="*/ 4417208 h 6142467"/>
                <a:gd name="connsiteX652" fmla="*/ 7242169 w 12190161"/>
                <a:gd name="connsiteY652" fmla="*/ 3541117 h 6142467"/>
                <a:gd name="connsiteX653" fmla="*/ 7271465 w 12190161"/>
                <a:gd name="connsiteY653" fmla="*/ 3471663 h 6142467"/>
                <a:gd name="connsiteX654" fmla="*/ 7269905 w 12190161"/>
                <a:gd name="connsiteY654" fmla="*/ 3467907 h 6142467"/>
                <a:gd name="connsiteX655" fmla="*/ 8394862 w 12190161"/>
                <a:gd name="connsiteY655" fmla="*/ 2775563 h 6142467"/>
                <a:gd name="connsiteX656" fmla="*/ 8405782 w 12190161"/>
                <a:gd name="connsiteY656" fmla="*/ 2785849 h 6142467"/>
                <a:gd name="connsiteX657" fmla="*/ 7537204 w 12190161"/>
                <a:gd name="connsiteY657" fmla="*/ 4419924 h 6142467"/>
                <a:gd name="connsiteX658" fmla="*/ 7508544 w 12190161"/>
                <a:gd name="connsiteY658" fmla="*/ 4417208 h 6142467"/>
                <a:gd name="connsiteX659" fmla="*/ 8491416 w 12190161"/>
                <a:gd name="connsiteY659" fmla="*/ 2754993 h 6142467"/>
                <a:gd name="connsiteX660" fmla="*/ 9213575 w 12190161"/>
                <a:gd name="connsiteY660" fmla="*/ 2850333 h 6142467"/>
                <a:gd name="connsiteX661" fmla="*/ 9216868 w 12190161"/>
                <a:gd name="connsiteY661" fmla="*/ 2869401 h 6142467"/>
                <a:gd name="connsiteX662" fmla="*/ 9257200 w 12190161"/>
                <a:gd name="connsiteY662" fmla="*/ 2904533 h 6142467"/>
                <a:gd name="connsiteX663" fmla="*/ 9243563 w 12190161"/>
                <a:gd name="connsiteY663" fmla="*/ 3065745 h 6142467"/>
                <a:gd name="connsiteX664" fmla="*/ 9227096 w 12190161"/>
                <a:gd name="connsiteY664" fmla="*/ 3069038 h 6142467"/>
                <a:gd name="connsiteX665" fmla="*/ 9199418 w 12190161"/>
                <a:gd name="connsiteY665" fmla="*/ 3091284 h 6142467"/>
                <a:gd name="connsiteX666" fmla="*/ 8490607 w 12190161"/>
                <a:gd name="connsiteY666" fmla="*/ 2757593 h 6142467"/>
                <a:gd name="connsiteX667" fmla="*/ 8491416 w 12190161"/>
                <a:gd name="connsiteY667" fmla="*/ 2754993 h 6142467"/>
                <a:gd name="connsiteX668" fmla="*/ 9257778 w 12190161"/>
                <a:gd name="connsiteY668" fmla="*/ 3067016 h 6142467"/>
                <a:gd name="connsiteX669" fmla="*/ 9271415 w 12190161"/>
                <a:gd name="connsiteY669" fmla="*/ 2905804 h 6142467"/>
                <a:gd name="connsiteX670" fmla="*/ 9287883 w 12190161"/>
                <a:gd name="connsiteY670" fmla="*/ 2902511 h 6142467"/>
                <a:gd name="connsiteX671" fmla="*/ 9318622 w 12190161"/>
                <a:gd name="connsiteY671" fmla="*/ 2874891 h 6142467"/>
                <a:gd name="connsiteX672" fmla="*/ 9477985 w 12190161"/>
                <a:gd name="connsiteY672" fmla="*/ 2929090 h 6142467"/>
                <a:gd name="connsiteX673" fmla="*/ 9284704 w 12190161"/>
                <a:gd name="connsiteY673" fmla="*/ 3081577 h 6142467"/>
                <a:gd name="connsiteX674" fmla="*/ 9257778 w 12190161"/>
                <a:gd name="connsiteY674" fmla="*/ 3067016 h 6142467"/>
                <a:gd name="connsiteX675" fmla="*/ 9323245 w 12190161"/>
                <a:gd name="connsiteY675" fmla="*/ 2861370 h 6142467"/>
                <a:gd name="connsiteX676" fmla="*/ 9321049 w 12190161"/>
                <a:gd name="connsiteY676" fmla="*/ 2831496 h 6142467"/>
                <a:gd name="connsiteX677" fmla="*/ 9319778 w 12190161"/>
                <a:gd name="connsiteY677" fmla="*/ 2828492 h 6142467"/>
                <a:gd name="connsiteX678" fmla="*/ 10491944 w 12190161"/>
                <a:gd name="connsiteY678" fmla="*/ 2129156 h 6142467"/>
                <a:gd name="connsiteX679" fmla="*/ 9491391 w 12190161"/>
                <a:gd name="connsiteY679" fmla="*/ 2918574 h 6142467"/>
                <a:gd name="connsiteX680" fmla="*/ 9323245 w 12190161"/>
                <a:gd name="connsiteY680" fmla="*/ 2861370 h 6142467"/>
                <a:gd name="connsiteX681" fmla="*/ 10564749 w 12190161"/>
                <a:gd name="connsiteY681" fmla="*/ 2119333 h 6142467"/>
                <a:gd name="connsiteX682" fmla="*/ 10601325 w 12190161"/>
                <a:gd name="connsiteY682" fmla="*/ 2118871 h 6142467"/>
                <a:gd name="connsiteX683" fmla="*/ 10630273 w 12190161"/>
                <a:gd name="connsiteY683" fmla="*/ 2094603 h 6142467"/>
                <a:gd name="connsiteX684" fmla="*/ 10774671 w 12190161"/>
                <a:gd name="connsiteY684" fmla="*/ 2155100 h 6142467"/>
                <a:gd name="connsiteX685" fmla="*/ 10109426 w 12190161"/>
                <a:gd name="connsiteY685" fmla="*/ 3055922 h 6142467"/>
                <a:gd name="connsiteX686" fmla="*/ 10564749 w 12190161"/>
                <a:gd name="connsiteY686" fmla="*/ 2119333 h 6142467"/>
                <a:gd name="connsiteX687" fmla="*/ 10635763 w 12190161"/>
                <a:gd name="connsiteY687" fmla="*/ 2081428 h 6142467"/>
                <a:gd name="connsiteX688" fmla="*/ 10634434 w 12190161"/>
                <a:gd name="connsiteY688" fmla="*/ 2047799 h 6142467"/>
                <a:gd name="connsiteX689" fmla="*/ 10629060 w 12190161"/>
                <a:gd name="connsiteY689" fmla="*/ 2036994 h 6142467"/>
                <a:gd name="connsiteX690" fmla="*/ 11238776 w 12190161"/>
                <a:gd name="connsiteY690" fmla="*/ 1526663 h 6142467"/>
                <a:gd name="connsiteX691" fmla="*/ 10783396 w 12190161"/>
                <a:gd name="connsiteY691" fmla="*/ 2143255 h 6142467"/>
                <a:gd name="connsiteX692" fmla="*/ 10635763 w 12190161"/>
                <a:gd name="connsiteY692" fmla="*/ 2081428 h 6142467"/>
                <a:gd name="connsiteX693" fmla="*/ 10790330 w 12190161"/>
                <a:gd name="connsiteY693" fmla="*/ 713382 h 6142467"/>
                <a:gd name="connsiteX694" fmla="*/ 10792641 w 12190161"/>
                <a:gd name="connsiteY694" fmla="*/ 721991 h 6142467"/>
                <a:gd name="connsiteX695" fmla="*/ 10829910 w 12190161"/>
                <a:gd name="connsiteY695" fmla="*/ 756372 h 6142467"/>
                <a:gd name="connsiteX696" fmla="*/ 10732143 w 12190161"/>
                <a:gd name="connsiteY696" fmla="*/ 1259306 h 6142467"/>
                <a:gd name="connsiteX697" fmla="*/ 9766259 w 12190161"/>
                <a:gd name="connsiteY697" fmla="*/ 878869 h 6142467"/>
                <a:gd name="connsiteX698" fmla="*/ 9766144 w 12190161"/>
                <a:gd name="connsiteY698" fmla="*/ 867082 h 6142467"/>
                <a:gd name="connsiteX699" fmla="*/ 10006806 w 12190161"/>
                <a:gd name="connsiteY699" fmla="*/ 830968 h 6142467"/>
                <a:gd name="connsiteX700" fmla="*/ 10790330 w 12190161"/>
                <a:gd name="connsiteY700" fmla="*/ 713382 h 6142467"/>
                <a:gd name="connsiteX701" fmla="*/ 9730088 w 12190161"/>
                <a:gd name="connsiteY701" fmla="*/ 925557 h 6142467"/>
                <a:gd name="connsiteX702" fmla="*/ 9744649 w 12190161"/>
                <a:gd name="connsiteY702" fmla="*/ 917641 h 6142467"/>
                <a:gd name="connsiteX703" fmla="*/ 10544409 w 12190161"/>
                <a:gd name="connsiteY703" fmla="*/ 2026420 h 6142467"/>
                <a:gd name="connsiteX704" fmla="*/ 10531293 w 12190161"/>
                <a:gd name="connsiteY704" fmla="*/ 2045430 h 6142467"/>
                <a:gd name="connsiteX705" fmla="*/ 9520686 w 12190161"/>
                <a:gd name="connsiteY705" fmla="*/ 1769001 h 6142467"/>
                <a:gd name="connsiteX706" fmla="*/ 9710558 w 12190161"/>
                <a:gd name="connsiteY706" fmla="*/ 928851 h 6142467"/>
                <a:gd name="connsiteX707" fmla="*/ 9730088 w 12190161"/>
                <a:gd name="connsiteY707" fmla="*/ 925557 h 6142467"/>
                <a:gd name="connsiteX708" fmla="*/ 9274130 w 12190161"/>
                <a:gd name="connsiteY708" fmla="*/ 2795267 h 6142467"/>
                <a:gd name="connsiteX709" fmla="*/ 9268872 w 12190161"/>
                <a:gd name="connsiteY709" fmla="*/ 2795036 h 6142467"/>
                <a:gd name="connsiteX710" fmla="*/ 9219757 w 12190161"/>
                <a:gd name="connsiteY710" fmla="*/ 2422689 h 6142467"/>
                <a:gd name="connsiteX711" fmla="*/ 9126960 w 12190161"/>
                <a:gd name="connsiteY711" fmla="*/ 1719424 h 6142467"/>
                <a:gd name="connsiteX712" fmla="*/ 9131929 w 12190161"/>
                <a:gd name="connsiteY712" fmla="*/ 1717922 h 6142467"/>
                <a:gd name="connsiteX713" fmla="*/ 9164402 w 12190161"/>
                <a:gd name="connsiteY713" fmla="*/ 1686315 h 6142467"/>
                <a:gd name="connsiteX714" fmla="*/ 9503756 w 12190161"/>
                <a:gd name="connsiteY714" fmla="*/ 1779113 h 6142467"/>
                <a:gd name="connsiteX715" fmla="*/ 9274130 w 12190161"/>
                <a:gd name="connsiteY715" fmla="*/ 2795267 h 6142467"/>
                <a:gd name="connsiteX716" fmla="*/ 9060857 w 12190161"/>
                <a:gd name="connsiteY716" fmla="*/ 1684813 h 6142467"/>
                <a:gd name="connsiteX717" fmla="*/ 9076978 w 12190161"/>
                <a:gd name="connsiteY717" fmla="*/ 1707983 h 6142467"/>
                <a:gd name="connsiteX718" fmla="*/ 8643729 w 12190161"/>
                <a:gd name="connsiteY718" fmla="*/ 2398998 h 6142467"/>
                <a:gd name="connsiteX719" fmla="*/ 7770528 w 12190161"/>
                <a:gd name="connsiteY719" fmla="*/ 1780789 h 6142467"/>
                <a:gd name="connsiteX720" fmla="*/ 7775555 w 12190161"/>
                <a:gd name="connsiteY720" fmla="*/ 1760103 h 6142467"/>
                <a:gd name="connsiteX721" fmla="*/ 9058430 w 12190161"/>
                <a:gd name="connsiteY721" fmla="*/ 1675452 h 6142467"/>
                <a:gd name="connsiteX722" fmla="*/ 9060857 w 12190161"/>
                <a:gd name="connsiteY722" fmla="*/ 1684813 h 6142467"/>
                <a:gd name="connsiteX723" fmla="*/ 7668080 w 12190161"/>
                <a:gd name="connsiteY723" fmla="*/ 1776686 h 6142467"/>
                <a:gd name="connsiteX724" fmla="*/ 7679174 w 12190161"/>
                <a:gd name="connsiteY724" fmla="*/ 1795003 h 6142467"/>
                <a:gd name="connsiteX725" fmla="*/ 7125218 w 12190161"/>
                <a:gd name="connsiteY725" fmla="*/ 2406799 h 6142467"/>
                <a:gd name="connsiteX726" fmla="*/ 7094189 w 12190161"/>
                <a:gd name="connsiteY726" fmla="*/ 2396918 h 6142467"/>
                <a:gd name="connsiteX727" fmla="*/ 6986195 w 12190161"/>
                <a:gd name="connsiteY727" fmla="*/ 1495634 h 6142467"/>
                <a:gd name="connsiteX728" fmla="*/ 6991511 w 12190161"/>
                <a:gd name="connsiteY728" fmla="*/ 1494017 h 6142467"/>
                <a:gd name="connsiteX729" fmla="*/ 7020402 w 12190161"/>
                <a:gd name="connsiteY729" fmla="*/ 1469921 h 6142467"/>
                <a:gd name="connsiteX730" fmla="*/ 7666751 w 12190161"/>
                <a:gd name="connsiteY730" fmla="*/ 1742999 h 6142467"/>
                <a:gd name="connsiteX731" fmla="*/ 7668080 w 12190161"/>
                <a:gd name="connsiteY731" fmla="*/ 1776686 h 6142467"/>
                <a:gd name="connsiteX732" fmla="*/ 6920496 w 12190161"/>
                <a:gd name="connsiteY732" fmla="*/ 1460792 h 6142467"/>
                <a:gd name="connsiteX733" fmla="*/ 6928759 w 12190161"/>
                <a:gd name="connsiteY733" fmla="*/ 1475757 h 6142467"/>
                <a:gd name="connsiteX734" fmla="*/ 6561208 w 12190161"/>
                <a:gd name="connsiteY734" fmla="*/ 1845215 h 6142467"/>
                <a:gd name="connsiteX735" fmla="*/ 5839107 w 12190161"/>
                <a:gd name="connsiteY735" fmla="*/ 1036441 h 6142467"/>
                <a:gd name="connsiteX736" fmla="*/ 5846098 w 12190161"/>
                <a:gd name="connsiteY736" fmla="*/ 1026214 h 6142467"/>
                <a:gd name="connsiteX737" fmla="*/ 6918705 w 12190161"/>
                <a:gd name="connsiteY737" fmla="*/ 1429243 h 6142467"/>
                <a:gd name="connsiteX738" fmla="*/ 6920496 w 12190161"/>
                <a:gd name="connsiteY738" fmla="*/ 1460792 h 6142467"/>
                <a:gd name="connsiteX739" fmla="*/ 6551154 w 12190161"/>
                <a:gd name="connsiteY739" fmla="*/ 1855327 h 6142467"/>
                <a:gd name="connsiteX740" fmla="*/ 5963627 w 12190161"/>
                <a:gd name="connsiteY740" fmla="*/ 2445859 h 6142467"/>
                <a:gd name="connsiteX741" fmla="*/ 5932194 w 12190161"/>
                <a:gd name="connsiteY741" fmla="*/ 2434476 h 6142467"/>
                <a:gd name="connsiteX742" fmla="*/ 5809176 w 12190161"/>
                <a:gd name="connsiteY742" fmla="*/ 1054238 h 6142467"/>
                <a:gd name="connsiteX743" fmla="*/ 5816167 w 12190161"/>
                <a:gd name="connsiteY743" fmla="*/ 1052273 h 6142467"/>
                <a:gd name="connsiteX744" fmla="*/ 5828475 w 12190161"/>
                <a:gd name="connsiteY744" fmla="*/ 1045917 h 6142467"/>
                <a:gd name="connsiteX745" fmla="*/ 6551154 w 12190161"/>
                <a:gd name="connsiteY745" fmla="*/ 1855327 h 6142467"/>
                <a:gd name="connsiteX746" fmla="*/ 5496922 w 12190161"/>
                <a:gd name="connsiteY746" fmla="*/ 1889997 h 6142467"/>
                <a:gd name="connsiteX747" fmla="*/ 5440989 w 12190161"/>
                <a:gd name="connsiteY747" fmla="*/ 1814013 h 6142467"/>
                <a:gd name="connsiteX748" fmla="*/ 5454741 w 12190161"/>
                <a:gd name="connsiteY748" fmla="*/ 1755018 h 6142467"/>
                <a:gd name="connsiteX749" fmla="*/ 5433939 w 12190161"/>
                <a:gd name="connsiteY749" fmla="*/ 1728322 h 6142467"/>
                <a:gd name="connsiteX750" fmla="*/ 5761448 w 12190161"/>
                <a:gd name="connsiteY750" fmla="*/ 1086018 h 6142467"/>
                <a:gd name="connsiteX751" fmla="*/ 5496922 w 12190161"/>
                <a:gd name="connsiteY751" fmla="*/ 1889997 h 6142467"/>
                <a:gd name="connsiteX752" fmla="*/ 5385807 w 12190161"/>
                <a:gd name="connsiteY752" fmla="*/ 1826783 h 6142467"/>
                <a:gd name="connsiteX753" fmla="*/ 5232742 w 12190161"/>
                <a:gd name="connsiteY753" fmla="*/ 2668956 h 6142467"/>
                <a:gd name="connsiteX754" fmla="*/ 5210959 w 12190161"/>
                <a:gd name="connsiteY754" fmla="*/ 2672249 h 6142467"/>
                <a:gd name="connsiteX755" fmla="*/ 5177098 w 12190161"/>
                <a:gd name="connsiteY755" fmla="*/ 2707670 h 6142467"/>
                <a:gd name="connsiteX756" fmla="*/ 3607451 w 12190161"/>
                <a:gd name="connsiteY756" fmla="*/ 2312614 h 6142467"/>
                <a:gd name="connsiteX757" fmla="*/ 3606815 w 12190161"/>
                <a:gd name="connsiteY757" fmla="*/ 2291408 h 6142467"/>
                <a:gd name="connsiteX758" fmla="*/ 5351774 w 12190161"/>
                <a:gd name="connsiteY758" fmla="*/ 1795870 h 6142467"/>
                <a:gd name="connsiteX759" fmla="*/ 5385807 w 12190161"/>
                <a:gd name="connsiteY759" fmla="*/ 1826783 h 6142467"/>
                <a:gd name="connsiteX760" fmla="*/ 3527076 w 12190161"/>
                <a:gd name="connsiteY760" fmla="*/ 2352484 h 6142467"/>
                <a:gd name="connsiteX761" fmla="*/ 3378230 w 12190161"/>
                <a:gd name="connsiteY761" fmla="*/ 2858423 h 6142467"/>
                <a:gd name="connsiteX762" fmla="*/ 3166863 w 12190161"/>
                <a:gd name="connsiteY762" fmla="*/ 2839470 h 6142467"/>
                <a:gd name="connsiteX763" fmla="*/ 3164147 w 12190161"/>
                <a:gd name="connsiteY763" fmla="*/ 2828838 h 6142467"/>
                <a:gd name="connsiteX764" fmla="*/ 3151146 w 12190161"/>
                <a:gd name="connsiteY764" fmla="*/ 2808557 h 6142467"/>
                <a:gd name="connsiteX765" fmla="*/ 3521876 w 12190161"/>
                <a:gd name="connsiteY765" fmla="*/ 2349363 h 6142467"/>
                <a:gd name="connsiteX766" fmla="*/ 3527076 w 12190161"/>
                <a:gd name="connsiteY766" fmla="*/ 2352484 h 6142467"/>
                <a:gd name="connsiteX767" fmla="*/ 3075625 w 12190161"/>
                <a:gd name="connsiteY767" fmla="*/ 2806130 h 6142467"/>
                <a:gd name="connsiteX768" fmla="*/ 3060891 w 12190161"/>
                <a:gd name="connsiteY768" fmla="*/ 2826701 h 6142467"/>
                <a:gd name="connsiteX769" fmla="*/ 2390851 w 12190161"/>
                <a:gd name="connsiteY769" fmla="*/ 2646767 h 6142467"/>
                <a:gd name="connsiteX770" fmla="*/ 2388019 w 12190161"/>
                <a:gd name="connsiteY770" fmla="*/ 2620419 h 6142467"/>
                <a:gd name="connsiteX771" fmla="*/ 2381837 w 12190161"/>
                <a:gd name="connsiteY771" fmla="*/ 2608400 h 6142467"/>
                <a:gd name="connsiteX772" fmla="*/ 2735289 w 12190161"/>
                <a:gd name="connsiteY772" fmla="*/ 2296493 h 6142467"/>
                <a:gd name="connsiteX773" fmla="*/ 3075625 w 12190161"/>
                <a:gd name="connsiteY773" fmla="*/ 2806130 h 6142467"/>
                <a:gd name="connsiteX774" fmla="*/ 2372418 w 12190161"/>
                <a:gd name="connsiteY774" fmla="*/ 2597711 h 6142467"/>
                <a:gd name="connsiteX775" fmla="*/ 2330873 w 12190161"/>
                <a:gd name="connsiteY775" fmla="*/ 2584305 h 6142467"/>
                <a:gd name="connsiteX776" fmla="*/ 2033527 w 12190161"/>
                <a:gd name="connsiteY776" fmla="*/ 1258093 h 6142467"/>
                <a:gd name="connsiteX777" fmla="*/ 2034394 w 12190161"/>
                <a:gd name="connsiteY777" fmla="*/ 1257804 h 6142467"/>
                <a:gd name="connsiteX778" fmla="*/ 2039941 w 12190161"/>
                <a:gd name="connsiteY778" fmla="*/ 1255435 h 6142467"/>
                <a:gd name="connsiteX779" fmla="*/ 2727257 w 12190161"/>
                <a:gd name="connsiteY779" fmla="*/ 2284532 h 6142467"/>
                <a:gd name="connsiteX780" fmla="*/ 2372418 w 12190161"/>
                <a:gd name="connsiteY780" fmla="*/ 2597711 h 6142467"/>
                <a:gd name="connsiteX781" fmla="*/ 248237 w 12190161"/>
                <a:gd name="connsiteY781" fmla="*/ 1474891 h 6142467"/>
                <a:gd name="connsiteX782" fmla="*/ 262798 w 12190161"/>
                <a:gd name="connsiteY782" fmla="*/ 1471771 h 6142467"/>
                <a:gd name="connsiteX783" fmla="*/ 283368 w 12190161"/>
                <a:gd name="connsiteY783" fmla="*/ 1458423 h 6142467"/>
                <a:gd name="connsiteX784" fmla="*/ 874882 w 12190161"/>
                <a:gd name="connsiteY784" fmla="*/ 1904384 h 6142467"/>
                <a:gd name="connsiteX785" fmla="*/ 196753 w 12190161"/>
                <a:gd name="connsiteY785" fmla="*/ 2840568 h 6142467"/>
                <a:gd name="connsiteX786" fmla="*/ 180169 w 12190161"/>
                <a:gd name="connsiteY786" fmla="*/ 2834732 h 6142467"/>
                <a:gd name="connsiteX787" fmla="*/ 248237 w 12190161"/>
                <a:gd name="connsiteY787" fmla="*/ 1474891 h 6142467"/>
                <a:gd name="connsiteX788" fmla="*/ 218190 w 12190161"/>
                <a:gd name="connsiteY788" fmla="*/ 2917245 h 6142467"/>
                <a:gd name="connsiteX789" fmla="*/ 225297 w 12190161"/>
                <a:gd name="connsiteY789" fmla="*/ 2896732 h 6142467"/>
                <a:gd name="connsiteX790" fmla="*/ 1086885 w 12190161"/>
                <a:gd name="connsiteY790" fmla="*/ 2902337 h 6142467"/>
                <a:gd name="connsiteX791" fmla="*/ 1022053 w 12190161"/>
                <a:gd name="connsiteY791" fmla="*/ 3494256 h 6142467"/>
                <a:gd name="connsiteX792" fmla="*/ 1004198 w 12190161"/>
                <a:gd name="connsiteY792" fmla="*/ 3497549 h 6142467"/>
                <a:gd name="connsiteX793" fmla="*/ 984090 w 12190161"/>
                <a:gd name="connsiteY793" fmla="*/ 3510377 h 6142467"/>
                <a:gd name="connsiteX794" fmla="*/ 218190 w 12190161"/>
                <a:gd name="connsiteY794" fmla="*/ 2917245 h 6142467"/>
                <a:gd name="connsiteX795" fmla="*/ 1228566 w 12190161"/>
                <a:gd name="connsiteY795" fmla="*/ 5107125 h 6142467"/>
                <a:gd name="connsiteX796" fmla="*/ 1228970 w 12190161"/>
                <a:gd name="connsiteY796" fmla="*/ 5107009 h 6142467"/>
                <a:gd name="connsiteX797" fmla="*/ 1245554 w 12190161"/>
                <a:gd name="connsiteY797" fmla="*/ 5097417 h 6142467"/>
                <a:gd name="connsiteX798" fmla="*/ 1825801 w 12190161"/>
                <a:gd name="connsiteY798" fmla="*/ 5632710 h 6142467"/>
                <a:gd name="connsiteX799" fmla="*/ 1427683 w 12190161"/>
                <a:gd name="connsiteY799" fmla="*/ 5815994 h 6142467"/>
                <a:gd name="connsiteX800" fmla="*/ 1376141 w 12190161"/>
                <a:gd name="connsiteY800" fmla="*/ 5790282 h 6142467"/>
                <a:gd name="connsiteX801" fmla="*/ 1228566 w 12190161"/>
                <a:gd name="connsiteY801" fmla="*/ 5107125 h 6142467"/>
                <a:gd name="connsiteX802" fmla="*/ 1435657 w 12190161"/>
                <a:gd name="connsiteY802" fmla="*/ 5852050 h 6142467"/>
                <a:gd name="connsiteX803" fmla="*/ 1433519 w 12190161"/>
                <a:gd name="connsiteY803" fmla="*/ 5828938 h 6142467"/>
                <a:gd name="connsiteX804" fmla="*/ 1837126 w 12190161"/>
                <a:gd name="connsiteY804" fmla="*/ 5643168 h 6142467"/>
                <a:gd name="connsiteX805" fmla="*/ 2283492 w 12190161"/>
                <a:gd name="connsiteY805" fmla="*/ 6054981 h 6142467"/>
                <a:gd name="connsiteX806" fmla="*/ 2277251 w 12190161"/>
                <a:gd name="connsiteY806" fmla="*/ 6066537 h 6142467"/>
                <a:gd name="connsiteX807" fmla="*/ 1435657 w 12190161"/>
                <a:gd name="connsiteY807" fmla="*/ 5852050 h 6142467"/>
                <a:gd name="connsiteX808" fmla="*/ 2372129 w 12190161"/>
                <a:gd name="connsiteY808" fmla="*/ 6052554 h 6142467"/>
                <a:gd name="connsiteX809" fmla="*/ 2353350 w 12190161"/>
                <a:gd name="connsiteY809" fmla="*/ 6037357 h 6142467"/>
                <a:gd name="connsiteX810" fmla="*/ 2608689 w 12190161"/>
                <a:gd name="connsiteY810" fmla="*/ 5296996 h 6142467"/>
                <a:gd name="connsiteX811" fmla="*/ 2669533 w 12190161"/>
                <a:gd name="connsiteY811" fmla="*/ 5312829 h 6142467"/>
                <a:gd name="connsiteX812" fmla="*/ 2705936 w 12190161"/>
                <a:gd name="connsiteY812" fmla="*/ 5262905 h 6142467"/>
                <a:gd name="connsiteX813" fmla="*/ 3860478 w 12190161"/>
                <a:gd name="connsiteY813" fmla="*/ 5158146 h 6142467"/>
                <a:gd name="connsiteX814" fmla="*/ 2372129 w 12190161"/>
                <a:gd name="connsiteY814" fmla="*/ 6052554 h 6142467"/>
                <a:gd name="connsiteX815" fmla="*/ 2704607 w 12190161"/>
                <a:gd name="connsiteY815" fmla="*/ 5248748 h 6142467"/>
                <a:gd name="connsiteX816" fmla="*/ 2702642 w 12190161"/>
                <a:gd name="connsiteY816" fmla="*/ 5241872 h 6142467"/>
                <a:gd name="connsiteX817" fmla="*/ 2699753 w 12190161"/>
                <a:gd name="connsiteY817" fmla="*/ 5235401 h 6142467"/>
                <a:gd name="connsiteX818" fmla="*/ 3458257 w 12190161"/>
                <a:gd name="connsiteY818" fmla="*/ 4708545 h 6142467"/>
                <a:gd name="connsiteX819" fmla="*/ 3875386 w 12190161"/>
                <a:gd name="connsiteY819" fmla="*/ 5142545 h 6142467"/>
                <a:gd name="connsiteX820" fmla="*/ 2704607 w 12190161"/>
                <a:gd name="connsiteY820" fmla="*/ 5248748 h 6142467"/>
                <a:gd name="connsiteX821" fmla="*/ 3470161 w 12190161"/>
                <a:gd name="connsiteY821" fmla="*/ 4700224 h 6142467"/>
                <a:gd name="connsiteX822" fmla="*/ 4251489 w 12190161"/>
                <a:gd name="connsiteY822" fmla="*/ 4157536 h 6142467"/>
                <a:gd name="connsiteX823" fmla="*/ 4265934 w 12190161"/>
                <a:gd name="connsiteY823" fmla="*/ 4168861 h 6142467"/>
                <a:gd name="connsiteX824" fmla="*/ 3888271 w 12190161"/>
                <a:gd name="connsiteY824" fmla="*/ 5135265 h 6142467"/>
                <a:gd name="connsiteX825" fmla="*/ 3470161 w 12190161"/>
                <a:gd name="connsiteY825" fmla="*/ 4700224 h 6142467"/>
                <a:gd name="connsiteX826" fmla="*/ 4346425 w 12190161"/>
                <a:gd name="connsiteY826" fmla="*/ 4107323 h 6142467"/>
                <a:gd name="connsiteX827" fmla="*/ 4344633 w 12190161"/>
                <a:gd name="connsiteY827" fmla="*/ 4101371 h 6142467"/>
                <a:gd name="connsiteX828" fmla="*/ 4329205 w 12190161"/>
                <a:gd name="connsiteY828" fmla="*/ 4078779 h 6142467"/>
                <a:gd name="connsiteX829" fmla="*/ 4666190 w 12190161"/>
                <a:gd name="connsiteY829" fmla="*/ 3579369 h 6142467"/>
                <a:gd name="connsiteX830" fmla="*/ 5172707 w 12190161"/>
                <a:gd name="connsiteY830" fmla="*/ 3990776 h 6142467"/>
                <a:gd name="connsiteX831" fmla="*/ 5164444 w 12190161"/>
                <a:gd name="connsiteY831" fmla="*/ 4018685 h 6142467"/>
                <a:gd name="connsiteX832" fmla="*/ 4346425 w 12190161"/>
                <a:gd name="connsiteY832" fmla="*/ 4107323 h 6142467"/>
                <a:gd name="connsiteX833" fmla="*/ 5302948 w 12190161"/>
                <a:gd name="connsiteY833" fmla="*/ 4000080 h 6142467"/>
                <a:gd name="connsiteX834" fmla="*/ 6619048 w 12190161"/>
                <a:gd name="connsiteY834" fmla="*/ 3655294 h 6142467"/>
                <a:gd name="connsiteX835" fmla="*/ 7472488 w 12190161"/>
                <a:gd name="connsiteY835" fmla="*/ 4439916 h 6142467"/>
                <a:gd name="connsiteX836" fmla="*/ 7465439 w 12190161"/>
                <a:gd name="connsiteY836" fmla="*/ 4453611 h 6142467"/>
                <a:gd name="connsiteX837" fmla="*/ 5302948 w 12190161"/>
                <a:gd name="connsiteY837" fmla="*/ 4000080 h 6142467"/>
                <a:gd name="connsiteX838" fmla="*/ 9300999 w 12190161"/>
                <a:gd name="connsiteY838" fmla="*/ 3114108 h 6142467"/>
                <a:gd name="connsiteX839" fmla="*/ 9298110 w 12190161"/>
                <a:gd name="connsiteY839" fmla="*/ 3102205 h 6142467"/>
                <a:gd name="connsiteX840" fmla="*/ 9293603 w 12190161"/>
                <a:gd name="connsiteY840" fmla="*/ 3092729 h 6142467"/>
                <a:gd name="connsiteX841" fmla="*/ 9494106 w 12190161"/>
                <a:gd name="connsiteY841" fmla="*/ 2934522 h 6142467"/>
                <a:gd name="connsiteX842" fmla="*/ 10014780 w 12190161"/>
                <a:gd name="connsiteY842" fmla="*/ 3111566 h 6142467"/>
                <a:gd name="connsiteX843" fmla="*/ 10014144 w 12190161"/>
                <a:gd name="connsiteY843" fmla="*/ 3115264 h 6142467"/>
                <a:gd name="connsiteX844" fmla="*/ 9300999 w 12190161"/>
                <a:gd name="connsiteY844" fmla="*/ 3114108 h 6142467"/>
                <a:gd name="connsiteX845" fmla="*/ 10110351 w 12190161"/>
                <a:gd name="connsiteY845" fmla="*/ 3085448 h 6142467"/>
                <a:gd name="connsiteX846" fmla="*/ 10107520 w 12190161"/>
                <a:gd name="connsiteY846" fmla="*/ 3082559 h 6142467"/>
                <a:gd name="connsiteX847" fmla="*/ 10788250 w 12190161"/>
                <a:gd name="connsiteY847" fmla="*/ 2160763 h 6142467"/>
                <a:gd name="connsiteX848" fmla="*/ 11163544 w 12190161"/>
                <a:gd name="connsiteY848" fmla="*/ 2317930 h 6142467"/>
                <a:gd name="connsiteX849" fmla="*/ 11164873 w 12190161"/>
                <a:gd name="connsiteY849" fmla="*/ 2351559 h 6142467"/>
                <a:gd name="connsiteX850" fmla="*/ 11167646 w 12190161"/>
                <a:gd name="connsiteY850" fmla="*/ 2357857 h 6142467"/>
                <a:gd name="connsiteX851" fmla="*/ 10110351 w 12190161"/>
                <a:gd name="connsiteY851" fmla="*/ 3085448 h 6142467"/>
                <a:gd name="connsiteX852" fmla="*/ 11213872 w 12190161"/>
                <a:gd name="connsiteY852" fmla="*/ 2277251 h 6142467"/>
                <a:gd name="connsiteX853" fmla="*/ 11197924 w 12190161"/>
                <a:gd name="connsiteY853" fmla="*/ 2280487 h 6142467"/>
                <a:gd name="connsiteX854" fmla="*/ 11168975 w 12190161"/>
                <a:gd name="connsiteY854" fmla="*/ 2304756 h 6142467"/>
                <a:gd name="connsiteX855" fmla="*/ 10796974 w 12190161"/>
                <a:gd name="connsiteY855" fmla="*/ 2148918 h 6142467"/>
                <a:gd name="connsiteX856" fmla="*/ 11250736 w 12190161"/>
                <a:gd name="connsiteY856" fmla="*/ 1534464 h 6142467"/>
                <a:gd name="connsiteX857" fmla="*/ 11268418 w 12190161"/>
                <a:gd name="connsiteY857" fmla="*/ 1542611 h 6142467"/>
                <a:gd name="connsiteX858" fmla="*/ 11213872 w 12190161"/>
                <a:gd name="connsiteY858" fmla="*/ 2277251 h 6142467"/>
                <a:gd name="connsiteX859" fmla="*/ 11334347 w 12190161"/>
                <a:gd name="connsiteY859" fmla="*/ 1470037 h 6142467"/>
                <a:gd name="connsiteX860" fmla="*/ 11334347 w 12190161"/>
                <a:gd name="connsiteY860" fmla="*/ 1470037 h 6142467"/>
                <a:gd name="connsiteX861" fmla="*/ 11323889 w 12190161"/>
                <a:gd name="connsiteY861" fmla="*/ 1452414 h 6142467"/>
                <a:gd name="connsiteX862" fmla="*/ 11664340 w 12190161"/>
                <a:gd name="connsiteY862" fmla="*/ 1065274 h 6142467"/>
                <a:gd name="connsiteX863" fmla="*/ 12081469 w 12190161"/>
                <a:gd name="connsiteY863" fmla="*/ 1245670 h 6142467"/>
                <a:gd name="connsiteX864" fmla="*/ 12079215 w 12190161"/>
                <a:gd name="connsiteY864" fmla="*/ 1262715 h 6142467"/>
                <a:gd name="connsiteX865" fmla="*/ 11332498 w 12190161"/>
                <a:gd name="connsiteY865" fmla="*/ 1463103 h 6142467"/>
                <a:gd name="connsiteX866" fmla="*/ 11334347 w 12190161"/>
                <a:gd name="connsiteY866" fmla="*/ 1470037 h 6142467"/>
                <a:gd name="connsiteX867" fmla="*/ 12087131 w 12190161"/>
                <a:gd name="connsiteY867" fmla="*/ 1232611 h 6142467"/>
                <a:gd name="connsiteX868" fmla="*/ 11674221 w 12190161"/>
                <a:gd name="connsiteY868" fmla="*/ 1054007 h 6142467"/>
                <a:gd name="connsiteX869" fmla="*/ 11858199 w 12190161"/>
                <a:gd name="connsiteY869" fmla="*/ 844836 h 6142467"/>
                <a:gd name="connsiteX870" fmla="*/ 11908065 w 12190161"/>
                <a:gd name="connsiteY870" fmla="*/ 850961 h 6142467"/>
                <a:gd name="connsiteX871" fmla="*/ 12098688 w 12190161"/>
                <a:gd name="connsiteY871" fmla="*/ 1219090 h 6142467"/>
                <a:gd name="connsiteX872" fmla="*/ 12087131 w 12190161"/>
                <a:gd name="connsiteY872" fmla="*/ 1232611 h 6142467"/>
                <a:gd name="connsiteX873" fmla="*/ 11833699 w 12190161"/>
                <a:gd name="connsiteY873" fmla="*/ 800979 h 6142467"/>
                <a:gd name="connsiteX874" fmla="*/ 11836993 w 12190161"/>
                <a:gd name="connsiteY874" fmla="*/ 817852 h 6142467"/>
                <a:gd name="connsiteX875" fmla="*/ 11847452 w 12190161"/>
                <a:gd name="connsiteY875" fmla="*/ 835417 h 6142467"/>
                <a:gd name="connsiteX876" fmla="*/ 11660469 w 12190161"/>
                <a:gd name="connsiteY876" fmla="*/ 1048055 h 6142467"/>
                <a:gd name="connsiteX877" fmla="*/ 10897978 w 12190161"/>
                <a:gd name="connsiteY877" fmla="*/ 718293 h 6142467"/>
                <a:gd name="connsiteX878" fmla="*/ 10898786 w 12190161"/>
                <a:gd name="connsiteY878" fmla="*/ 715173 h 6142467"/>
                <a:gd name="connsiteX879" fmla="*/ 11833699 w 12190161"/>
                <a:gd name="connsiteY879" fmla="*/ 800979 h 6142467"/>
                <a:gd name="connsiteX880" fmla="*/ 9684556 w 12190161"/>
                <a:gd name="connsiteY880" fmla="*/ 922090 h 6142467"/>
                <a:gd name="connsiteX881" fmla="*/ 9696343 w 12190161"/>
                <a:gd name="connsiteY881" fmla="*/ 926886 h 6142467"/>
                <a:gd name="connsiteX882" fmla="*/ 9506876 w 12190161"/>
                <a:gd name="connsiteY882" fmla="*/ 1765245 h 6142467"/>
                <a:gd name="connsiteX883" fmla="*/ 9167927 w 12190161"/>
                <a:gd name="connsiteY883" fmla="*/ 1672505 h 6142467"/>
                <a:gd name="connsiteX884" fmla="*/ 9165038 w 12190161"/>
                <a:gd name="connsiteY884" fmla="*/ 1646908 h 6142467"/>
                <a:gd name="connsiteX885" fmla="*/ 9151112 w 12190161"/>
                <a:gd name="connsiteY885" fmla="*/ 1625702 h 6142467"/>
                <a:gd name="connsiteX886" fmla="*/ 9684556 w 12190161"/>
                <a:gd name="connsiteY886" fmla="*/ 922090 h 6142467"/>
                <a:gd name="connsiteX887" fmla="*/ 8851455 w 12190161"/>
                <a:gd name="connsiteY887" fmla="*/ 1180607 h 6142467"/>
                <a:gd name="connsiteX888" fmla="*/ 9081196 w 12190161"/>
                <a:gd name="connsiteY888" fmla="*/ 1620501 h 6142467"/>
                <a:gd name="connsiteX889" fmla="*/ 9057736 w 12190161"/>
                <a:gd name="connsiteY889" fmla="*/ 1661238 h 6142467"/>
                <a:gd name="connsiteX890" fmla="*/ 7774225 w 12190161"/>
                <a:gd name="connsiteY890" fmla="*/ 1745946 h 6142467"/>
                <a:gd name="connsiteX891" fmla="*/ 7772203 w 12190161"/>
                <a:gd name="connsiteY891" fmla="*/ 1738781 h 6142467"/>
                <a:gd name="connsiteX892" fmla="*/ 8851455 w 12190161"/>
                <a:gd name="connsiteY892" fmla="*/ 1180607 h 6142467"/>
                <a:gd name="connsiteX893" fmla="*/ 3551807 w 12190161"/>
                <a:gd name="connsiteY893" fmla="*/ 2248129 h 6142467"/>
                <a:gd name="connsiteX894" fmla="*/ 3533836 w 12190161"/>
                <a:gd name="connsiteY894" fmla="*/ 2251423 h 6142467"/>
                <a:gd name="connsiteX895" fmla="*/ 3500727 w 12190161"/>
                <a:gd name="connsiteY895" fmla="*/ 2322495 h 6142467"/>
                <a:gd name="connsiteX896" fmla="*/ 3511128 w 12190161"/>
                <a:gd name="connsiteY896" fmla="*/ 2339945 h 6142467"/>
                <a:gd name="connsiteX897" fmla="*/ 3139763 w 12190161"/>
                <a:gd name="connsiteY897" fmla="*/ 2799890 h 6142467"/>
                <a:gd name="connsiteX898" fmla="*/ 3138607 w 12190161"/>
                <a:gd name="connsiteY898" fmla="*/ 2799312 h 6142467"/>
                <a:gd name="connsiteX899" fmla="*/ 3630621 w 12190161"/>
                <a:gd name="connsiteY899" fmla="*/ 1538855 h 6142467"/>
                <a:gd name="connsiteX900" fmla="*/ 3630794 w 12190161"/>
                <a:gd name="connsiteY900" fmla="*/ 1538913 h 6142467"/>
                <a:gd name="connsiteX901" fmla="*/ 3551807 w 12190161"/>
                <a:gd name="connsiteY901" fmla="*/ 2248129 h 6142467"/>
                <a:gd name="connsiteX902" fmla="*/ 3588614 w 12190161"/>
                <a:gd name="connsiteY902" fmla="*/ 1482691 h 6142467"/>
                <a:gd name="connsiteX903" fmla="*/ 3591907 w 12190161"/>
                <a:gd name="connsiteY903" fmla="*/ 1503955 h 6142467"/>
                <a:gd name="connsiteX904" fmla="*/ 3598090 w 12190161"/>
                <a:gd name="connsiteY904" fmla="*/ 1515974 h 6142467"/>
                <a:gd name="connsiteX905" fmla="*/ 2738063 w 12190161"/>
                <a:gd name="connsiteY905" fmla="*/ 2274998 h 6142467"/>
                <a:gd name="connsiteX906" fmla="*/ 2051844 w 12190161"/>
                <a:gd name="connsiteY906" fmla="*/ 1247519 h 6142467"/>
                <a:gd name="connsiteX907" fmla="*/ 2068832 w 12190161"/>
                <a:gd name="connsiteY907" fmla="*/ 1220477 h 6142467"/>
                <a:gd name="connsiteX908" fmla="*/ 3588614 w 12190161"/>
                <a:gd name="connsiteY908" fmla="*/ 1482691 h 6142467"/>
                <a:gd name="connsiteX909" fmla="*/ 2004809 w 12190161"/>
                <a:gd name="connsiteY909" fmla="*/ 1151427 h 6142467"/>
                <a:gd name="connsiteX910" fmla="*/ 1996431 w 12190161"/>
                <a:gd name="connsiteY910" fmla="*/ 1153681 h 6142467"/>
                <a:gd name="connsiteX911" fmla="*/ 1972278 w 12190161"/>
                <a:gd name="connsiteY911" fmla="*/ 1171015 h 6142467"/>
                <a:gd name="connsiteX912" fmla="*/ 1349908 w 12190161"/>
                <a:gd name="connsiteY912" fmla="*/ 806122 h 6142467"/>
                <a:gd name="connsiteX913" fmla="*/ 1935817 w 12190161"/>
                <a:gd name="connsiteY913" fmla="*/ 476764 h 6142467"/>
                <a:gd name="connsiteX914" fmla="*/ 1978807 w 12190161"/>
                <a:gd name="connsiteY914" fmla="*/ 499646 h 6142467"/>
                <a:gd name="connsiteX915" fmla="*/ 2004809 w 12190161"/>
                <a:gd name="connsiteY915" fmla="*/ 1151427 h 6142467"/>
                <a:gd name="connsiteX916" fmla="*/ 1925821 w 12190161"/>
                <a:gd name="connsiteY916" fmla="*/ 437415 h 6142467"/>
                <a:gd name="connsiteX917" fmla="*/ 1928710 w 12190161"/>
                <a:gd name="connsiteY917" fmla="*/ 463301 h 6142467"/>
                <a:gd name="connsiteX918" fmla="*/ 1929115 w 12190161"/>
                <a:gd name="connsiteY918" fmla="*/ 464284 h 6142467"/>
                <a:gd name="connsiteX919" fmla="*/ 1335752 w 12190161"/>
                <a:gd name="connsiteY919" fmla="*/ 797801 h 6142467"/>
                <a:gd name="connsiteX920" fmla="*/ 106440 w 12190161"/>
                <a:gd name="connsiteY920" fmla="*/ 77086 h 6142467"/>
                <a:gd name="connsiteX921" fmla="*/ 107942 w 12190161"/>
                <a:gd name="connsiteY921" fmla="*/ 73273 h 6142467"/>
                <a:gd name="connsiteX922" fmla="*/ 1925821 w 12190161"/>
                <a:gd name="connsiteY922" fmla="*/ 437415 h 61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</a:cxnLst>
              <a:rect l="l" t="t" r="r" b="b"/>
              <a:pathLst>
                <a:path w="12190161" h="6142467">
                  <a:moveTo>
                    <a:pt x="3357" y="74428"/>
                  </a:moveTo>
                  <a:cubicBezTo>
                    <a:pt x="11619" y="97079"/>
                    <a:pt x="33114" y="111004"/>
                    <a:pt x="55880" y="110831"/>
                  </a:cubicBezTo>
                  <a:lnTo>
                    <a:pt x="229284" y="1366261"/>
                  </a:lnTo>
                  <a:cubicBezTo>
                    <a:pt x="227840" y="1366665"/>
                    <a:pt x="226337" y="1367069"/>
                    <a:pt x="224893" y="1367589"/>
                  </a:cubicBezTo>
                  <a:cubicBezTo>
                    <a:pt x="196117" y="1378048"/>
                    <a:pt x="181325" y="1409886"/>
                    <a:pt x="191784" y="1438661"/>
                  </a:cubicBezTo>
                  <a:cubicBezTo>
                    <a:pt x="198775" y="1457845"/>
                    <a:pt x="215243" y="1470788"/>
                    <a:pt x="233965" y="1474197"/>
                  </a:cubicBezTo>
                  <a:lnTo>
                    <a:pt x="165955" y="2833981"/>
                  </a:lnTo>
                  <a:cubicBezTo>
                    <a:pt x="161101" y="2834386"/>
                    <a:pt x="156190" y="2835368"/>
                    <a:pt x="151394" y="2837101"/>
                  </a:cubicBezTo>
                  <a:cubicBezTo>
                    <a:pt x="122619" y="2847560"/>
                    <a:pt x="107826" y="2879398"/>
                    <a:pt x="118285" y="2908173"/>
                  </a:cubicBezTo>
                  <a:cubicBezTo>
                    <a:pt x="128744" y="2936949"/>
                    <a:pt x="160581" y="2951741"/>
                    <a:pt x="189357" y="2941282"/>
                  </a:cubicBezTo>
                  <a:cubicBezTo>
                    <a:pt x="197157" y="2938451"/>
                    <a:pt x="203918" y="2934002"/>
                    <a:pt x="209465" y="2928455"/>
                  </a:cubicBezTo>
                  <a:lnTo>
                    <a:pt x="975307" y="3521587"/>
                  </a:lnTo>
                  <a:cubicBezTo>
                    <a:pt x="967276" y="3535339"/>
                    <a:pt x="965196" y="3552442"/>
                    <a:pt x="971032" y="3568564"/>
                  </a:cubicBezTo>
                  <a:cubicBezTo>
                    <a:pt x="981490" y="3597339"/>
                    <a:pt x="1013328" y="3612131"/>
                    <a:pt x="1042103" y="3601673"/>
                  </a:cubicBezTo>
                  <a:cubicBezTo>
                    <a:pt x="1048113" y="3599477"/>
                    <a:pt x="1053429" y="3596357"/>
                    <a:pt x="1058109" y="3592543"/>
                  </a:cubicBezTo>
                  <a:lnTo>
                    <a:pt x="1540704" y="4049367"/>
                  </a:lnTo>
                  <a:cubicBezTo>
                    <a:pt x="1530246" y="4063755"/>
                    <a:pt x="1526894" y="4082939"/>
                    <a:pt x="1533424" y="4100967"/>
                  </a:cubicBezTo>
                  <a:cubicBezTo>
                    <a:pt x="1538220" y="4114199"/>
                    <a:pt x="1547580" y="4124426"/>
                    <a:pt x="1559079" y="4130667"/>
                  </a:cubicBezTo>
                  <a:lnTo>
                    <a:pt x="1223134" y="5001095"/>
                  </a:lnTo>
                  <a:cubicBezTo>
                    <a:pt x="1212849" y="4998553"/>
                    <a:pt x="1201755" y="4998957"/>
                    <a:pt x="1191065" y="5002886"/>
                  </a:cubicBezTo>
                  <a:cubicBezTo>
                    <a:pt x="1162290" y="5013345"/>
                    <a:pt x="1147498" y="5045183"/>
                    <a:pt x="1157956" y="5073958"/>
                  </a:cubicBezTo>
                  <a:cubicBezTo>
                    <a:pt x="1166681" y="5097995"/>
                    <a:pt x="1190314" y="5112210"/>
                    <a:pt x="1214641" y="5110187"/>
                  </a:cubicBezTo>
                  <a:lnTo>
                    <a:pt x="1362158" y="5793286"/>
                  </a:lnTo>
                  <a:cubicBezTo>
                    <a:pt x="1362042" y="5793344"/>
                    <a:pt x="1361869" y="5793344"/>
                    <a:pt x="1361753" y="5793402"/>
                  </a:cubicBezTo>
                  <a:cubicBezTo>
                    <a:pt x="1332978" y="5803860"/>
                    <a:pt x="1318186" y="5835698"/>
                    <a:pt x="1328644" y="5864473"/>
                  </a:cubicBezTo>
                  <a:cubicBezTo>
                    <a:pt x="1339103" y="5893249"/>
                    <a:pt x="1370941" y="5908041"/>
                    <a:pt x="1399716" y="5897582"/>
                  </a:cubicBezTo>
                  <a:cubicBezTo>
                    <a:pt x="1415202" y="5891978"/>
                    <a:pt x="1426527" y="5880132"/>
                    <a:pt x="1432190" y="5865976"/>
                  </a:cubicBezTo>
                  <a:lnTo>
                    <a:pt x="2273785" y="6080405"/>
                  </a:lnTo>
                  <a:cubicBezTo>
                    <a:pt x="2272744" y="6088783"/>
                    <a:pt x="2273611" y="6097508"/>
                    <a:pt x="2276674" y="6106002"/>
                  </a:cubicBezTo>
                  <a:cubicBezTo>
                    <a:pt x="2287132" y="6134777"/>
                    <a:pt x="2318970" y="6149570"/>
                    <a:pt x="2347745" y="6139111"/>
                  </a:cubicBezTo>
                  <a:cubicBezTo>
                    <a:pt x="2376521" y="6128653"/>
                    <a:pt x="2391313" y="6096815"/>
                    <a:pt x="2380855" y="6068040"/>
                  </a:cubicBezTo>
                  <a:cubicBezTo>
                    <a:pt x="2380450" y="6066941"/>
                    <a:pt x="2379988" y="6065902"/>
                    <a:pt x="2379525" y="6064861"/>
                  </a:cubicBezTo>
                  <a:lnTo>
                    <a:pt x="3889716" y="5157337"/>
                  </a:lnTo>
                  <a:lnTo>
                    <a:pt x="3893529" y="5161266"/>
                  </a:lnTo>
                  <a:lnTo>
                    <a:pt x="3896707" y="5153119"/>
                  </a:lnTo>
                  <a:lnTo>
                    <a:pt x="3921322" y="5138327"/>
                  </a:lnTo>
                  <a:lnTo>
                    <a:pt x="3901792" y="5140118"/>
                  </a:lnTo>
                  <a:lnTo>
                    <a:pt x="4279282" y="4174119"/>
                  </a:lnTo>
                  <a:cubicBezTo>
                    <a:pt x="4289625" y="4176719"/>
                    <a:pt x="4300835" y="4176315"/>
                    <a:pt x="4311640" y="4172386"/>
                  </a:cubicBezTo>
                  <a:cubicBezTo>
                    <a:pt x="4333770" y="4164354"/>
                    <a:pt x="4347580" y="4143668"/>
                    <a:pt x="4348042" y="4121480"/>
                  </a:cubicBezTo>
                  <a:lnTo>
                    <a:pt x="5166062" y="4032784"/>
                  </a:lnTo>
                  <a:cubicBezTo>
                    <a:pt x="5166524" y="4034749"/>
                    <a:pt x="5167102" y="4036771"/>
                    <a:pt x="5167853" y="4038736"/>
                  </a:cubicBezTo>
                  <a:cubicBezTo>
                    <a:pt x="5178312" y="4067511"/>
                    <a:pt x="5210150" y="4082303"/>
                    <a:pt x="5238925" y="4071845"/>
                  </a:cubicBezTo>
                  <a:cubicBezTo>
                    <a:pt x="5265158" y="4062311"/>
                    <a:pt x="5279719" y="4035038"/>
                    <a:pt x="5274172" y="4008516"/>
                  </a:cubicBezTo>
                  <a:lnTo>
                    <a:pt x="7462665" y="4467421"/>
                  </a:lnTo>
                  <a:cubicBezTo>
                    <a:pt x="7462088" y="4475105"/>
                    <a:pt x="7463012" y="4482964"/>
                    <a:pt x="7465786" y="4490706"/>
                  </a:cubicBezTo>
                  <a:cubicBezTo>
                    <a:pt x="7476244" y="4519482"/>
                    <a:pt x="7508082" y="4534274"/>
                    <a:pt x="7536857" y="4523815"/>
                  </a:cubicBezTo>
                  <a:cubicBezTo>
                    <a:pt x="7565632" y="4513357"/>
                    <a:pt x="7580425" y="4481519"/>
                    <a:pt x="7569966" y="4452744"/>
                  </a:cubicBezTo>
                  <a:cubicBezTo>
                    <a:pt x="7565979" y="4441765"/>
                    <a:pt x="7558815" y="4432809"/>
                    <a:pt x="7549974" y="4426511"/>
                  </a:cubicBezTo>
                  <a:lnTo>
                    <a:pt x="8418552" y="2792436"/>
                  </a:lnTo>
                  <a:cubicBezTo>
                    <a:pt x="8430513" y="2796943"/>
                    <a:pt x="8444034" y="2797405"/>
                    <a:pt x="8456977" y="2792667"/>
                  </a:cubicBezTo>
                  <a:cubicBezTo>
                    <a:pt x="8468881" y="2788333"/>
                    <a:pt x="8478299" y="2780302"/>
                    <a:pt x="8484655" y="2770421"/>
                  </a:cubicBezTo>
                  <a:lnTo>
                    <a:pt x="9193467" y="3104112"/>
                  </a:lnTo>
                  <a:cubicBezTo>
                    <a:pt x="9189827" y="3115437"/>
                    <a:pt x="9189711" y="3127976"/>
                    <a:pt x="9194102" y="3139994"/>
                  </a:cubicBezTo>
                  <a:cubicBezTo>
                    <a:pt x="9204561" y="3168770"/>
                    <a:pt x="9236399" y="3183562"/>
                    <a:pt x="9265174" y="3173104"/>
                  </a:cubicBezTo>
                  <a:cubicBezTo>
                    <a:pt x="9285282" y="3165765"/>
                    <a:pt x="9298514" y="3148084"/>
                    <a:pt x="9301114" y="3128265"/>
                  </a:cubicBezTo>
                  <a:lnTo>
                    <a:pt x="10014260" y="3129421"/>
                  </a:lnTo>
                  <a:cubicBezTo>
                    <a:pt x="10014780" y="3133408"/>
                    <a:pt x="10015704" y="3137394"/>
                    <a:pt x="10017149" y="3141324"/>
                  </a:cubicBezTo>
                  <a:cubicBezTo>
                    <a:pt x="10027608" y="3170099"/>
                    <a:pt x="10059446" y="3184891"/>
                    <a:pt x="10088221" y="3174433"/>
                  </a:cubicBezTo>
                  <a:cubicBezTo>
                    <a:pt x="10116996" y="3163974"/>
                    <a:pt x="10131788" y="3132136"/>
                    <a:pt x="10121330" y="3103361"/>
                  </a:cubicBezTo>
                  <a:cubicBezTo>
                    <a:pt x="10120521" y="3101165"/>
                    <a:pt x="10119596" y="3099085"/>
                    <a:pt x="10118556" y="3097062"/>
                  </a:cubicBezTo>
                  <a:lnTo>
                    <a:pt x="11175851" y="2369472"/>
                  </a:lnTo>
                  <a:cubicBezTo>
                    <a:pt x="11190528" y="2385766"/>
                    <a:pt x="11214161" y="2392527"/>
                    <a:pt x="11236060" y="2384553"/>
                  </a:cubicBezTo>
                  <a:cubicBezTo>
                    <a:pt x="11264836" y="2374094"/>
                    <a:pt x="11279627" y="2342256"/>
                    <a:pt x="11269169" y="2313481"/>
                  </a:cubicBezTo>
                  <a:cubicBezTo>
                    <a:pt x="11262351" y="2294760"/>
                    <a:pt x="11246461" y="2281990"/>
                    <a:pt x="11228259" y="2278234"/>
                  </a:cubicBezTo>
                  <a:lnTo>
                    <a:pt x="11282748" y="1544229"/>
                  </a:lnTo>
                  <a:cubicBezTo>
                    <a:pt x="11288930" y="1544171"/>
                    <a:pt x="11295229" y="1543189"/>
                    <a:pt x="11301354" y="1540935"/>
                  </a:cubicBezTo>
                  <a:cubicBezTo>
                    <a:pt x="11327817" y="1531286"/>
                    <a:pt x="11342436" y="1503551"/>
                    <a:pt x="11336428" y="1476740"/>
                  </a:cubicBezTo>
                  <a:lnTo>
                    <a:pt x="12081583" y="1276756"/>
                  </a:lnTo>
                  <a:cubicBezTo>
                    <a:pt x="12081930" y="1277854"/>
                    <a:pt x="12082219" y="1279010"/>
                    <a:pt x="12082624" y="1280108"/>
                  </a:cubicBezTo>
                  <a:cubicBezTo>
                    <a:pt x="12093082" y="1308883"/>
                    <a:pt x="12124920" y="1323675"/>
                    <a:pt x="12153696" y="1313217"/>
                  </a:cubicBezTo>
                  <a:cubicBezTo>
                    <a:pt x="12182472" y="1302758"/>
                    <a:pt x="12197263" y="1270920"/>
                    <a:pt x="12186805" y="1242145"/>
                  </a:cubicBezTo>
                  <a:cubicBezTo>
                    <a:pt x="12176347" y="1213369"/>
                    <a:pt x="12144509" y="1198577"/>
                    <a:pt x="12115733" y="1209036"/>
                  </a:cubicBezTo>
                  <a:cubicBezTo>
                    <a:pt x="12114057" y="1209671"/>
                    <a:pt x="12112381" y="1210365"/>
                    <a:pt x="12110821" y="1211116"/>
                  </a:cubicBezTo>
                  <a:lnTo>
                    <a:pt x="11920835" y="844200"/>
                  </a:lnTo>
                  <a:cubicBezTo>
                    <a:pt x="11941001" y="830217"/>
                    <a:pt x="11950129" y="803926"/>
                    <a:pt x="11941348" y="779773"/>
                  </a:cubicBezTo>
                  <a:cubicBezTo>
                    <a:pt x="11930889" y="750998"/>
                    <a:pt x="11899051" y="736206"/>
                    <a:pt x="11870275" y="746664"/>
                  </a:cubicBezTo>
                  <a:cubicBezTo>
                    <a:pt x="11851842" y="753367"/>
                    <a:pt x="11839188" y="768852"/>
                    <a:pt x="11835201" y="786649"/>
                  </a:cubicBezTo>
                  <a:lnTo>
                    <a:pt x="10900231" y="700843"/>
                  </a:lnTo>
                  <a:cubicBezTo>
                    <a:pt x="10900000" y="695238"/>
                    <a:pt x="10898960" y="689518"/>
                    <a:pt x="10896937" y="683971"/>
                  </a:cubicBezTo>
                  <a:cubicBezTo>
                    <a:pt x="10886479" y="655195"/>
                    <a:pt x="10854641" y="640403"/>
                    <a:pt x="10825865" y="650862"/>
                  </a:cubicBezTo>
                  <a:cubicBezTo>
                    <a:pt x="10804660" y="658604"/>
                    <a:pt x="10791081" y="677846"/>
                    <a:pt x="10789579" y="698994"/>
                  </a:cubicBezTo>
                  <a:lnTo>
                    <a:pt x="10632758" y="722511"/>
                  </a:lnTo>
                  <a:lnTo>
                    <a:pt x="9762735" y="853099"/>
                  </a:lnTo>
                  <a:cubicBezTo>
                    <a:pt x="9751757" y="825190"/>
                    <a:pt x="9720554" y="810976"/>
                    <a:pt x="9692241" y="821261"/>
                  </a:cubicBezTo>
                  <a:cubicBezTo>
                    <a:pt x="9663465" y="831719"/>
                    <a:pt x="9648673" y="863557"/>
                    <a:pt x="9659132" y="892333"/>
                  </a:cubicBezTo>
                  <a:cubicBezTo>
                    <a:pt x="9662194" y="900711"/>
                    <a:pt x="9667048" y="907818"/>
                    <a:pt x="9673115" y="913539"/>
                  </a:cubicBezTo>
                  <a:lnTo>
                    <a:pt x="9139729" y="1617150"/>
                  </a:lnTo>
                  <a:cubicBezTo>
                    <a:pt x="9126209" y="1609754"/>
                    <a:pt x="9109740" y="1607905"/>
                    <a:pt x="9094139" y="1613625"/>
                  </a:cubicBezTo>
                  <a:cubicBezTo>
                    <a:pt x="9094081" y="1613625"/>
                    <a:pt x="9094024" y="1613683"/>
                    <a:pt x="9093966" y="1613683"/>
                  </a:cubicBezTo>
                  <a:lnTo>
                    <a:pt x="8857637" y="1161192"/>
                  </a:lnTo>
                  <a:lnTo>
                    <a:pt x="7765789" y="1725954"/>
                  </a:lnTo>
                  <a:cubicBezTo>
                    <a:pt x="7751807" y="1705730"/>
                    <a:pt x="7725515" y="1696658"/>
                    <a:pt x="7701304" y="1705441"/>
                  </a:cubicBezTo>
                  <a:cubicBezTo>
                    <a:pt x="7688651" y="1710063"/>
                    <a:pt x="7678712" y="1718788"/>
                    <a:pt x="7672413" y="1729536"/>
                  </a:cubicBezTo>
                  <a:lnTo>
                    <a:pt x="7026064" y="1456458"/>
                  </a:lnTo>
                  <a:cubicBezTo>
                    <a:pt x="7029069" y="1445711"/>
                    <a:pt x="7028895" y="1433981"/>
                    <a:pt x="7024793" y="1422714"/>
                  </a:cubicBezTo>
                  <a:cubicBezTo>
                    <a:pt x="7014335" y="1393938"/>
                    <a:pt x="6982497" y="1379146"/>
                    <a:pt x="6953721" y="1389605"/>
                  </a:cubicBezTo>
                  <a:cubicBezTo>
                    <a:pt x="6940316" y="1394458"/>
                    <a:pt x="6930031" y="1404050"/>
                    <a:pt x="6923790" y="1415722"/>
                  </a:cubicBezTo>
                  <a:lnTo>
                    <a:pt x="5851183" y="1012692"/>
                  </a:lnTo>
                  <a:cubicBezTo>
                    <a:pt x="5853552" y="1002523"/>
                    <a:pt x="5853148" y="991602"/>
                    <a:pt x="5849334" y="981086"/>
                  </a:cubicBezTo>
                  <a:cubicBezTo>
                    <a:pt x="5838876" y="952310"/>
                    <a:pt x="5807038" y="937518"/>
                    <a:pt x="5778262" y="947977"/>
                  </a:cubicBezTo>
                  <a:cubicBezTo>
                    <a:pt x="5749487" y="958435"/>
                    <a:pt x="5734695" y="990273"/>
                    <a:pt x="5745153" y="1019049"/>
                  </a:cubicBezTo>
                  <a:cubicBezTo>
                    <a:pt x="5749256" y="1030374"/>
                    <a:pt x="5756710" y="1039446"/>
                    <a:pt x="5765955" y="1045744"/>
                  </a:cubicBezTo>
                  <a:lnTo>
                    <a:pt x="5421285" y="1721678"/>
                  </a:lnTo>
                  <a:cubicBezTo>
                    <a:pt x="5409555" y="1717460"/>
                    <a:pt x="5396323" y="1717228"/>
                    <a:pt x="5383727" y="1721793"/>
                  </a:cubicBezTo>
                  <a:cubicBezTo>
                    <a:pt x="5358534" y="1730981"/>
                    <a:pt x="5344031" y="1756520"/>
                    <a:pt x="5347844" y="1782002"/>
                  </a:cubicBezTo>
                  <a:lnTo>
                    <a:pt x="3603001" y="2277483"/>
                  </a:lnTo>
                  <a:lnTo>
                    <a:pt x="3604966" y="2284359"/>
                  </a:lnTo>
                  <a:cubicBezTo>
                    <a:pt x="3598379" y="2266331"/>
                    <a:pt x="3583413" y="2253734"/>
                    <a:pt x="3566079" y="2249516"/>
                  </a:cubicBezTo>
                  <a:lnTo>
                    <a:pt x="3645067" y="1540242"/>
                  </a:lnTo>
                  <a:cubicBezTo>
                    <a:pt x="3651018" y="1540127"/>
                    <a:pt x="3657085" y="1539086"/>
                    <a:pt x="3663037" y="1536948"/>
                  </a:cubicBezTo>
                  <a:cubicBezTo>
                    <a:pt x="3691812" y="1526490"/>
                    <a:pt x="3706604" y="1494652"/>
                    <a:pt x="3696146" y="1465877"/>
                  </a:cubicBezTo>
                  <a:cubicBezTo>
                    <a:pt x="3685687" y="1437101"/>
                    <a:pt x="3653849" y="1422309"/>
                    <a:pt x="3625074" y="1432768"/>
                  </a:cubicBezTo>
                  <a:cubicBezTo>
                    <a:pt x="3608144" y="1438950"/>
                    <a:pt x="3596125" y="1452529"/>
                    <a:pt x="3591156" y="1468477"/>
                  </a:cubicBezTo>
                  <a:lnTo>
                    <a:pt x="2070854" y="1206147"/>
                  </a:lnTo>
                  <a:cubicBezTo>
                    <a:pt x="2070912" y="1199675"/>
                    <a:pt x="2069930" y="1193030"/>
                    <a:pt x="2067561" y="1186616"/>
                  </a:cubicBezTo>
                  <a:cubicBezTo>
                    <a:pt x="2059818" y="1165353"/>
                    <a:pt x="2040345" y="1151716"/>
                    <a:pt x="2019081" y="1150271"/>
                  </a:cubicBezTo>
                  <a:lnTo>
                    <a:pt x="1993079" y="498144"/>
                  </a:lnTo>
                  <a:cubicBezTo>
                    <a:pt x="1995333" y="497624"/>
                    <a:pt x="1997529" y="497046"/>
                    <a:pt x="1999724" y="496237"/>
                  </a:cubicBezTo>
                  <a:cubicBezTo>
                    <a:pt x="2028500" y="485778"/>
                    <a:pt x="2043292" y="453941"/>
                    <a:pt x="2032833" y="425165"/>
                  </a:cubicBezTo>
                  <a:cubicBezTo>
                    <a:pt x="2022375" y="396390"/>
                    <a:pt x="1990537" y="381598"/>
                    <a:pt x="1961762" y="392056"/>
                  </a:cubicBezTo>
                  <a:cubicBezTo>
                    <a:pt x="1946392" y="397661"/>
                    <a:pt x="1935066" y="409333"/>
                    <a:pt x="1929404" y="423432"/>
                  </a:cubicBezTo>
                  <a:lnTo>
                    <a:pt x="110716" y="59232"/>
                  </a:lnTo>
                  <a:cubicBezTo>
                    <a:pt x="111236" y="51720"/>
                    <a:pt x="110253" y="43977"/>
                    <a:pt x="107538" y="36466"/>
                  </a:cubicBezTo>
                  <a:cubicBezTo>
                    <a:pt x="97079" y="7690"/>
                    <a:pt x="65241" y="-7102"/>
                    <a:pt x="36466" y="3357"/>
                  </a:cubicBezTo>
                  <a:cubicBezTo>
                    <a:pt x="7690" y="13815"/>
                    <a:pt x="-7102" y="45653"/>
                    <a:pt x="3357" y="74428"/>
                  </a:cubicBezTo>
                  <a:close/>
                  <a:moveTo>
                    <a:pt x="70037" y="108867"/>
                  </a:moveTo>
                  <a:cubicBezTo>
                    <a:pt x="71482" y="108462"/>
                    <a:pt x="72984" y="108058"/>
                    <a:pt x="74428" y="107538"/>
                  </a:cubicBezTo>
                  <a:cubicBezTo>
                    <a:pt x="84656" y="103839"/>
                    <a:pt x="93034" y="97368"/>
                    <a:pt x="99217" y="89394"/>
                  </a:cubicBezTo>
                  <a:lnTo>
                    <a:pt x="1321306" y="805891"/>
                  </a:lnTo>
                  <a:lnTo>
                    <a:pt x="288280" y="1386542"/>
                  </a:lnTo>
                  <a:cubicBezTo>
                    <a:pt x="277705" y="1372385"/>
                    <a:pt x="260949" y="1364180"/>
                    <a:pt x="243441" y="1364296"/>
                  </a:cubicBezTo>
                  <a:lnTo>
                    <a:pt x="70037" y="108867"/>
                  </a:lnTo>
                  <a:close/>
                  <a:moveTo>
                    <a:pt x="1964824" y="1183207"/>
                  </a:moveTo>
                  <a:cubicBezTo>
                    <a:pt x="1962051" y="1189448"/>
                    <a:pt x="1960375" y="1196208"/>
                    <a:pt x="1960028" y="1203200"/>
                  </a:cubicBezTo>
                  <a:lnTo>
                    <a:pt x="297582" y="1405957"/>
                  </a:lnTo>
                  <a:cubicBezTo>
                    <a:pt x="297120" y="1404223"/>
                    <a:pt x="296600" y="1402490"/>
                    <a:pt x="295965" y="1400756"/>
                  </a:cubicBezTo>
                  <a:cubicBezTo>
                    <a:pt x="295733" y="1400179"/>
                    <a:pt x="295445" y="1399601"/>
                    <a:pt x="295213" y="1399023"/>
                  </a:cubicBezTo>
                  <a:lnTo>
                    <a:pt x="1335520" y="814269"/>
                  </a:lnTo>
                  <a:lnTo>
                    <a:pt x="1964824" y="1183207"/>
                  </a:lnTo>
                  <a:close/>
                  <a:moveTo>
                    <a:pt x="3617389" y="1533597"/>
                  </a:moveTo>
                  <a:lnTo>
                    <a:pt x="3125376" y="2794054"/>
                  </a:lnTo>
                  <a:cubicBezTo>
                    <a:pt x="3115032" y="2791454"/>
                    <a:pt x="3103823" y="2791858"/>
                    <a:pt x="3093075" y="2795787"/>
                  </a:cubicBezTo>
                  <a:cubicBezTo>
                    <a:pt x="3091111" y="2796481"/>
                    <a:pt x="3089262" y="2797289"/>
                    <a:pt x="3087471" y="2798214"/>
                  </a:cubicBezTo>
                  <a:lnTo>
                    <a:pt x="2746094" y="2287017"/>
                  </a:lnTo>
                  <a:lnTo>
                    <a:pt x="3607566" y="1526779"/>
                  </a:lnTo>
                  <a:cubicBezTo>
                    <a:pt x="3610571" y="1529379"/>
                    <a:pt x="3613864" y="1531633"/>
                    <a:pt x="3617389" y="1533597"/>
                  </a:cubicBezTo>
                  <a:close/>
                  <a:moveTo>
                    <a:pt x="11650530" y="1059323"/>
                  </a:moveTo>
                  <a:lnTo>
                    <a:pt x="11313141" y="1442995"/>
                  </a:lnTo>
                  <a:cubicBezTo>
                    <a:pt x="11298926" y="1433461"/>
                    <a:pt x="11280552" y="1430572"/>
                    <a:pt x="11263275" y="1436870"/>
                  </a:cubicBezTo>
                  <a:cubicBezTo>
                    <a:pt x="11263160" y="1436928"/>
                    <a:pt x="11263102" y="1436928"/>
                    <a:pt x="11262986" y="1436986"/>
                  </a:cubicBezTo>
                  <a:lnTo>
                    <a:pt x="10882261" y="743775"/>
                  </a:lnTo>
                  <a:cubicBezTo>
                    <a:pt x="10886248" y="740135"/>
                    <a:pt x="10889599" y="735917"/>
                    <a:pt x="10892315" y="731352"/>
                  </a:cubicBezTo>
                  <a:lnTo>
                    <a:pt x="11650530" y="1059323"/>
                  </a:lnTo>
                  <a:close/>
                  <a:moveTo>
                    <a:pt x="9507512" y="2924005"/>
                  </a:moveTo>
                  <a:lnTo>
                    <a:pt x="10543716" y="2106448"/>
                  </a:lnTo>
                  <a:cubicBezTo>
                    <a:pt x="10546259" y="2108933"/>
                    <a:pt x="10549032" y="2111128"/>
                    <a:pt x="10551979" y="2113093"/>
                  </a:cubicBezTo>
                  <a:lnTo>
                    <a:pt x="10086776" y="3069963"/>
                  </a:lnTo>
                  <a:cubicBezTo>
                    <a:pt x="10075278" y="3066091"/>
                    <a:pt x="10062450" y="3065918"/>
                    <a:pt x="10050200" y="3070425"/>
                  </a:cubicBezTo>
                  <a:cubicBezTo>
                    <a:pt x="10036217" y="3075510"/>
                    <a:pt x="10025528" y="3085680"/>
                    <a:pt x="10019460" y="3098045"/>
                  </a:cubicBezTo>
                  <a:lnTo>
                    <a:pt x="9507512" y="2924005"/>
                  </a:lnTo>
                  <a:close/>
                  <a:moveTo>
                    <a:pt x="2309725" y="6034873"/>
                  </a:moveTo>
                  <a:cubicBezTo>
                    <a:pt x="2303484" y="6037126"/>
                    <a:pt x="2297995" y="6040477"/>
                    <a:pt x="2293199" y="6044464"/>
                  </a:cubicBezTo>
                  <a:lnTo>
                    <a:pt x="1851167" y="5636697"/>
                  </a:lnTo>
                  <a:lnTo>
                    <a:pt x="2594532" y="5294454"/>
                  </a:lnTo>
                  <a:lnTo>
                    <a:pt x="2339887" y="6032677"/>
                  </a:lnTo>
                  <a:cubicBezTo>
                    <a:pt x="2330122" y="6030712"/>
                    <a:pt x="2319779" y="6031232"/>
                    <a:pt x="2309725" y="6034873"/>
                  </a:cubicBezTo>
                  <a:close/>
                  <a:moveTo>
                    <a:pt x="2019544" y="1260982"/>
                  </a:moveTo>
                  <a:lnTo>
                    <a:pt x="2316948" y="2587367"/>
                  </a:lnTo>
                  <a:cubicBezTo>
                    <a:pt x="2311978" y="2589159"/>
                    <a:pt x="2307471" y="2591643"/>
                    <a:pt x="2303369" y="2594590"/>
                  </a:cubicBezTo>
                  <a:lnTo>
                    <a:pt x="1517129" y="1762356"/>
                  </a:lnTo>
                  <a:lnTo>
                    <a:pt x="1981928" y="1249830"/>
                  </a:lnTo>
                  <a:cubicBezTo>
                    <a:pt x="1992559" y="1257919"/>
                    <a:pt x="2005907" y="1262022"/>
                    <a:pt x="2019544" y="1260982"/>
                  </a:cubicBezTo>
                  <a:close/>
                  <a:moveTo>
                    <a:pt x="5421574" y="1826090"/>
                  </a:moveTo>
                  <a:cubicBezTo>
                    <a:pt x="5424348" y="1825107"/>
                    <a:pt x="5426948" y="1823836"/>
                    <a:pt x="5429433" y="1822449"/>
                  </a:cubicBezTo>
                  <a:lnTo>
                    <a:pt x="5491432" y="1906638"/>
                  </a:lnTo>
                  <a:lnTo>
                    <a:pt x="5255335" y="2624117"/>
                  </a:lnTo>
                  <a:lnTo>
                    <a:pt x="5399790" y="1829383"/>
                  </a:lnTo>
                  <a:cubicBezTo>
                    <a:pt x="5407013" y="1829788"/>
                    <a:pt x="5414409" y="1828748"/>
                    <a:pt x="5421574" y="1826090"/>
                  </a:cubicBezTo>
                  <a:close/>
                  <a:moveTo>
                    <a:pt x="5794961" y="1055567"/>
                  </a:moveTo>
                  <a:lnTo>
                    <a:pt x="5917922" y="2435805"/>
                  </a:lnTo>
                  <a:cubicBezTo>
                    <a:pt x="5915610" y="2436325"/>
                    <a:pt x="5913241" y="2436961"/>
                    <a:pt x="5910930" y="2437770"/>
                  </a:cubicBezTo>
                  <a:cubicBezTo>
                    <a:pt x="5908156" y="2438752"/>
                    <a:pt x="5905556" y="2440023"/>
                    <a:pt x="5903071" y="2441410"/>
                  </a:cubicBezTo>
                  <a:lnTo>
                    <a:pt x="5507265" y="1904038"/>
                  </a:lnTo>
                  <a:lnTo>
                    <a:pt x="5786756" y="1054527"/>
                  </a:lnTo>
                  <a:cubicBezTo>
                    <a:pt x="5789472" y="1055105"/>
                    <a:pt x="5792188" y="1055451"/>
                    <a:pt x="5794961" y="1055567"/>
                  </a:cubicBezTo>
                  <a:close/>
                  <a:moveTo>
                    <a:pt x="6972038" y="1497194"/>
                  </a:moveTo>
                  <a:lnTo>
                    <a:pt x="7080033" y="2398478"/>
                  </a:lnTo>
                  <a:cubicBezTo>
                    <a:pt x="7078241" y="2398940"/>
                    <a:pt x="7076451" y="2399461"/>
                    <a:pt x="7074659" y="2400154"/>
                  </a:cubicBezTo>
                  <a:cubicBezTo>
                    <a:pt x="7070210" y="2401772"/>
                    <a:pt x="7066107" y="2403967"/>
                    <a:pt x="7062351" y="2406510"/>
                  </a:cubicBezTo>
                  <a:lnTo>
                    <a:pt x="6570685" y="1855847"/>
                  </a:lnTo>
                  <a:lnTo>
                    <a:pt x="6938871" y="1485812"/>
                  </a:lnTo>
                  <a:cubicBezTo>
                    <a:pt x="6948348" y="1493034"/>
                    <a:pt x="6959962" y="1497079"/>
                    <a:pt x="6972038" y="1497194"/>
                  </a:cubicBezTo>
                  <a:close/>
                  <a:moveTo>
                    <a:pt x="8636159" y="2411132"/>
                  </a:moveTo>
                  <a:lnTo>
                    <a:pt x="8461080" y="2690393"/>
                  </a:lnTo>
                  <a:cubicBezTo>
                    <a:pt x="8448252" y="2684499"/>
                    <a:pt x="8433229" y="2683459"/>
                    <a:pt x="8418957" y="2688659"/>
                  </a:cubicBezTo>
                  <a:cubicBezTo>
                    <a:pt x="8416299" y="2689642"/>
                    <a:pt x="8413872" y="2690797"/>
                    <a:pt x="8411445" y="2692126"/>
                  </a:cubicBezTo>
                  <a:lnTo>
                    <a:pt x="7760820" y="1795407"/>
                  </a:lnTo>
                  <a:cubicBezTo>
                    <a:pt x="7761571" y="1794598"/>
                    <a:pt x="7762265" y="1793790"/>
                    <a:pt x="7762958" y="1792981"/>
                  </a:cubicBezTo>
                  <a:lnTo>
                    <a:pt x="8636159" y="2411132"/>
                  </a:lnTo>
                  <a:close/>
                  <a:moveTo>
                    <a:pt x="9112803" y="1721273"/>
                  </a:moveTo>
                  <a:lnTo>
                    <a:pt x="9206121" y="2428814"/>
                  </a:lnTo>
                  <a:lnTo>
                    <a:pt x="9254658" y="2796943"/>
                  </a:lnTo>
                  <a:cubicBezTo>
                    <a:pt x="9253098" y="2797347"/>
                    <a:pt x="9251537" y="2797810"/>
                    <a:pt x="9249977" y="2798387"/>
                  </a:cubicBezTo>
                  <a:cubicBezTo>
                    <a:pt x="9241368" y="2801508"/>
                    <a:pt x="9234029" y="2806592"/>
                    <a:pt x="9228251" y="2812891"/>
                  </a:cubicBezTo>
                  <a:lnTo>
                    <a:pt x="8655400" y="2407319"/>
                  </a:lnTo>
                  <a:lnTo>
                    <a:pt x="9088939" y="1715842"/>
                  </a:lnTo>
                  <a:cubicBezTo>
                    <a:pt x="9096335" y="1719366"/>
                    <a:pt x="9104483" y="1721215"/>
                    <a:pt x="9112803" y="1721273"/>
                  </a:cubicBezTo>
                  <a:close/>
                  <a:moveTo>
                    <a:pt x="9762966" y="893026"/>
                  </a:moveTo>
                  <a:lnTo>
                    <a:pt x="10729370" y="1273636"/>
                  </a:lnTo>
                  <a:lnTo>
                    <a:pt x="10585897" y="2011512"/>
                  </a:lnTo>
                  <a:cubicBezTo>
                    <a:pt x="10578501" y="2011050"/>
                    <a:pt x="10570873" y="2012032"/>
                    <a:pt x="10563478" y="2014748"/>
                  </a:cubicBezTo>
                  <a:cubicBezTo>
                    <a:pt x="10560877" y="2015672"/>
                    <a:pt x="10558451" y="2016886"/>
                    <a:pt x="10556082" y="2018099"/>
                  </a:cubicBezTo>
                  <a:lnTo>
                    <a:pt x="9754934" y="907414"/>
                  </a:lnTo>
                  <a:cubicBezTo>
                    <a:pt x="9758286" y="903022"/>
                    <a:pt x="9761001" y="898169"/>
                    <a:pt x="9762966" y="893026"/>
                  </a:cubicBezTo>
                  <a:close/>
                  <a:moveTo>
                    <a:pt x="10863655" y="755158"/>
                  </a:moveTo>
                  <a:cubicBezTo>
                    <a:pt x="10866024" y="754291"/>
                    <a:pt x="10868278" y="753251"/>
                    <a:pt x="10870474" y="752096"/>
                  </a:cubicBezTo>
                  <a:lnTo>
                    <a:pt x="11250332" y="1443746"/>
                  </a:lnTo>
                  <a:cubicBezTo>
                    <a:pt x="11244728" y="1447675"/>
                    <a:pt x="11240047" y="1452529"/>
                    <a:pt x="11236349" y="1458018"/>
                  </a:cubicBezTo>
                  <a:lnTo>
                    <a:pt x="10745607" y="1264738"/>
                  </a:lnTo>
                  <a:lnTo>
                    <a:pt x="10844067" y="758452"/>
                  </a:lnTo>
                  <a:cubicBezTo>
                    <a:pt x="10850538" y="758510"/>
                    <a:pt x="10857183" y="757469"/>
                    <a:pt x="10863655" y="755158"/>
                  </a:cubicBezTo>
                  <a:close/>
                  <a:moveTo>
                    <a:pt x="10599880" y="2014228"/>
                  </a:moveTo>
                  <a:lnTo>
                    <a:pt x="10742833" y="1278894"/>
                  </a:lnTo>
                  <a:lnTo>
                    <a:pt x="11229877" y="1470730"/>
                  </a:lnTo>
                  <a:cubicBezTo>
                    <a:pt x="11225833" y="1482345"/>
                    <a:pt x="11225601" y="1495403"/>
                    <a:pt x="11230109" y="1507884"/>
                  </a:cubicBezTo>
                  <a:cubicBezTo>
                    <a:pt x="11230802" y="1509733"/>
                    <a:pt x="11231553" y="1511524"/>
                    <a:pt x="11232420" y="1513258"/>
                  </a:cubicBezTo>
                  <a:lnTo>
                    <a:pt x="10619873" y="2026015"/>
                  </a:lnTo>
                  <a:cubicBezTo>
                    <a:pt x="10614095" y="2020757"/>
                    <a:pt x="10607276" y="2016712"/>
                    <a:pt x="10599880" y="2014228"/>
                  </a:cubicBezTo>
                  <a:close/>
                  <a:moveTo>
                    <a:pt x="10530311" y="2085762"/>
                  </a:moveTo>
                  <a:cubicBezTo>
                    <a:pt x="10530715" y="2086802"/>
                    <a:pt x="10531177" y="2087784"/>
                    <a:pt x="10531582" y="2088767"/>
                  </a:cubicBezTo>
                  <a:lnTo>
                    <a:pt x="10107809" y="2341621"/>
                  </a:lnTo>
                  <a:lnTo>
                    <a:pt x="9312498" y="2816126"/>
                  </a:lnTo>
                  <a:cubicBezTo>
                    <a:pt x="9306084" y="2807979"/>
                    <a:pt x="9297590" y="2801912"/>
                    <a:pt x="9288056" y="2798387"/>
                  </a:cubicBezTo>
                  <a:lnTo>
                    <a:pt x="9517508" y="1782926"/>
                  </a:lnTo>
                  <a:lnTo>
                    <a:pt x="10527480" y="2059182"/>
                  </a:lnTo>
                  <a:cubicBezTo>
                    <a:pt x="10526266" y="2067849"/>
                    <a:pt x="10527075" y="2076979"/>
                    <a:pt x="10530311" y="2085762"/>
                  </a:cubicBezTo>
                  <a:close/>
                  <a:moveTo>
                    <a:pt x="9220047" y="2824505"/>
                  </a:moveTo>
                  <a:cubicBezTo>
                    <a:pt x="9218081" y="2828203"/>
                    <a:pt x="9216522" y="2832074"/>
                    <a:pt x="9215424" y="2836119"/>
                  </a:cubicBezTo>
                  <a:lnTo>
                    <a:pt x="8493207" y="2740779"/>
                  </a:lnTo>
                  <a:cubicBezTo>
                    <a:pt x="8493207" y="2734423"/>
                    <a:pt x="8492224" y="2728009"/>
                    <a:pt x="8489913" y="2721653"/>
                  </a:cubicBezTo>
                  <a:cubicBezTo>
                    <a:pt x="8486388" y="2712003"/>
                    <a:pt x="8480437" y="2703972"/>
                    <a:pt x="8473041" y="2697904"/>
                  </a:cubicBezTo>
                  <a:lnTo>
                    <a:pt x="8647716" y="2419280"/>
                  </a:lnTo>
                  <a:lnTo>
                    <a:pt x="9220047" y="2824505"/>
                  </a:lnTo>
                  <a:close/>
                  <a:moveTo>
                    <a:pt x="5249846" y="3973326"/>
                  </a:moveTo>
                  <a:lnTo>
                    <a:pt x="5717302" y="2990859"/>
                  </a:lnTo>
                  <a:lnTo>
                    <a:pt x="6087454" y="3184487"/>
                  </a:lnTo>
                  <a:cubicBezTo>
                    <a:pt x="6082831" y="3196563"/>
                    <a:pt x="6082311" y="3210257"/>
                    <a:pt x="6087049" y="3223316"/>
                  </a:cubicBezTo>
                  <a:cubicBezTo>
                    <a:pt x="6088551" y="3227361"/>
                    <a:pt x="6090459" y="3231117"/>
                    <a:pt x="6092712" y="3234583"/>
                  </a:cubicBezTo>
                  <a:lnTo>
                    <a:pt x="5256144" y="3978007"/>
                  </a:lnTo>
                  <a:cubicBezTo>
                    <a:pt x="5254122" y="3976273"/>
                    <a:pt x="5252042" y="3974713"/>
                    <a:pt x="5249846" y="3973326"/>
                  </a:cubicBezTo>
                  <a:close/>
                  <a:moveTo>
                    <a:pt x="5236152" y="3006056"/>
                  </a:moveTo>
                  <a:lnTo>
                    <a:pt x="5238232" y="2779088"/>
                  </a:lnTo>
                  <a:cubicBezTo>
                    <a:pt x="5241814" y="2778568"/>
                    <a:pt x="5245397" y="2777644"/>
                    <a:pt x="5248922" y="2776372"/>
                  </a:cubicBezTo>
                  <a:cubicBezTo>
                    <a:pt x="5258976" y="2772732"/>
                    <a:pt x="5267238" y="2766434"/>
                    <a:pt x="5273421" y="2758633"/>
                  </a:cubicBezTo>
                  <a:lnTo>
                    <a:pt x="5704648" y="2984214"/>
                  </a:lnTo>
                  <a:lnTo>
                    <a:pt x="5236961" y="3967144"/>
                  </a:lnTo>
                  <a:cubicBezTo>
                    <a:pt x="5233840" y="3966162"/>
                    <a:pt x="5230662" y="3965353"/>
                    <a:pt x="5227427" y="3964890"/>
                  </a:cubicBezTo>
                  <a:lnTo>
                    <a:pt x="5236152" y="3006056"/>
                  </a:lnTo>
                  <a:close/>
                  <a:moveTo>
                    <a:pt x="1262080" y="5035937"/>
                  </a:moveTo>
                  <a:cubicBezTo>
                    <a:pt x="1257977" y="5024670"/>
                    <a:pt x="1250581" y="5015598"/>
                    <a:pt x="1241451" y="5009300"/>
                  </a:cubicBezTo>
                  <a:lnTo>
                    <a:pt x="1666438" y="4182208"/>
                  </a:lnTo>
                  <a:lnTo>
                    <a:pt x="2608458" y="5224769"/>
                  </a:lnTo>
                  <a:cubicBezTo>
                    <a:pt x="2603200" y="5230952"/>
                    <a:pt x="2599386" y="5238174"/>
                    <a:pt x="2597248" y="5245917"/>
                  </a:cubicBezTo>
                  <a:lnTo>
                    <a:pt x="1265373" y="5055583"/>
                  </a:lnTo>
                  <a:cubicBezTo>
                    <a:pt x="1265431" y="5049112"/>
                    <a:pt x="1264449" y="5042467"/>
                    <a:pt x="1262080" y="5035937"/>
                  </a:cubicBezTo>
                  <a:close/>
                  <a:moveTo>
                    <a:pt x="1075155" y="3530659"/>
                  </a:moveTo>
                  <a:cubicBezTo>
                    <a:pt x="1072555" y="3523493"/>
                    <a:pt x="1068568" y="3517138"/>
                    <a:pt x="1063656" y="3511880"/>
                  </a:cubicBezTo>
                  <a:lnTo>
                    <a:pt x="1534290" y="2945096"/>
                  </a:lnTo>
                  <a:cubicBezTo>
                    <a:pt x="1541802" y="2949834"/>
                    <a:pt x="1550412" y="2952781"/>
                    <a:pt x="1559368" y="2953474"/>
                  </a:cubicBezTo>
                  <a:lnTo>
                    <a:pt x="1569018" y="3528405"/>
                  </a:lnTo>
                  <a:lnTo>
                    <a:pt x="1077755" y="3541059"/>
                  </a:lnTo>
                  <a:cubicBezTo>
                    <a:pt x="1077293" y="3537592"/>
                    <a:pt x="1076426" y="3534125"/>
                    <a:pt x="1075155" y="3530659"/>
                  </a:cubicBezTo>
                  <a:close/>
                  <a:moveTo>
                    <a:pt x="1231628" y="1502510"/>
                  </a:moveTo>
                  <a:cubicBezTo>
                    <a:pt x="1236598" y="1500719"/>
                    <a:pt x="1241105" y="1498235"/>
                    <a:pt x="1245207" y="1495230"/>
                  </a:cubicBezTo>
                  <a:lnTo>
                    <a:pt x="1497715" y="1762529"/>
                  </a:lnTo>
                  <a:lnTo>
                    <a:pt x="1210596" y="2079175"/>
                  </a:lnTo>
                  <a:cubicBezTo>
                    <a:pt x="1203778" y="2074494"/>
                    <a:pt x="1195919" y="2071316"/>
                    <a:pt x="1187656" y="2070045"/>
                  </a:cubicBezTo>
                  <a:lnTo>
                    <a:pt x="1216952" y="1505688"/>
                  </a:lnTo>
                  <a:cubicBezTo>
                    <a:pt x="1221863" y="1505284"/>
                    <a:pt x="1226775" y="1504302"/>
                    <a:pt x="1231628" y="1502510"/>
                  </a:cubicBezTo>
                  <a:close/>
                  <a:moveTo>
                    <a:pt x="3110814" y="2903204"/>
                  </a:moveTo>
                  <a:lnTo>
                    <a:pt x="3143692" y="3571048"/>
                  </a:lnTo>
                  <a:cubicBezTo>
                    <a:pt x="3142999" y="3571279"/>
                    <a:pt x="3142248" y="3571453"/>
                    <a:pt x="3141554" y="3571684"/>
                  </a:cubicBezTo>
                  <a:cubicBezTo>
                    <a:pt x="3137683" y="3573128"/>
                    <a:pt x="3134043" y="3574920"/>
                    <a:pt x="3130691" y="3577057"/>
                  </a:cubicBezTo>
                  <a:lnTo>
                    <a:pt x="2723964" y="3091516"/>
                  </a:lnTo>
                  <a:lnTo>
                    <a:pt x="3068749" y="2882402"/>
                  </a:lnTo>
                  <a:cubicBezTo>
                    <a:pt x="3079034" y="2895230"/>
                    <a:pt x="3094462" y="2902857"/>
                    <a:pt x="3110814" y="2903204"/>
                  </a:cubicBezTo>
                  <a:close/>
                  <a:moveTo>
                    <a:pt x="7739094" y="1809795"/>
                  </a:moveTo>
                  <a:cubicBezTo>
                    <a:pt x="7742908" y="1808408"/>
                    <a:pt x="7746490" y="1806617"/>
                    <a:pt x="7749784" y="1804537"/>
                  </a:cubicBezTo>
                  <a:lnTo>
                    <a:pt x="8399831" y="2700447"/>
                  </a:lnTo>
                  <a:cubicBezTo>
                    <a:pt x="8393417" y="2706514"/>
                    <a:pt x="8388564" y="2714026"/>
                    <a:pt x="8385617" y="2722231"/>
                  </a:cubicBezTo>
                  <a:lnTo>
                    <a:pt x="7505193" y="2533284"/>
                  </a:lnTo>
                  <a:lnTo>
                    <a:pt x="7714710" y="1812800"/>
                  </a:lnTo>
                  <a:cubicBezTo>
                    <a:pt x="7722742" y="1813609"/>
                    <a:pt x="7731062" y="1812684"/>
                    <a:pt x="7739094" y="1809795"/>
                  </a:cubicBezTo>
                  <a:close/>
                  <a:moveTo>
                    <a:pt x="7227897" y="3435838"/>
                  </a:moveTo>
                  <a:cubicBezTo>
                    <a:pt x="7225239" y="3435434"/>
                    <a:pt x="7222581" y="3435261"/>
                    <a:pt x="7219865" y="3435203"/>
                  </a:cubicBezTo>
                  <a:lnTo>
                    <a:pt x="7153300" y="2885407"/>
                  </a:lnTo>
                  <a:lnTo>
                    <a:pt x="7107364" y="2505895"/>
                  </a:lnTo>
                  <a:cubicBezTo>
                    <a:pt x="7109155" y="2505433"/>
                    <a:pt x="7110888" y="2504913"/>
                    <a:pt x="7112621" y="2504277"/>
                  </a:cubicBezTo>
                  <a:cubicBezTo>
                    <a:pt x="7128801" y="2498383"/>
                    <a:pt x="7140588" y="2485729"/>
                    <a:pt x="7145904" y="2470706"/>
                  </a:cubicBezTo>
                  <a:lnTo>
                    <a:pt x="7487280" y="2543973"/>
                  </a:lnTo>
                  <a:lnTo>
                    <a:pt x="7227897" y="3435838"/>
                  </a:lnTo>
                  <a:close/>
                  <a:moveTo>
                    <a:pt x="5723427" y="2977974"/>
                  </a:moveTo>
                  <a:lnTo>
                    <a:pt x="5929305" y="2545244"/>
                  </a:lnTo>
                  <a:cubicBezTo>
                    <a:pt x="5935834" y="2545302"/>
                    <a:pt x="5942421" y="2544320"/>
                    <a:pt x="5948951" y="2541951"/>
                  </a:cubicBezTo>
                  <a:cubicBezTo>
                    <a:pt x="5952648" y="2540622"/>
                    <a:pt x="5956058" y="2538888"/>
                    <a:pt x="5959293" y="2536924"/>
                  </a:cubicBezTo>
                  <a:lnTo>
                    <a:pt x="6118425" y="3152995"/>
                  </a:lnTo>
                  <a:cubicBezTo>
                    <a:pt x="6108429" y="3157040"/>
                    <a:pt x="6100166" y="3163685"/>
                    <a:pt x="6094214" y="3171890"/>
                  </a:cubicBezTo>
                  <a:lnTo>
                    <a:pt x="5723427" y="2977974"/>
                  </a:lnTo>
                  <a:close/>
                  <a:moveTo>
                    <a:pt x="6132177" y="3149355"/>
                  </a:moveTo>
                  <a:lnTo>
                    <a:pt x="5971312" y="2526696"/>
                  </a:lnTo>
                  <a:cubicBezTo>
                    <a:pt x="5975125" y="2522421"/>
                    <a:pt x="5978188" y="2517625"/>
                    <a:pt x="5980499" y="2512482"/>
                  </a:cubicBezTo>
                  <a:lnTo>
                    <a:pt x="6489616" y="2918169"/>
                  </a:lnTo>
                  <a:lnTo>
                    <a:pt x="6177074" y="3163974"/>
                  </a:lnTo>
                  <a:cubicBezTo>
                    <a:pt x="6165170" y="3152822"/>
                    <a:pt x="6148760" y="3147275"/>
                    <a:pt x="6132177" y="3149355"/>
                  </a:cubicBezTo>
                  <a:close/>
                  <a:moveTo>
                    <a:pt x="5984775" y="2497690"/>
                  </a:moveTo>
                  <a:cubicBezTo>
                    <a:pt x="5985295" y="2494165"/>
                    <a:pt x="5985468" y="2490640"/>
                    <a:pt x="5985237" y="2487058"/>
                  </a:cubicBezTo>
                  <a:lnTo>
                    <a:pt x="7038834" y="2460767"/>
                  </a:lnTo>
                  <a:cubicBezTo>
                    <a:pt x="7039354" y="2464292"/>
                    <a:pt x="7040279" y="2467759"/>
                    <a:pt x="7041492" y="2471226"/>
                  </a:cubicBezTo>
                  <a:cubicBezTo>
                    <a:pt x="7042705" y="2474577"/>
                    <a:pt x="7044208" y="2477697"/>
                    <a:pt x="7045999" y="2480586"/>
                  </a:cubicBezTo>
                  <a:lnTo>
                    <a:pt x="6501057" y="2909155"/>
                  </a:lnTo>
                  <a:lnTo>
                    <a:pt x="5984775" y="2497690"/>
                  </a:lnTo>
                  <a:close/>
                  <a:moveTo>
                    <a:pt x="7054897" y="2491796"/>
                  </a:moveTo>
                  <a:cubicBezTo>
                    <a:pt x="7065067" y="2501735"/>
                    <a:pt x="7078819" y="2507513"/>
                    <a:pt x="7093149" y="2507628"/>
                  </a:cubicBezTo>
                  <a:lnTo>
                    <a:pt x="7140011" y="2894421"/>
                  </a:lnTo>
                  <a:lnTo>
                    <a:pt x="7205709" y="3436878"/>
                  </a:lnTo>
                  <a:cubicBezTo>
                    <a:pt x="7203917" y="3437341"/>
                    <a:pt x="7202184" y="3437860"/>
                    <a:pt x="7200451" y="3438496"/>
                  </a:cubicBezTo>
                  <a:cubicBezTo>
                    <a:pt x="7192881" y="3441270"/>
                    <a:pt x="7186351" y="3445488"/>
                    <a:pt x="7180920" y="3450746"/>
                  </a:cubicBezTo>
                  <a:lnTo>
                    <a:pt x="6512671" y="2918227"/>
                  </a:lnTo>
                  <a:lnTo>
                    <a:pt x="7054897" y="2491796"/>
                  </a:lnTo>
                  <a:close/>
                  <a:moveTo>
                    <a:pt x="5879670" y="2513175"/>
                  </a:moveTo>
                  <a:cubicBezTo>
                    <a:pt x="5886604" y="2528141"/>
                    <a:pt x="5899547" y="2538715"/>
                    <a:pt x="5914512" y="2543049"/>
                  </a:cubicBezTo>
                  <a:lnTo>
                    <a:pt x="5710773" y="2971329"/>
                  </a:lnTo>
                  <a:lnTo>
                    <a:pt x="5280702" y="2746383"/>
                  </a:lnTo>
                  <a:cubicBezTo>
                    <a:pt x="5284515" y="2737543"/>
                    <a:pt x="5286075" y="2727778"/>
                    <a:pt x="5284920" y="2717897"/>
                  </a:cubicBezTo>
                  <a:lnTo>
                    <a:pt x="5879670" y="2513175"/>
                  </a:lnTo>
                  <a:close/>
                  <a:moveTo>
                    <a:pt x="1591726" y="4027006"/>
                  </a:moveTo>
                  <a:lnTo>
                    <a:pt x="1583579" y="3542330"/>
                  </a:lnTo>
                  <a:lnTo>
                    <a:pt x="1941596" y="3533085"/>
                  </a:lnTo>
                  <a:cubicBezTo>
                    <a:pt x="1942174" y="3536552"/>
                    <a:pt x="1943040" y="3540077"/>
                    <a:pt x="1944254" y="3543486"/>
                  </a:cubicBezTo>
                  <a:cubicBezTo>
                    <a:pt x="1947258" y="3551749"/>
                    <a:pt x="1952054" y="3558799"/>
                    <a:pt x="1958006" y="3564519"/>
                  </a:cubicBezTo>
                  <a:lnTo>
                    <a:pt x="1612296" y="4033593"/>
                  </a:lnTo>
                  <a:cubicBezTo>
                    <a:pt x="1605998" y="4030068"/>
                    <a:pt x="1599006" y="4027815"/>
                    <a:pt x="1591726" y="4027006"/>
                  </a:cubicBezTo>
                  <a:close/>
                  <a:moveTo>
                    <a:pt x="1582885" y="2950412"/>
                  </a:moveTo>
                  <a:cubicBezTo>
                    <a:pt x="1585832" y="2949314"/>
                    <a:pt x="1588606" y="2947985"/>
                    <a:pt x="1591264" y="2946483"/>
                  </a:cubicBezTo>
                  <a:lnTo>
                    <a:pt x="1959393" y="3483277"/>
                  </a:lnTo>
                  <a:cubicBezTo>
                    <a:pt x="1949107" y="3492465"/>
                    <a:pt x="1942694" y="3505235"/>
                    <a:pt x="1941249" y="3518813"/>
                  </a:cubicBezTo>
                  <a:lnTo>
                    <a:pt x="1583290" y="3528058"/>
                  </a:lnTo>
                  <a:lnTo>
                    <a:pt x="1573640" y="2952839"/>
                  </a:lnTo>
                  <a:cubicBezTo>
                    <a:pt x="1576760" y="2952261"/>
                    <a:pt x="1579823" y="2951510"/>
                    <a:pt x="1582885" y="2950412"/>
                  </a:cubicBezTo>
                  <a:close/>
                  <a:moveTo>
                    <a:pt x="1602704" y="2937873"/>
                  </a:moveTo>
                  <a:cubicBezTo>
                    <a:pt x="1614145" y="2926606"/>
                    <a:pt x="1620328" y="2910773"/>
                    <a:pt x="1619172" y="2894537"/>
                  </a:cubicBezTo>
                  <a:lnTo>
                    <a:pt x="1889188" y="3355695"/>
                  </a:lnTo>
                  <a:lnTo>
                    <a:pt x="1602704" y="2937873"/>
                  </a:lnTo>
                  <a:close/>
                  <a:moveTo>
                    <a:pt x="3156116" y="3679043"/>
                  </a:moveTo>
                  <a:lnTo>
                    <a:pt x="3200839" y="4459793"/>
                  </a:lnTo>
                  <a:cubicBezTo>
                    <a:pt x="3197950" y="4460371"/>
                    <a:pt x="3195003" y="4461064"/>
                    <a:pt x="3192114" y="4462104"/>
                  </a:cubicBezTo>
                  <a:cubicBezTo>
                    <a:pt x="3184775" y="4464762"/>
                    <a:pt x="3178304" y="4468865"/>
                    <a:pt x="3172988" y="4473950"/>
                  </a:cubicBezTo>
                  <a:lnTo>
                    <a:pt x="2958039" y="4298870"/>
                  </a:lnTo>
                  <a:lnTo>
                    <a:pt x="3150915" y="3678407"/>
                  </a:lnTo>
                  <a:cubicBezTo>
                    <a:pt x="3152706" y="3678696"/>
                    <a:pt x="3154382" y="3678869"/>
                    <a:pt x="3156116" y="3679043"/>
                  </a:cubicBezTo>
                  <a:close/>
                  <a:moveTo>
                    <a:pt x="3108388" y="3642756"/>
                  </a:moveTo>
                  <a:cubicBezTo>
                    <a:pt x="3113646" y="3657259"/>
                    <a:pt x="3124335" y="3668180"/>
                    <a:pt x="3137336" y="3674131"/>
                  </a:cubicBezTo>
                  <a:lnTo>
                    <a:pt x="2946136" y="4289105"/>
                  </a:lnTo>
                  <a:lnTo>
                    <a:pt x="2043465" y="3553714"/>
                  </a:lnTo>
                  <a:cubicBezTo>
                    <a:pt x="2046759" y="3548340"/>
                    <a:pt x="2049128" y="3542504"/>
                    <a:pt x="2050515" y="3536321"/>
                  </a:cubicBezTo>
                  <a:lnTo>
                    <a:pt x="3105152" y="3626288"/>
                  </a:lnTo>
                  <a:cubicBezTo>
                    <a:pt x="3105383" y="3631777"/>
                    <a:pt x="3106423" y="3637324"/>
                    <a:pt x="3108388" y="3642756"/>
                  </a:cubicBezTo>
                  <a:close/>
                  <a:moveTo>
                    <a:pt x="2034451" y="3564750"/>
                  </a:moveTo>
                  <a:lnTo>
                    <a:pt x="2941571" y="4303782"/>
                  </a:lnTo>
                  <a:lnTo>
                    <a:pt x="2660924" y="5206394"/>
                  </a:lnTo>
                  <a:cubicBezTo>
                    <a:pt x="2653817" y="5205007"/>
                    <a:pt x="2646363" y="5205065"/>
                    <a:pt x="2638967" y="5206626"/>
                  </a:cubicBezTo>
                  <a:lnTo>
                    <a:pt x="2022433" y="3573359"/>
                  </a:lnTo>
                  <a:cubicBezTo>
                    <a:pt x="2026882" y="3570990"/>
                    <a:pt x="2030927" y="3568101"/>
                    <a:pt x="2034451" y="3564750"/>
                  </a:cubicBezTo>
                  <a:close/>
                  <a:moveTo>
                    <a:pt x="2678374" y="5212866"/>
                  </a:moveTo>
                  <a:cubicBezTo>
                    <a:pt x="2677103" y="5212115"/>
                    <a:pt x="2675832" y="5211479"/>
                    <a:pt x="2674502" y="5210843"/>
                  </a:cubicBezTo>
                  <a:lnTo>
                    <a:pt x="2953474" y="4313489"/>
                  </a:lnTo>
                  <a:lnTo>
                    <a:pt x="3163974" y="4484986"/>
                  </a:lnTo>
                  <a:cubicBezTo>
                    <a:pt x="3155364" y="4498911"/>
                    <a:pt x="3152937" y="4516535"/>
                    <a:pt x="3159005" y="4533119"/>
                  </a:cubicBezTo>
                  <a:cubicBezTo>
                    <a:pt x="3161951" y="4541208"/>
                    <a:pt x="3166632" y="4548142"/>
                    <a:pt x="3172410" y="4553804"/>
                  </a:cubicBezTo>
                  <a:lnTo>
                    <a:pt x="3034253" y="4738071"/>
                  </a:lnTo>
                  <a:lnTo>
                    <a:pt x="2678374" y="5212866"/>
                  </a:lnTo>
                  <a:close/>
                  <a:moveTo>
                    <a:pt x="3215111" y="4458926"/>
                  </a:moveTo>
                  <a:lnTo>
                    <a:pt x="3170734" y="3678234"/>
                  </a:lnTo>
                  <a:cubicBezTo>
                    <a:pt x="3173681" y="3677656"/>
                    <a:pt x="3176570" y="3676962"/>
                    <a:pt x="3179459" y="3675922"/>
                  </a:cubicBezTo>
                  <a:cubicBezTo>
                    <a:pt x="3192923" y="3671011"/>
                    <a:pt x="3203208" y="3661477"/>
                    <a:pt x="3209448" y="3649747"/>
                  </a:cubicBezTo>
                  <a:lnTo>
                    <a:pt x="3497260" y="3776868"/>
                  </a:lnTo>
                  <a:lnTo>
                    <a:pt x="3224818" y="4460487"/>
                  </a:lnTo>
                  <a:cubicBezTo>
                    <a:pt x="3221698" y="4459678"/>
                    <a:pt x="3218404" y="4459157"/>
                    <a:pt x="3215111" y="4458926"/>
                  </a:cubicBezTo>
                  <a:close/>
                  <a:moveTo>
                    <a:pt x="3214475" y="3636342"/>
                  </a:moveTo>
                  <a:cubicBezTo>
                    <a:pt x="3216844" y="3626230"/>
                    <a:pt x="3216382" y="3615367"/>
                    <a:pt x="3212568" y="3604851"/>
                  </a:cubicBezTo>
                  <a:cubicBezTo>
                    <a:pt x="3210430" y="3599015"/>
                    <a:pt x="3207426" y="3593814"/>
                    <a:pt x="3203786" y="3589249"/>
                  </a:cubicBezTo>
                  <a:lnTo>
                    <a:pt x="3818066" y="2952550"/>
                  </a:lnTo>
                  <a:cubicBezTo>
                    <a:pt x="3820030" y="2953994"/>
                    <a:pt x="3822053" y="2955266"/>
                    <a:pt x="3824133" y="2956421"/>
                  </a:cubicBezTo>
                  <a:lnTo>
                    <a:pt x="3502576" y="3763520"/>
                  </a:lnTo>
                  <a:lnTo>
                    <a:pt x="3214475" y="3636342"/>
                  </a:lnTo>
                  <a:close/>
                  <a:moveTo>
                    <a:pt x="3798940" y="2927010"/>
                  </a:moveTo>
                  <a:cubicBezTo>
                    <a:pt x="3801020" y="2932788"/>
                    <a:pt x="3804025" y="2937931"/>
                    <a:pt x="3807608" y="2942496"/>
                  </a:cubicBezTo>
                  <a:lnTo>
                    <a:pt x="3191074" y="3577635"/>
                  </a:lnTo>
                  <a:cubicBezTo>
                    <a:pt x="3188473" y="3575902"/>
                    <a:pt x="3185700" y="3574399"/>
                    <a:pt x="3182811" y="3573128"/>
                  </a:cubicBezTo>
                  <a:lnTo>
                    <a:pt x="3388572" y="2873735"/>
                  </a:lnTo>
                  <a:lnTo>
                    <a:pt x="3795647" y="2910253"/>
                  </a:lnTo>
                  <a:cubicBezTo>
                    <a:pt x="3795878" y="2915858"/>
                    <a:pt x="3796918" y="2921463"/>
                    <a:pt x="3798940" y="2927010"/>
                  </a:cubicBezTo>
                  <a:close/>
                  <a:moveTo>
                    <a:pt x="3119770" y="3586302"/>
                  </a:moveTo>
                  <a:cubicBezTo>
                    <a:pt x="3113126" y="3593583"/>
                    <a:pt x="3108503" y="3602482"/>
                    <a:pt x="3106423" y="3612073"/>
                  </a:cubicBezTo>
                  <a:lnTo>
                    <a:pt x="2051786" y="3522165"/>
                  </a:lnTo>
                  <a:cubicBezTo>
                    <a:pt x="2051555" y="3516675"/>
                    <a:pt x="2050457" y="3511071"/>
                    <a:pt x="2048492" y="3505639"/>
                  </a:cubicBezTo>
                  <a:cubicBezTo>
                    <a:pt x="2048088" y="3504483"/>
                    <a:pt x="2047568" y="3503328"/>
                    <a:pt x="2047048" y="3502230"/>
                  </a:cubicBezTo>
                  <a:lnTo>
                    <a:pt x="2711656" y="3099142"/>
                  </a:lnTo>
                  <a:lnTo>
                    <a:pt x="3119770" y="3586302"/>
                  </a:lnTo>
                  <a:close/>
                  <a:moveTo>
                    <a:pt x="2039652" y="3489922"/>
                  </a:moveTo>
                  <a:cubicBezTo>
                    <a:pt x="2034971" y="3484029"/>
                    <a:pt x="2029193" y="3479290"/>
                    <a:pt x="2022722" y="3475823"/>
                  </a:cubicBezTo>
                  <a:lnTo>
                    <a:pt x="2322957" y="2693282"/>
                  </a:lnTo>
                  <a:cubicBezTo>
                    <a:pt x="2333242" y="2695767"/>
                    <a:pt x="2344278" y="2695362"/>
                    <a:pt x="2354968" y="2691491"/>
                  </a:cubicBezTo>
                  <a:cubicBezTo>
                    <a:pt x="2358840" y="2690104"/>
                    <a:pt x="2362480" y="2688255"/>
                    <a:pt x="2365831" y="2686117"/>
                  </a:cubicBezTo>
                  <a:lnTo>
                    <a:pt x="2702469" y="3087991"/>
                  </a:lnTo>
                  <a:lnTo>
                    <a:pt x="2039652" y="3489922"/>
                  </a:lnTo>
                  <a:close/>
                  <a:moveTo>
                    <a:pt x="2288577" y="2610654"/>
                  </a:moveTo>
                  <a:lnTo>
                    <a:pt x="1231686" y="2142388"/>
                  </a:lnTo>
                  <a:cubicBezTo>
                    <a:pt x="1235558" y="2130890"/>
                    <a:pt x="1235673" y="2118120"/>
                    <a:pt x="1231224" y="2105870"/>
                  </a:cubicBezTo>
                  <a:cubicBezTo>
                    <a:pt x="1228855" y="2099398"/>
                    <a:pt x="1225388" y="2093678"/>
                    <a:pt x="1221170" y="2088767"/>
                  </a:cubicBezTo>
                  <a:lnTo>
                    <a:pt x="1507537" y="1772988"/>
                  </a:lnTo>
                  <a:lnTo>
                    <a:pt x="2293026" y="2604413"/>
                  </a:lnTo>
                  <a:cubicBezTo>
                    <a:pt x="2291408" y="2606378"/>
                    <a:pt x="2289906" y="2608458"/>
                    <a:pt x="2288577" y="2610654"/>
                  </a:cubicBezTo>
                  <a:close/>
                  <a:moveTo>
                    <a:pt x="1225446" y="2155216"/>
                  </a:moveTo>
                  <a:lnTo>
                    <a:pt x="2282856" y="2623712"/>
                  </a:lnTo>
                  <a:cubicBezTo>
                    <a:pt x="2279563" y="2634691"/>
                    <a:pt x="2279620" y="2646767"/>
                    <a:pt x="2283839" y="2658382"/>
                  </a:cubicBezTo>
                  <a:cubicBezTo>
                    <a:pt x="2288692" y="2671671"/>
                    <a:pt x="2298053" y="2681899"/>
                    <a:pt x="2309609" y="2688139"/>
                  </a:cubicBezTo>
                  <a:lnTo>
                    <a:pt x="2009374" y="3470681"/>
                  </a:lnTo>
                  <a:cubicBezTo>
                    <a:pt x="1999147" y="3468196"/>
                    <a:pt x="1988052" y="3468601"/>
                    <a:pt x="1977363" y="3472472"/>
                  </a:cubicBezTo>
                  <a:cubicBezTo>
                    <a:pt x="1976438" y="3472819"/>
                    <a:pt x="1975629" y="3473223"/>
                    <a:pt x="1974763" y="3473570"/>
                  </a:cubicBezTo>
                  <a:lnTo>
                    <a:pt x="1211405" y="2169835"/>
                  </a:lnTo>
                  <a:cubicBezTo>
                    <a:pt x="1217010" y="2165848"/>
                    <a:pt x="1221748" y="2160821"/>
                    <a:pt x="1225446" y="2155216"/>
                  </a:cubicBezTo>
                  <a:close/>
                  <a:moveTo>
                    <a:pt x="1594326" y="2852009"/>
                  </a:moveTo>
                  <a:cubicBezTo>
                    <a:pt x="1580978" y="2843284"/>
                    <a:pt x="1564106" y="2840395"/>
                    <a:pt x="1547869" y="2845306"/>
                  </a:cubicBezTo>
                  <a:lnTo>
                    <a:pt x="1285770" y="2325095"/>
                  </a:lnTo>
                  <a:lnTo>
                    <a:pt x="1594326" y="2852009"/>
                  </a:lnTo>
                  <a:close/>
                  <a:moveTo>
                    <a:pt x="1078159" y="3555331"/>
                  </a:moveTo>
                  <a:lnTo>
                    <a:pt x="1569306" y="3542677"/>
                  </a:lnTo>
                  <a:lnTo>
                    <a:pt x="1577454" y="4027179"/>
                  </a:lnTo>
                  <a:cubicBezTo>
                    <a:pt x="1573813" y="4027699"/>
                    <a:pt x="1570173" y="4028624"/>
                    <a:pt x="1566533" y="4029953"/>
                  </a:cubicBezTo>
                  <a:cubicBezTo>
                    <a:pt x="1560524" y="4032149"/>
                    <a:pt x="1555208" y="4035269"/>
                    <a:pt x="1550527" y="4039082"/>
                  </a:cubicBezTo>
                  <a:lnTo>
                    <a:pt x="1067874" y="3582258"/>
                  </a:lnTo>
                  <a:cubicBezTo>
                    <a:pt x="1073595" y="3574399"/>
                    <a:pt x="1077119" y="3565097"/>
                    <a:pt x="1078159" y="3555331"/>
                  </a:cubicBezTo>
                  <a:close/>
                  <a:moveTo>
                    <a:pt x="1637605" y="4063062"/>
                  </a:moveTo>
                  <a:cubicBezTo>
                    <a:pt x="1634600" y="4054799"/>
                    <a:pt x="1629804" y="4047750"/>
                    <a:pt x="1623853" y="4042029"/>
                  </a:cubicBezTo>
                  <a:lnTo>
                    <a:pt x="1949454" y="3600170"/>
                  </a:lnTo>
                  <a:lnTo>
                    <a:pt x="1663202" y="4157304"/>
                  </a:lnTo>
                  <a:lnTo>
                    <a:pt x="1627666" y="4117955"/>
                  </a:lnTo>
                  <a:cubicBezTo>
                    <a:pt x="1640147" y="4103336"/>
                    <a:pt x="1644654" y="4082477"/>
                    <a:pt x="1637605" y="4063062"/>
                  </a:cubicBezTo>
                  <a:close/>
                  <a:moveTo>
                    <a:pt x="1977594" y="3576653"/>
                  </a:moveTo>
                  <a:cubicBezTo>
                    <a:pt x="1987475" y="3580235"/>
                    <a:pt x="1998338" y="3580987"/>
                    <a:pt x="2009085" y="3578444"/>
                  </a:cubicBezTo>
                  <a:lnTo>
                    <a:pt x="2624290" y="5208070"/>
                  </a:lnTo>
                  <a:lnTo>
                    <a:pt x="2622614" y="5212981"/>
                  </a:lnTo>
                  <a:cubicBezTo>
                    <a:pt x="2621401" y="5213675"/>
                    <a:pt x="2620245" y="5214484"/>
                    <a:pt x="2619090" y="5215235"/>
                  </a:cubicBezTo>
                  <a:lnTo>
                    <a:pt x="1673429" y="4168687"/>
                  </a:lnTo>
                  <a:lnTo>
                    <a:pt x="1977594" y="3576653"/>
                  </a:lnTo>
                  <a:close/>
                  <a:moveTo>
                    <a:pt x="3260296" y="4488684"/>
                  </a:moveTo>
                  <a:cubicBezTo>
                    <a:pt x="3255154" y="4478803"/>
                    <a:pt x="3247353" y="4470945"/>
                    <a:pt x="3238108" y="4465802"/>
                  </a:cubicBezTo>
                  <a:lnTo>
                    <a:pt x="3510319" y="3782588"/>
                  </a:lnTo>
                  <a:lnTo>
                    <a:pt x="4239470" y="4104665"/>
                  </a:lnTo>
                  <a:cubicBezTo>
                    <a:pt x="4236870" y="4113506"/>
                    <a:pt x="4236408" y="4122982"/>
                    <a:pt x="4238545" y="4132400"/>
                  </a:cubicBezTo>
                  <a:lnTo>
                    <a:pt x="3260296" y="4488684"/>
                  </a:lnTo>
                  <a:close/>
                  <a:moveTo>
                    <a:pt x="4245191" y="4091606"/>
                  </a:moveTo>
                  <a:lnTo>
                    <a:pt x="3515577" y="3769298"/>
                  </a:lnTo>
                  <a:lnTo>
                    <a:pt x="3837307" y="2961737"/>
                  </a:lnTo>
                  <a:cubicBezTo>
                    <a:pt x="3845570" y="2963875"/>
                    <a:pt x="3854411" y="2964048"/>
                    <a:pt x="3863136" y="2962084"/>
                  </a:cubicBezTo>
                  <a:lnTo>
                    <a:pt x="4267032" y="4071151"/>
                  </a:lnTo>
                  <a:cubicBezTo>
                    <a:pt x="4257787" y="4075947"/>
                    <a:pt x="4250333" y="4083112"/>
                    <a:pt x="4245191" y="4091606"/>
                  </a:cubicBezTo>
                  <a:close/>
                  <a:moveTo>
                    <a:pt x="6191172" y="3185353"/>
                  </a:moveTo>
                  <a:cubicBezTo>
                    <a:pt x="6189843" y="3181655"/>
                    <a:pt x="6188110" y="3178189"/>
                    <a:pt x="6186145" y="3175010"/>
                  </a:cubicBezTo>
                  <a:lnTo>
                    <a:pt x="6501057" y="2927357"/>
                  </a:lnTo>
                  <a:lnTo>
                    <a:pt x="7171964" y="3461956"/>
                  </a:lnTo>
                  <a:cubicBezTo>
                    <a:pt x="7170461" y="3464383"/>
                    <a:pt x="7169248" y="3466983"/>
                    <a:pt x="7168151" y="3469641"/>
                  </a:cubicBezTo>
                  <a:lnTo>
                    <a:pt x="6194119" y="3210604"/>
                  </a:lnTo>
                  <a:cubicBezTo>
                    <a:pt x="6195044" y="3202341"/>
                    <a:pt x="6194235" y="3193732"/>
                    <a:pt x="6191172" y="3185353"/>
                  </a:cubicBezTo>
                  <a:close/>
                  <a:moveTo>
                    <a:pt x="7241591" y="3439883"/>
                  </a:moveTo>
                  <a:lnTo>
                    <a:pt x="7501263" y="2547036"/>
                  </a:lnTo>
                  <a:lnTo>
                    <a:pt x="8382728" y="2736156"/>
                  </a:lnTo>
                  <a:cubicBezTo>
                    <a:pt x="8382092" y="2743899"/>
                    <a:pt x="8383017" y="2751931"/>
                    <a:pt x="8385848" y="2759673"/>
                  </a:cubicBezTo>
                  <a:cubicBezTo>
                    <a:pt x="8386310" y="2760945"/>
                    <a:pt x="8386888" y="2762158"/>
                    <a:pt x="8387408" y="2763429"/>
                  </a:cubicBezTo>
                  <a:lnTo>
                    <a:pt x="7262450" y="3455773"/>
                  </a:lnTo>
                  <a:cubicBezTo>
                    <a:pt x="7256788" y="3448781"/>
                    <a:pt x="7249623" y="3443408"/>
                    <a:pt x="7241591" y="3439883"/>
                  </a:cubicBezTo>
                  <a:close/>
                  <a:moveTo>
                    <a:pt x="7700785" y="1809622"/>
                  </a:moveTo>
                  <a:lnTo>
                    <a:pt x="7491209" y="2530279"/>
                  </a:lnTo>
                  <a:lnTo>
                    <a:pt x="7148793" y="2456780"/>
                  </a:lnTo>
                  <a:cubicBezTo>
                    <a:pt x="7149429" y="2449037"/>
                    <a:pt x="7148505" y="2441063"/>
                    <a:pt x="7145673" y="2433263"/>
                  </a:cubicBezTo>
                  <a:cubicBezTo>
                    <a:pt x="7143362" y="2426849"/>
                    <a:pt x="7139895" y="2421186"/>
                    <a:pt x="7135734" y="2416333"/>
                  </a:cubicBezTo>
                  <a:lnTo>
                    <a:pt x="7690037" y="1804190"/>
                  </a:lnTo>
                  <a:cubicBezTo>
                    <a:pt x="7693446" y="1806386"/>
                    <a:pt x="7697029" y="1808177"/>
                    <a:pt x="7700785" y="1809622"/>
                  </a:cubicBezTo>
                  <a:close/>
                  <a:moveTo>
                    <a:pt x="7051720" y="2415986"/>
                  </a:moveTo>
                  <a:cubicBezTo>
                    <a:pt x="7044323" y="2424538"/>
                    <a:pt x="7039758" y="2435170"/>
                    <a:pt x="7038545" y="2446437"/>
                  </a:cubicBezTo>
                  <a:lnTo>
                    <a:pt x="6337707" y="2463945"/>
                  </a:lnTo>
                  <a:lnTo>
                    <a:pt x="5982579" y="2472786"/>
                  </a:lnTo>
                  <a:cubicBezTo>
                    <a:pt x="5982348" y="2472150"/>
                    <a:pt x="5982233" y="2471515"/>
                    <a:pt x="5982002" y="2470879"/>
                  </a:cubicBezTo>
                  <a:cubicBezTo>
                    <a:pt x="5979979" y="2465332"/>
                    <a:pt x="5977148" y="2460363"/>
                    <a:pt x="5973739" y="2455913"/>
                  </a:cubicBezTo>
                  <a:lnTo>
                    <a:pt x="6560631" y="1866017"/>
                  </a:lnTo>
                  <a:lnTo>
                    <a:pt x="7051720" y="2415986"/>
                  </a:lnTo>
                  <a:close/>
                  <a:moveTo>
                    <a:pt x="5891573" y="2449846"/>
                  </a:moveTo>
                  <a:cubicBezTo>
                    <a:pt x="5878399" y="2462443"/>
                    <a:pt x="5872100" y="2481106"/>
                    <a:pt x="5875394" y="2499539"/>
                  </a:cubicBezTo>
                  <a:lnTo>
                    <a:pt x="5281395" y="2703972"/>
                  </a:lnTo>
                  <a:cubicBezTo>
                    <a:pt x="5276079" y="2690451"/>
                    <a:pt x="5266025" y="2680165"/>
                    <a:pt x="5253833" y="2674329"/>
                  </a:cubicBezTo>
                  <a:lnTo>
                    <a:pt x="5501775" y="1920679"/>
                  </a:lnTo>
                  <a:lnTo>
                    <a:pt x="5891573" y="2449846"/>
                  </a:lnTo>
                  <a:close/>
                  <a:moveTo>
                    <a:pt x="5174729" y="2728876"/>
                  </a:moveTo>
                  <a:lnTo>
                    <a:pt x="4242475" y="2849987"/>
                  </a:lnTo>
                  <a:lnTo>
                    <a:pt x="3904623" y="2893901"/>
                  </a:lnTo>
                  <a:cubicBezTo>
                    <a:pt x="3904219" y="2892283"/>
                    <a:pt x="3903699" y="2890665"/>
                    <a:pt x="3903121" y="2889105"/>
                  </a:cubicBezTo>
                  <a:cubicBezTo>
                    <a:pt x="3892720" y="2860561"/>
                    <a:pt x="3861345" y="2845769"/>
                    <a:pt x="3832800" y="2855765"/>
                  </a:cubicBezTo>
                  <a:lnTo>
                    <a:pt x="3579889" y="2351848"/>
                  </a:lnTo>
                  <a:cubicBezTo>
                    <a:pt x="3590521" y="2345954"/>
                    <a:pt x="3598610" y="2336883"/>
                    <a:pt x="3603348" y="2326308"/>
                  </a:cubicBezTo>
                  <a:lnTo>
                    <a:pt x="5174556" y="2721768"/>
                  </a:lnTo>
                  <a:cubicBezTo>
                    <a:pt x="5174441" y="2724080"/>
                    <a:pt x="5174498" y="2726506"/>
                    <a:pt x="5174729" y="2728876"/>
                  </a:cubicBezTo>
                  <a:close/>
                  <a:moveTo>
                    <a:pt x="3566599" y="2357222"/>
                  </a:moveTo>
                  <a:lnTo>
                    <a:pt x="3820030" y="2862179"/>
                  </a:lnTo>
                  <a:cubicBezTo>
                    <a:pt x="3808127" y="2870210"/>
                    <a:pt x="3800038" y="2882402"/>
                    <a:pt x="3796975" y="2896039"/>
                  </a:cubicBezTo>
                  <a:lnTo>
                    <a:pt x="3392675" y="2859752"/>
                  </a:lnTo>
                  <a:lnTo>
                    <a:pt x="3540481" y="2357511"/>
                  </a:lnTo>
                  <a:cubicBezTo>
                    <a:pt x="3548860" y="2359417"/>
                    <a:pt x="3557816" y="2359475"/>
                    <a:pt x="3566599" y="2357222"/>
                  </a:cubicBezTo>
                  <a:close/>
                  <a:moveTo>
                    <a:pt x="3169174" y="3569084"/>
                  </a:moveTo>
                  <a:cubicBezTo>
                    <a:pt x="3165476" y="3568506"/>
                    <a:pt x="3161662" y="3568275"/>
                    <a:pt x="3157849" y="3568448"/>
                  </a:cubicBezTo>
                  <a:lnTo>
                    <a:pt x="3125029" y="2901701"/>
                  </a:lnTo>
                  <a:cubicBezTo>
                    <a:pt x="3127051" y="2901239"/>
                    <a:pt x="3129016" y="2900661"/>
                    <a:pt x="3131038" y="2899910"/>
                  </a:cubicBezTo>
                  <a:cubicBezTo>
                    <a:pt x="3151551" y="2892456"/>
                    <a:pt x="3164898" y="2874140"/>
                    <a:pt x="3167094" y="2853858"/>
                  </a:cubicBezTo>
                  <a:lnTo>
                    <a:pt x="3374127" y="2872406"/>
                  </a:lnTo>
                  <a:lnTo>
                    <a:pt x="3169174" y="3569084"/>
                  </a:lnTo>
                  <a:close/>
                  <a:moveTo>
                    <a:pt x="3059966" y="2866801"/>
                  </a:moveTo>
                  <a:cubicBezTo>
                    <a:pt x="3060371" y="2867957"/>
                    <a:pt x="3060891" y="2869055"/>
                    <a:pt x="3061411" y="2870210"/>
                  </a:cubicBezTo>
                  <a:lnTo>
                    <a:pt x="2714719" y="3080479"/>
                  </a:lnTo>
                  <a:lnTo>
                    <a:pt x="2376694" y="2676930"/>
                  </a:lnTo>
                  <a:cubicBezTo>
                    <a:pt x="2381143" y="2672076"/>
                    <a:pt x="2384668" y="2666529"/>
                    <a:pt x="2387153" y="2660520"/>
                  </a:cubicBezTo>
                  <a:lnTo>
                    <a:pt x="3057193" y="2840453"/>
                  </a:lnTo>
                  <a:cubicBezTo>
                    <a:pt x="3055979" y="2849062"/>
                    <a:pt x="3056788" y="2858076"/>
                    <a:pt x="3059966" y="2866801"/>
                  </a:cubicBezTo>
                  <a:close/>
                  <a:moveTo>
                    <a:pt x="1507306" y="1751955"/>
                  </a:moveTo>
                  <a:lnTo>
                    <a:pt x="1255550" y="1485465"/>
                  </a:lnTo>
                  <a:cubicBezTo>
                    <a:pt x="1265489" y="1473273"/>
                    <a:pt x="1269996" y="1457152"/>
                    <a:pt x="1267222" y="1441088"/>
                  </a:cubicBezTo>
                  <a:lnTo>
                    <a:pt x="1964131" y="1226544"/>
                  </a:lnTo>
                  <a:cubicBezTo>
                    <a:pt x="1966095" y="1231397"/>
                    <a:pt x="1968638" y="1235847"/>
                    <a:pt x="1971700" y="1239776"/>
                  </a:cubicBezTo>
                  <a:lnTo>
                    <a:pt x="1507306" y="1751955"/>
                  </a:lnTo>
                  <a:close/>
                  <a:moveTo>
                    <a:pt x="1263062" y="1427509"/>
                  </a:moveTo>
                  <a:cubicBezTo>
                    <a:pt x="1251216" y="1401450"/>
                    <a:pt x="1221112" y="1388449"/>
                    <a:pt x="1193723" y="1398387"/>
                  </a:cubicBezTo>
                  <a:cubicBezTo>
                    <a:pt x="1174193" y="1405495"/>
                    <a:pt x="1161134" y="1422425"/>
                    <a:pt x="1158014" y="1441608"/>
                  </a:cubicBezTo>
                  <a:lnTo>
                    <a:pt x="337105" y="1415549"/>
                  </a:lnTo>
                  <a:lnTo>
                    <a:pt x="1935182" y="1220592"/>
                  </a:lnTo>
                  <a:lnTo>
                    <a:pt x="1263062" y="1427509"/>
                  </a:lnTo>
                  <a:close/>
                  <a:moveTo>
                    <a:pt x="298565" y="1428550"/>
                  </a:moveTo>
                  <a:lnTo>
                    <a:pt x="1157552" y="1455823"/>
                  </a:lnTo>
                  <a:cubicBezTo>
                    <a:pt x="1158014" y="1460387"/>
                    <a:pt x="1158939" y="1464894"/>
                    <a:pt x="1160557" y="1469401"/>
                  </a:cubicBezTo>
                  <a:cubicBezTo>
                    <a:pt x="1163619" y="1477838"/>
                    <a:pt x="1168530" y="1485003"/>
                    <a:pt x="1174655" y="1490723"/>
                  </a:cubicBezTo>
                  <a:lnTo>
                    <a:pt x="883319" y="1892828"/>
                  </a:lnTo>
                  <a:lnTo>
                    <a:pt x="292035" y="1447098"/>
                  </a:lnTo>
                  <a:cubicBezTo>
                    <a:pt x="295271" y="1441377"/>
                    <a:pt x="297525" y="1435079"/>
                    <a:pt x="298565" y="1428550"/>
                  </a:cubicBezTo>
                  <a:close/>
                  <a:moveTo>
                    <a:pt x="1186212" y="1499101"/>
                  </a:moveTo>
                  <a:cubicBezTo>
                    <a:pt x="1191354" y="1501875"/>
                    <a:pt x="1196901" y="1503840"/>
                    <a:pt x="1202680" y="1504937"/>
                  </a:cubicBezTo>
                  <a:lnTo>
                    <a:pt x="1173384" y="2069756"/>
                  </a:lnTo>
                  <a:cubicBezTo>
                    <a:pt x="1168993" y="2070219"/>
                    <a:pt x="1164543" y="2071143"/>
                    <a:pt x="1160210" y="2072761"/>
                  </a:cubicBezTo>
                  <a:cubicBezTo>
                    <a:pt x="1152178" y="2075708"/>
                    <a:pt x="1145244" y="2080330"/>
                    <a:pt x="1139639" y="2086109"/>
                  </a:cubicBezTo>
                  <a:lnTo>
                    <a:pt x="894759" y="1901495"/>
                  </a:lnTo>
                  <a:lnTo>
                    <a:pt x="1186212" y="1499101"/>
                  </a:lnTo>
                  <a:close/>
                  <a:moveTo>
                    <a:pt x="1131030" y="2097434"/>
                  </a:moveTo>
                  <a:cubicBezTo>
                    <a:pt x="1123287" y="2111071"/>
                    <a:pt x="1121323" y="2127885"/>
                    <a:pt x="1127101" y="2143775"/>
                  </a:cubicBezTo>
                  <a:cubicBezTo>
                    <a:pt x="1128199" y="2146780"/>
                    <a:pt x="1129585" y="2149611"/>
                    <a:pt x="1131088" y="2152269"/>
                  </a:cubicBezTo>
                  <a:lnTo>
                    <a:pt x="209812" y="2850333"/>
                  </a:lnTo>
                  <a:cubicBezTo>
                    <a:pt x="209349" y="2849871"/>
                    <a:pt x="208829" y="2849351"/>
                    <a:pt x="208367" y="2848889"/>
                  </a:cubicBezTo>
                  <a:lnTo>
                    <a:pt x="886381" y="1912994"/>
                  </a:lnTo>
                  <a:lnTo>
                    <a:pt x="1131030" y="2097434"/>
                  </a:lnTo>
                  <a:close/>
                  <a:moveTo>
                    <a:pt x="222408" y="2870268"/>
                  </a:moveTo>
                  <a:cubicBezTo>
                    <a:pt x="221310" y="2867263"/>
                    <a:pt x="219923" y="2864432"/>
                    <a:pt x="218421" y="2861774"/>
                  </a:cubicBezTo>
                  <a:lnTo>
                    <a:pt x="1139697" y="2163710"/>
                  </a:lnTo>
                  <a:cubicBezTo>
                    <a:pt x="1146978" y="2171106"/>
                    <a:pt x="1156107" y="2176306"/>
                    <a:pt x="1166104" y="2178733"/>
                  </a:cubicBezTo>
                  <a:lnTo>
                    <a:pt x="1088387" y="2888123"/>
                  </a:lnTo>
                  <a:lnTo>
                    <a:pt x="225355" y="2882460"/>
                  </a:lnTo>
                  <a:cubicBezTo>
                    <a:pt x="224835" y="2878358"/>
                    <a:pt x="223910" y="2874255"/>
                    <a:pt x="222408" y="2870268"/>
                  </a:cubicBezTo>
                  <a:close/>
                  <a:moveTo>
                    <a:pt x="1180260" y="2180178"/>
                  </a:moveTo>
                  <a:cubicBezTo>
                    <a:pt x="1185345" y="2180062"/>
                    <a:pt x="1190488" y="2179253"/>
                    <a:pt x="1195515" y="2177693"/>
                  </a:cubicBezTo>
                  <a:lnTo>
                    <a:pt x="1534810" y="2851142"/>
                  </a:lnTo>
                  <a:cubicBezTo>
                    <a:pt x="1520538" y="2859925"/>
                    <a:pt x="1511236" y="2874660"/>
                    <a:pt x="1509040" y="2890838"/>
                  </a:cubicBezTo>
                  <a:lnTo>
                    <a:pt x="1102717" y="2888181"/>
                  </a:lnTo>
                  <a:lnTo>
                    <a:pt x="1180260" y="2180178"/>
                  </a:lnTo>
                  <a:close/>
                  <a:moveTo>
                    <a:pt x="1508982" y="2905053"/>
                  </a:moveTo>
                  <a:cubicBezTo>
                    <a:pt x="1509502" y="2909155"/>
                    <a:pt x="1510426" y="2913200"/>
                    <a:pt x="1511871" y="2917245"/>
                  </a:cubicBezTo>
                  <a:cubicBezTo>
                    <a:pt x="1514471" y="2924410"/>
                    <a:pt x="1518458" y="2930766"/>
                    <a:pt x="1523312" y="2936024"/>
                  </a:cubicBezTo>
                  <a:lnTo>
                    <a:pt x="1052678" y="3502808"/>
                  </a:lnTo>
                  <a:cubicBezTo>
                    <a:pt x="1047593" y="3499572"/>
                    <a:pt x="1042046" y="3497203"/>
                    <a:pt x="1036152" y="3495758"/>
                  </a:cubicBezTo>
                  <a:lnTo>
                    <a:pt x="1101157" y="2902395"/>
                  </a:lnTo>
                  <a:lnTo>
                    <a:pt x="1508982" y="2905053"/>
                  </a:lnTo>
                  <a:close/>
                  <a:moveTo>
                    <a:pt x="1604496" y="4134134"/>
                  </a:moveTo>
                  <a:cubicBezTo>
                    <a:pt x="1609060" y="4132458"/>
                    <a:pt x="1613221" y="4130204"/>
                    <a:pt x="1617034" y="4127604"/>
                  </a:cubicBezTo>
                  <a:lnTo>
                    <a:pt x="1656211" y="4170941"/>
                  </a:lnTo>
                  <a:lnTo>
                    <a:pt x="1264969" y="4932392"/>
                  </a:lnTo>
                  <a:lnTo>
                    <a:pt x="1572369" y="4135925"/>
                  </a:lnTo>
                  <a:cubicBezTo>
                    <a:pt x="1582654" y="4138410"/>
                    <a:pt x="1593806" y="4138005"/>
                    <a:pt x="1604496" y="4134134"/>
                  </a:cubicBezTo>
                  <a:close/>
                  <a:moveTo>
                    <a:pt x="1263351" y="5069740"/>
                  </a:moveTo>
                  <a:lnTo>
                    <a:pt x="2595226" y="5260074"/>
                  </a:lnTo>
                  <a:cubicBezTo>
                    <a:pt x="2595168" y="5265794"/>
                    <a:pt x="2595977" y="5271572"/>
                    <a:pt x="2597768" y="5277235"/>
                  </a:cubicBezTo>
                  <a:lnTo>
                    <a:pt x="1839784" y="5626238"/>
                  </a:lnTo>
                  <a:lnTo>
                    <a:pt x="1255203" y="5086959"/>
                  </a:lnTo>
                  <a:cubicBezTo>
                    <a:pt x="1258901" y="5081701"/>
                    <a:pt x="1261617" y="5075923"/>
                    <a:pt x="1263351" y="5069740"/>
                  </a:cubicBezTo>
                  <a:close/>
                  <a:moveTo>
                    <a:pt x="2689699" y="5221591"/>
                  </a:moveTo>
                  <a:lnTo>
                    <a:pt x="3183909" y="4562414"/>
                  </a:lnTo>
                  <a:cubicBezTo>
                    <a:pt x="3197545" y="4570099"/>
                    <a:pt x="3214244" y="4572064"/>
                    <a:pt x="3230134" y="4566285"/>
                  </a:cubicBezTo>
                  <a:cubicBezTo>
                    <a:pt x="3254460" y="4557445"/>
                    <a:pt x="3268733" y="4533292"/>
                    <a:pt x="3266248" y="4508677"/>
                  </a:cubicBezTo>
                  <a:lnTo>
                    <a:pt x="3448319" y="4698086"/>
                  </a:lnTo>
                  <a:lnTo>
                    <a:pt x="2691722" y="5223613"/>
                  </a:lnTo>
                  <a:cubicBezTo>
                    <a:pt x="2691028" y="5222920"/>
                    <a:pt x="2690335" y="5222227"/>
                    <a:pt x="2689699" y="5221591"/>
                  </a:cubicBezTo>
                  <a:close/>
                  <a:moveTo>
                    <a:pt x="3275955" y="4498160"/>
                  </a:moveTo>
                  <a:lnTo>
                    <a:pt x="4243284" y="4145863"/>
                  </a:lnTo>
                  <a:lnTo>
                    <a:pt x="3460164" y="4689823"/>
                  </a:lnTo>
                  <a:lnTo>
                    <a:pt x="3275955" y="4498160"/>
                  </a:lnTo>
                  <a:close/>
                  <a:moveTo>
                    <a:pt x="4280437" y="4066298"/>
                  </a:moveTo>
                  <a:lnTo>
                    <a:pt x="3876541" y="2957230"/>
                  </a:lnTo>
                  <a:cubicBezTo>
                    <a:pt x="3881222" y="2954803"/>
                    <a:pt x="3885498" y="2951799"/>
                    <a:pt x="3889196" y="2948274"/>
                  </a:cubicBezTo>
                  <a:lnTo>
                    <a:pt x="4655038" y="3570355"/>
                  </a:lnTo>
                  <a:lnTo>
                    <a:pt x="4317302" y="4070863"/>
                  </a:lnTo>
                  <a:cubicBezTo>
                    <a:pt x="4306208" y="4065257"/>
                    <a:pt x="4293207" y="4063408"/>
                    <a:pt x="4280437" y="4066298"/>
                  </a:cubicBezTo>
                  <a:close/>
                  <a:moveTo>
                    <a:pt x="3898152" y="2937122"/>
                  </a:moveTo>
                  <a:cubicBezTo>
                    <a:pt x="3903468" y="2928455"/>
                    <a:pt x="3906415" y="2918401"/>
                    <a:pt x="3906415" y="2908058"/>
                  </a:cubicBezTo>
                  <a:lnTo>
                    <a:pt x="4604190" y="2817398"/>
                  </a:lnTo>
                  <a:lnTo>
                    <a:pt x="4809143" y="2790760"/>
                  </a:lnTo>
                  <a:lnTo>
                    <a:pt x="5177734" y="2742859"/>
                  </a:lnTo>
                  <a:cubicBezTo>
                    <a:pt x="5177792" y="2742974"/>
                    <a:pt x="5177792" y="2743090"/>
                    <a:pt x="5177850" y="2743263"/>
                  </a:cubicBezTo>
                  <a:cubicBezTo>
                    <a:pt x="5181605" y="2753549"/>
                    <a:pt x="5188135" y="2762043"/>
                    <a:pt x="5196224" y="2768225"/>
                  </a:cubicBezTo>
                  <a:lnTo>
                    <a:pt x="4663070" y="3558394"/>
                  </a:lnTo>
                  <a:lnTo>
                    <a:pt x="3898152" y="2937122"/>
                  </a:lnTo>
                  <a:close/>
                  <a:moveTo>
                    <a:pt x="5208590" y="2775390"/>
                  </a:moveTo>
                  <a:cubicBezTo>
                    <a:pt x="5213443" y="2777413"/>
                    <a:pt x="5218586" y="2778741"/>
                    <a:pt x="5223902" y="2779319"/>
                  </a:cubicBezTo>
                  <a:lnTo>
                    <a:pt x="5221937" y="2996002"/>
                  </a:lnTo>
                  <a:lnTo>
                    <a:pt x="5213155" y="3964775"/>
                  </a:lnTo>
                  <a:cubicBezTo>
                    <a:pt x="5209052" y="3965295"/>
                    <a:pt x="5204892" y="3966219"/>
                    <a:pt x="5200847" y="3967664"/>
                  </a:cubicBezTo>
                  <a:cubicBezTo>
                    <a:pt x="5193451" y="3970380"/>
                    <a:pt x="5187037" y="3974482"/>
                    <a:pt x="5181663" y="3979567"/>
                  </a:cubicBezTo>
                  <a:lnTo>
                    <a:pt x="4674222" y="3567408"/>
                  </a:lnTo>
                  <a:lnTo>
                    <a:pt x="5208590" y="2775390"/>
                  </a:lnTo>
                  <a:close/>
                  <a:moveTo>
                    <a:pt x="5265563" y="3988696"/>
                  </a:moveTo>
                  <a:lnTo>
                    <a:pt x="6101899" y="3245447"/>
                  </a:lnTo>
                  <a:cubicBezTo>
                    <a:pt x="6116633" y="3258736"/>
                    <a:pt x="6138071" y="3263706"/>
                    <a:pt x="6158005" y="3256425"/>
                  </a:cubicBezTo>
                  <a:cubicBezTo>
                    <a:pt x="6164246" y="3254172"/>
                    <a:pt x="6169793" y="3250820"/>
                    <a:pt x="6174647" y="3246776"/>
                  </a:cubicBezTo>
                  <a:lnTo>
                    <a:pt x="6606509" y="3643796"/>
                  </a:lnTo>
                  <a:lnTo>
                    <a:pt x="5268856" y="3994244"/>
                  </a:lnTo>
                  <a:cubicBezTo>
                    <a:pt x="5267932" y="3992279"/>
                    <a:pt x="5266776" y="3990430"/>
                    <a:pt x="5265563" y="3988696"/>
                  </a:cubicBezTo>
                  <a:close/>
                  <a:moveTo>
                    <a:pt x="6184354" y="3236259"/>
                  </a:moveTo>
                  <a:cubicBezTo>
                    <a:pt x="6186954" y="3232561"/>
                    <a:pt x="6189034" y="3228632"/>
                    <a:pt x="6190652" y="3224414"/>
                  </a:cubicBezTo>
                  <a:lnTo>
                    <a:pt x="7164395" y="3483335"/>
                  </a:lnTo>
                  <a:cubicBezTo>
                    <a:pt x="7163759" y="3488016"/>
                    <a:pt x="7163759" y="3492811"/>
                    <a:pt x="7164395" y="3497607"/>
                  </a:cubicBezTo>
                  <a:lnTo>
                    <a:pt x="6622919" y="3639462"/>
                  </a:lnTo>
                  <a:lnTo>
                    <a:pt x="6184354" y="3236259"/>
                  </a:lnTo>
                  <a:close/>
                  <a:moveTo>
                    <a:pt x="7168093" y="3511417"/>
                  </a:moveTo>
                  <a:cubicBezTo>
                    <a:pt x="7177973" y="3535743"/>
                    <a:pt x="7203340" y="3549495"/>
                    <a:pt x="7228532" y="3545220"/>
                  </a:cubicBezTo>
                  <a:lnTo>
                    <a:pt x="7494907" y="4421310"/>
                  </a:lnTo>
                  <a:cubicBezTo>
                    <a:pt x="7490170" y="4423448"/>
                    <a:pt x="7485894" y="4426164"/>
                    <a:pt x="7482138" y="4429342"/>
                  </a:cubicBezTo>
                  <a:lnTo>
                    <a:pt x="6635458" y="3650903"/>
                  </a:lnTo>
                  <a:lnTo>
                    <a:pt x="7168093" y="3511417"/>
                  </a:lnTo>
                  <a:close/>
                  <a:moveTo>
                    <a:pt x="7508544" y="4417208"/>
                  </a:moveTo>
                  <a:lnTo>
                    <a:pt x="7242169" y="3541117"/>
                  </a:lnTo>
                  <a:cubicBezTo>
                    <a:pt x="7268344" y="3529329"/>
                    <a:pt x="7281461" y="3499110"/>
                    <a:pt x="7271465" y="3471663"/>
                  </a:cubicBezTo>
                  <a:cubicBezTo>
                    <a:pt x="7271002" y="3470392"/>
                    <a:pt x="7270424" y="3469179"/>
                    <a:pt x="7269905" y="3467907"/>
                  </a:cubicBezTo>
                  <a:lnTo>
                    <a:pt x="8394862" y="2775563"/>
                  </a:lnTo>
                  <a:cubicBezTo>
                    <a:pt x="8398040" y="2779493"/>
                    <a:pt x="8401738" y="2782960"/>
                    <a:pt x="8405782" y="2785849"/>
                  </a:cubicBezTo>
                  <a:lnTo>
                    <a:pt x="7537204" y="4419924"/>
                  </a:lnTo>
                  <a:cubicBezTo>
                    <a:pt x="7528248" y="4416572"/>
                    <a:pt x="7518425" y="4415532"/>
                    <a:pt x="7508544" y="4417208"/>
                  </a:cubicBezTo>
                  <a:close/>
                  <a:moveTo>
                    <a:pt x="8491416" y="2754993"/>
                  </a:moveTo>
                  <a:lnTo>
                    <a:pt x="9213575" y="2850333"/>
                  </a:lnTo>
                  <a:cubicBezTo>
                    <a:pt x="9213575" y="2856689"/>
                    <a:pt x="9214557" y="2863103"/>
                    <a:pt x="9216868" y="2869401"/>
                  </a:cubicBezTo>
                  <a:cubicBezTo>
                    <a:pt x="9223629" y="2887949"/>
                    <a:pt x="9239230" y="2900661"/>
                    <a:pt x="9257200" y="2904533"/>
                  </a:cubicBezTo>
                  <a:lnTo>
                    <a:pt x="9243563" y="3065745"/>
                  </a:lnTo>
                  <a:cubicBezTo>
                    <a:pt x="9238074" y="3065976"/>
                    <a:pt x="9232527" y="3067074"/>
                    <a:pt x="9227096" y="3069038"/>
                  </a:cubicBezTo>
                  <a:cubicBezTo>
                    <a:pt x="9215192" y="3073372"/>
                    <a:pt x="9205717" y="3081404"/>
                    <a:pt x="9199418" y="3091284"/>
                  </a:cubicBezTo>
                  <a:lnTo>
                    <a:pt x="8490607" y="2757593"/>
                  </a:lnTo>
                  <a:cubicBezTo>
                    <a:pt x="8490895" y="2756784"/>
                    <a:pt x="8491184" y="2755860"/>
                    <a:pt x="8491416" y="2754993"/>
                  </a:cubicBezTo>
                  <a:close/>
                  <a:moveTo>
                    <a:pt x="9257778" y="3067016"/>
                  </a:moveTo>
                  <a:lnTo>
                    <a:pt x="9271415" y="2905804"/>
                  </a:lnTo>
                  <a:cubicBezTo>
                    <a:pt x="9276904" y="2905573"/>
                    <a:pt x="9282451" y="2904475"/>
                    <a:pt x="9287883" y="2902511"/>
                  </a:cubicBezTo>
                  <a:cubicBezTo>
                    <a:pt x="9301865" y="2897426"/>
                    <a:pt x="9312556" y="2887256"/>
                    <a:pt x="9318622" y="2874891"/>
                  </a:cubicBezTo>
                  <a:lnTo>
                    <a:pt x="9477985" y="2929090"/>
                  </a:lnTo>
                  <a:lnTo>
                    <a:pt x="9284704" y="3081577"/>
                  </a:lnTo>
                  <a:cubicBezTo>
                    <a:pt x="9277308" y="3074238"/>
                    <a:pt x="9267947" y="3069269"/>
                    <a:pt x="9257778" y="3067016"/>
                  </a:cubicBezTo>
                  <a:close/>
                  <a:moveTo>
                    <a:pt x="9323245" y="2861370"/>
                  </a:moveTo>
                  <a:cubicBezTo>
                    <a:pt x="9325209" y="2851720"/>
                    <a:pt x="9324690" y="2841435"/>
                    <a:pt x="9321049" y="2831496"/>
                  </a:cubicBezTo>
                  <a:cubicBezTo>
                    <a:pt x="9320644" y="2830456"/>
                    <a:pt x="9320182" y="2829474"/>
                    <a:pt x="9319778" y="2828492"/>
                  </a:cubicBezTo>
                  <a:lnTo>
                    <a:pt x="10491944" y="2129156"/>
                  </a:lnTo>
                  <a:lnTo>
                    <a:pt x="9491391" y="2918574"/>
                  </a:lnTo>
                  <a:lnTo>
                    <a:pt x="9323245" y="2861370"/>
                  </a:lnTo>
                  <a:close/>
                  <a:moveTo>
                    <a:pt x="10564749" y="2119333"/>
                  </a:moveTo>
                  <a:cubicBezTo>
                    <a:pt x="10576247" y="2123205"/>
                    <a:pt x="10589075" y="2123378"/>
                    <a:pt x="10601325" y="2118871"/>
                  </a:cubicBezTo>
                  <a:cubicBezTo>
                    <a:pt x="10614037" y="2114248"/>
                    <a:pt x="10623975" y="2105466"/>
                    <a:pt x="10630273" y="2094603"/>
                  </a:cubicBezTo>
                  <a:lnTo>
                    <a:pt x="10774671" y="2155100"/>
                  </a:lnTo>
                  <a:lnTo>
                    <a:pt x="10109426" y="3055922"/>
                  </a:lnTo>
                  <a:lnTo>
                    <a:pt x="10564749" y="2119333"/>
                  </a:lnTo>
                  <a:close/>
                  <a:moveTo>
                    <a:pt x="10635763" y="2081428"/>
                  </a:moveTo>
                  <a:cubicBezTo>
                    <a:pt x="10638710" y="2070739"/>
                    <a:pt x="10638537" y="2059067"/>
                    <a:pt x="10634434" y="2047799"/>
                  </a:cubicBezTo>
                  <a:cubicBezTo>
                    <a:pt x="10633047" y="2043928"/>
                    <a:pt x="10631198" y="2040288"/>
                    <a:pt x="10629060" y="2036994"/>
                  </a:cubicBezTo>
                  <a:lnTo>
                    <a:pt x="11238776" y="1526663"/>
                  </a:lnTo>
                  <a:lnTo>
                    <a:pt x="10783396" y="2143255"/>
                  </a:lnTo>
                  <a:lnTo>
                    <a:pt x="10635763" y="2081428"/>
                  </a:lnTo>
                  <a:close/>
                  <a:moveTo>
                    <a:pt x="10790330" y="713382"/>
                  </a:moveTo>
                  <a:cubicBezTo>
                    <a:pt x="10790908" y="716271"/>
                    <a:pt x="10791601" y="719160"/>
                    <a:pt x="10792641" y="721991"/>
                  </a:cubicBezTo>
                  <a:cubicBezTo>
                    <a:pt x="10798997" y="739441"/>
                    <a:pt x="10813269" y="751749"/>
                    <a:pt x="10829910" y="756372"/>
                  </a:cubicBezTo>
                  <a:lnTo>
                    <a:pt x="10732143" y="1259306"/>
                  </a:lnTo>
                  <a:lnTo>
                    <a:pt x="9766259" y="878869"/>
                  </a:lnTo>
                  <a:cubicBezTo>
                    <a:pt x="9766664" y="874998"/>
                    <a:pt x="9766606" y="871011"/>
                    <a:pt x="9766144" y="867082"/>
                  </a:cubicBezTo>
                  <a:lnTo>
                    <a:pt x="10006806" y="830968"/>
                  </a:lnTo>
                  <a:lnTo>
                    <a:pt x="10790330" y="713382"/>
                  </a:lnTo>
                  <a:close/>
                  <a:moveTo>
                    <a:pt x="9730088" y="925557"/>
                  </a:moveTo>
                  <a:cubicBezTo>
                    <a:pt x="9735462" y="923593"/>
                    <a:pt x="9740315" y="920877"/>
                    <a:pt x="9744649" y="917641"/>
                  </a:cubicBezTo>
                  <a:lnTo>
                    <a:pt x="10544409" y="2026420"/>
                  </a:lnTo>
                  <a:cubicBezTo>
                    <a:pt x="10538689" y="2031794"/>
                    <a:pt x="10534240" y="2038323"/>
                    <a:pt x="10531293" y="2045430"/>
                  </a:cubicBezTo>
                  <a:lnTo>
                    <a:pt x="9520686" y="1769001"/>
                  </a:lnTo>
                  <a:lnTo>
                    <a:pt x="9710558" y="928851"/>
                  </a:lnTo>
                  <a:cubicBezTo>
                    <a:pt x="9717029" y="928966"/>
                    <a:pt x="9723617" y="927926"/>
                    <a:pt x="9730088" y="925557"/>
                  </a:cubicBezTo>
                  <a:close/>
                  <a:moveTo>
                    <a:pt x="9274130" y="2795267"/>
                  </a:moveTo>
                  <a:cubicBezTo>
                    <a:pt x="9272397" y="2795094"/>
                    <a:pt x="9270664" y="2795036"/>
                    <a:pt x="9268872" y="2795036"/>
                  </a:cubicBezTo>
                  <a:lnTo>
                    <a:pt x="9219757" y="2422689"/>
                  </a:lnTo>
                  <a:lnTo>
                    <a:pt x="9126960" y="1719424"/>
                  </a:lnTo>
                  <a:cubicBezTo>
                    <a:pt x="9128635" y="1718962"/>
                    <a:pt x="9130253" y="1718500"/>
                    <a:pt x="9131929" y="1717922"/>
                  </a:cubicBezTo>
                  <a:cubicBezTo>
                    <a:pt x="9147414" y="1712317"/>
                    <a:pt x="9158740" y="1700472"/>
                    <a:pt x="9164402" y="1686315"/>
                  </a:cubicBezTo>
                  <a:lnTo>
                    <a:pt x="9503756" y="1779113"/>
                  </a:lnTo>
                  <a:lnTo>
                    <a:pt x="9274130" y="2795267"/>
                  </a:lnTo>
                  <a:close/>
                  <a:moveTo>
                    <a:pt x="9060857" y="1684813"/>
                  </a:moveTo>
                  <a:cubicBezTo>
                    <a:pt x="9064266" y="1694173"/>
                    <a:pt x="9069929" y="1701974"/>
                    <a:pt x="9076978" y="1707983"/>
                  </a:cubicBezTo>
                  <a:lnTo>
                    <a:pt x="8643729" y="2398998"/>
                  </a:lnTo>
                  <a:lnTo>
                    <a:pt x="7770528" y="1780789"/>
                  </a:lnTo>
                  <a:cubicBezTo>
                    <a:pt x="7773475" y="1774317"/>
                    <a:pt x="7775208" y="1767325"/>
                    <a:pt x="7775555" y="1760103"/>
                  </a:cubicBezTo>
                  <a:lnTo>
                    <a:pt x="9058430" y="1675452"/>
                  </a:lnTo>
                  <a:cubicBezTo>
                    <a:pt x="9058950" y="1678630"/>
                    <a:pt x="9059759" y="1681750"/>
                    <a:pt x="9060857" y="1684813"/>
                  </a:cubicBezTo>
                  <a:close/>
                  <a:moveTo>
                    <a:pt x="7668080" y="1776686"/>
                  </a:moveTo>
                  <a:cubicBezTo>
                    <a:pt x="7670623" y="1783678"/>
                    <a:pt x="7674436" y="1789803"/>
                    <a:pt x="7679174" y="1795003"/>
                  </a:cubicBezTo>
                  <a:lnTo>
                    <a:pt x="7125218" y="2406799"/>
                  </a:lnTo>
                  <a:cubicBezTo>
                    <a:pt x="7116147" y="2400558"/>
                    <a:pt x="7105399" y="2397034"/>
                    <a:pt x="7094189" y="2396918"/>
                  </a:cubicBezTo>
                  <a:lnTo>
                    <a:pt x="6986195" y="1495634"/>
                  </a:lnTo>
                  <a:cubicBezTo>
                    <a:pt x="6987986" y="1495172"/>
                    <a:pt x="6989778" y="1494652"/>
                    <a:pt x="6991511" y="1494017"/>
                  </a:cubicBezTo>
                  <a:cubicBezTo>
                    <a:pt x="7004165" y="1489394"/>
                    <a:pt x="7014104" y="1480669"/>
                    <a:pt x="7020402" y="1469921"/>
                  </a:cubicBezTo>
                  <a:lnTo>
                    <a:pt x="7666751" y="1742999"/>
                  </a:lnTo>
                  <a:cubicBezTo>
                    <a:pt x="7663804" y="1753631"/>
                    <a:pt x="7663977" y="1765361"/>
                    <a:pt x="7668080" y="1776686"/>
                  </a:cubicBezTo>
                  <a:close/>
                  <a:moveTo>
                    <a:pt x="6920496" y="1460792"/>
                  </a:moveTo>
                  <a:cubicBezTo>
                    <a:pt x="6922519" y="1466339"/>
                    <a:pt x="6925351" y="1471308"/>
                    <a:pt x="6928759" y="1475757"/>
                  </a:cubicBezTo>
                  <a:lnTo>
                    <a:pt x="6561208" y="1845215"/>
                  </a:lnTo>
                  <a:lnTo>
                    <a:pt x="5839107" y="1036441"/>
                  </a:lnTo>
                  <a:cubicBezTo>
                    <a:pt x="5841823" y="1033263"/>
                    <a:pt x="5844134" y="1029854"/>
                    <a:pt x="5846098" y="1026214"/>
                  </a:cubicBezTo>
                  <a:lnTo>
                    <a:pt x="6918705" y="1429243"/>
                  </a:lnTo>
                  <a:cubicBezTo>
                    <a:pt x="6916278" y="1439355"/>
                    <a:pt x="6916683" y="1450276"/>
                    <a:pt x="6920496" y="1460792"/>
                  </a:cubicBezTo>
                  <a:close/>
                  <a:moveTo>
                    <a:pt x="6551154" y="1855327"/>
                  </a:moveTo>
                  <a:lnTo>
                    <a:pt x="5963627" y="2445859"/>
                  </a:lnTo>
                  <a:cubicBezTo>
                    <a:pt x="5954613" y="2438983"/>
                    <a:pt x="5943634" y="2434939"/>
                    <a:pt x="5932194" y="2434476"/>
                  </a:cubicBezTo>
                  <a:lnTo>
                    <a:pt x="5809176" y="1054238"/>
                  </a:lnTo>
                  <a:cubicBezTo>
                    <a:pt x="5811487" y="1053718"/>
                    <a:pt x="5813856" y="1053082"/>
                    <a:pt x="5816167" y="1052273"/>
                  </a:cubicBezTo>
                  <a:cubicBezTo>
                    <a:pt x="5820617" y="1050655"/>
                    <a:pt x="5824719" y="1048460"/>
                    <a:pt x="5828475" y="1045917"/>
                  </a:cubicBezTo>
                  <a:lnTo>
                    <a:pt x="6551154" y="1855327"/>
                  </a:lnTo>
                  <a:close/>
                  <a:moveTo>
                    <a:pt x="5496922" y="1889997"/>
                  </a:moveTo>
                  <a:lnTo>
                    <a:pt x="5440989" y="1814013"/>
                  </a:lnTo>
                  <a:cubicBezTo>
                    <a:pt x="5456359" y="1799279"/>
                    <a:pt x="5462484" y="1776339"/>
                    <a:pt x="5454741" y="1755018"/>
                  </a:cubicBezTo>
                  <a:cubicBezTo>
                    <a:pt x="5450638" y="1743692"/>
                    <a:pt x="5443185" y="1734621"/>
                    <a:pt x="5433939" y="1728322"/>
                  </a:cubicBezTo>
                  <a:lnTo>
                    <a:pt x="5761448" y="1086018"/>
                  </a:lnTo>
                  <a:lnTo>
                    <a:pt x="5496922" y="1889997"/>
                  </a:lnTo>
                  <a:close/>
                  <a:moveTo>
                    <a:pt x="5385807" y="1826783"/>
                  </a:moveTo>
                  <a:lnTo>
                    <a:pt x="5232742" y="2668956"/>
                  </a:lnTo>
                  <a:cubicBezTo>
                    <a:pt x="5225520" y="2668609"/>
                    <a:pt x="5218182" y="2669649"/>
                    <a:pt x="5210959" y="2672249"/>
                  </a:cubicBezTo>
                  <a:cubicBezTo>
                    <a:pt x="5194144" y="2678374"/>
                    <a:pt x="5182126" y="2691837"/>
                    <a:pt x="5177098" y="2707670"/>
                  </a:cubicBezTo>
                  <a:lnTo>
                    <a:pt x="3607451" y="2312614"/>
                  </a:lnTo>
                  <a:cubicBezTo>
                    <a:pt x="3608606" y="2305738"/>
                    <a:pt x="3608433" y="2298515"/>
                    <a:pt x="3606815" y="2291408"/>
                  </a:cubicBezTo>
                  <a:lnTo>
                    <a:pt x="5351774" y="1795870"/>
                  </a:lnTo>
                  <a:cubicBezTo>
                    <a:pt x="5358303" y="1811124"/>
                    <a:pt x="5370957" y="1822045"/>
                    <a:pt x="5385807" y="1826783"/>
                  </a:cubicBezTo>
                  <a:close/>
                  <a:moveTo>
                    <a:pt x="3527076" y="2352484"/>
                  </a:moveTo>
                  <a:lnTo>
                    <a:pt x="3378230" y="2858423"/>
                  </a:lnTo>
                  <a:lnTo>
                    <a:pt x="3166863" y="2839470"/>
                  </a:lnTo>
                  <a:cubicBezTo>
                    <a:pt x="3166343" y="2835888"/>
                    <a:pt x="3165418" y="2832363"/>
                    <a:pt x="3164147" y="2828838"/>
                  </a:cubicBezTo>
                  <a:cubicBezTo>
                    <a:pt x="3161258" y="2820922"/>
                    <a:pt x="3156751" y="2814104"/>
                    <a:pt x="3151146" y="2808557"/>
                  </a:cubicBezTo>
                  <a:lnTo>
                    <a:pt x="3521876" y="2349363"/>
                  </a:lnTo>
                  <a:cubicBezTo>
                    <a:pt x="3523551" y="2350519"/>
                    <a:pt x="3525284" y="2351559"/>
                    <a:pt x="3527076" y="2352484"/>
                  </a:cubicBezTo>
                  <a:close/>
                  <a:moveTo>
                    <a:pt x="3075625" y="2806130"/>
                  </a:moveTo>
                  <a:cubicBezTo>
                    <a:pt x="3069153" y="2811793"/>
                    <a:pt x="3064126" y="2818900"/>
                    <a:pt x="3060891" y="2826701"/>
                  </a:cubicBezTo>
                  <a:lnTo>
                    <a:pt x="2390851" y="2646767"/>
                  </a:lnTo>
                  <a:cubicBezTo>
                    <a:pt x="2392006" y="2638158"/>
                    <a:pt x="2391197" y="2629144"/>
                    <a:pt x="2388019" y="2620419"/>
                  </a:cubicBezTo>
                  <a:cubicBezTo>
                    <a:pt x="2386459" y="2616085"/>
                    <a:pt x="2384321" y="2612098"/>
                    <a:pt x="2381837" y="2608400"/>
                  </a:cubicBezTo>
                  <a:lnTo>
                    <a:pt x="2735289" y="2296493"/>
                  </a:lnTo>
                  <a:lnTo>
                    <a:pt x="3075625" y="2806130"/>
                  </a:lnTo>
                  <a:close/>
                  <a:moveTo>
                    <a:pt x="2372418" y="2597711"/>
                  </a:moveTo>
                  <a:cubicBezTo>
                    <a:pt x="2361151" y="2587888"/>
                    <a:pt x="2346128" y="2582860"/>
                    <a:pt x="2330873" y="2584305"/>
                  </a:cubicBezTo>
                  <a:lnTo>
                    <a:pt x="2033527" y="1258093"/>
                  </a:lnTo>
                  <a:cubicBezTo>
                    <a:pt x="2033816" y="1257977"/>
                    <a:pt x="2034105" y="1257919"/>
                    <a:pt x="2034394" y="1257804"/>
                  </a:cubicBezTo>
                  <a:cubicBezTo>
                    <a:pt x="2036300" y="1257110"/>
                    <a:pt x="2038150" y="1256301"/>
                    <a:pt x="2039941" y="1255435"/>
                  </a:cubicBezTo>
                  <a:lnTo>
                    <a:pt x="2727257" y="2284532"/>
                  </a:lnTo>
                  <a:lnTo>
                    <a:pt x="2372418" y="2597711"/>
                  </a:lnTo>
                  <a:close/>
                  <a:moveTo>
                    <a:pt x="248237" y="1474891"/>
                  </a:moveTo>
                  <a:cubicBezTo>
                    <a:pt x="253090" y="1474486"/>
                    <a:pt x="258002" y="1473504"/>
                    <a:pt x="262798" y="1471771"/>
                  </a:cubicBezTo>
                  <a:cubicBezTo>
                    <a:pt x="270829" y="1468824"/>
                    <a:pt x="277763" y="1464201"/>
                    <a:pt x="283368" y="1458423"/>
                  </a:cubicBezTo>
                  <a:lnTo>
                    <a:pt x="874882" y="1904384"/>
                  </a:lnTo>
                  <a:lnTo>
                    <a:pt x="196753" y="2840568"/>
                  </a:lnTo>
                  <a:cubicBezTo>
                    <a:pt x="191610" y="2837795"/>
                    <a:pt x="186005" y="2835772"/>
                    <a:pt x="180169" y="2834732"/>
                  </a:cubicBezTo>
                  <a:lnTo>
                    <a:pt x="248237" y="1474891"/>
                  </a:lnTo>
                  <a:close/>
                  <a:moveTo>
                    <a:pt x="218190" y="2917245"/>
                  </a:moveTo>
                  <a:cubicBezTo>
                    <a:pt x="221888" y="2910947"/>
                    <a:pt x="224257" y="2904013"/>
                    <a:pt x="225297" y="2896732"/>
                  </a:cubicBezTo>
                  <a:lnTo>
                    <a:pt x="1086885" y="2902337"/>
                  </a:lnTo>
                  <a:lnTo>
                    <a:pt x="1022053" y="3494256"/>
                  </a:lnTo>
                  <a:cubicBezTo>
                    <a:pt x="1016102" y="3494371"/>
                    <a:pt x="1010092" y="3495411"/>
                    <a:pt x="1004198" y="3497549"/>
                  </a:cubicBezTo>
                  <a:cubicBezTo>
                    <a:pt x="996398" y="3500381"/>
                    <a:pt x="989637" y="3504830"/>
                    <a:pt x="984090" y="3510377"/>
                  </a:cubicBezTo>
                  <a:lnTo>
                    <a:pt x="218190" y="2917245"/>
                  </a:lnTo>
                  <a:close/>
                  <a:moveTo>
                    <a:pt x="1228566" y="5107125"/>
                  </a:moveTo>
                  <a:cubicBezTo>
                    <a:pt x="1228682" y="5107067"/>
                    <a:pt x="1228855" y="5107067"/>
                    <a:pt x="1228970" y="5107009"/>
                  </a:cubicBezTo>
                  <a:cubicBezTo>
                    <a:pt x="1235211" y="5104756"/>
                    <a:pt x="1240700" y="5101404"/>
                    <a:pt x="1245554" y="5097417"/>
                  </a:cubicBezTo>
                  <a:lnTo>
                    <a:pt x="1825801" y="5632710"/>
                  </a:lnTo>
                  <a:lnTo>
                    <a:pt x="1427683" y="5815994"/>
                  </a:lnTo>
                  <a:cubicBezTo>
                    <a:pt x="1416646" y="5798429"/>
                    <a:pt x="1396654" y="5788548"/>
                    <a:pt x="1376141" y="5790282"/>
                  </a:cubicBezTo>
                  <a:lnTo>
                    <a:pt x="1228566" y="5107125"/>
                  </a:lnTo>
                  <a:close/>
                  <a:moveTo>
                    <a:pt x="1435657" y="5852050"/>
                  </a:moveTo>
                  <a:cubicBezTo>
                    <a:pt x="1436581" y="5844481"/>
                    <a:pt x="1435946" y="5836622"/>
                    <a:pt x="1433519" y="5828938"/>
                  </a:cubicBezTo>
                  <a:lnTo>
                    <a:pt x="1837126" y="5643168"/>
                  </a:lnTo>
                  <a:lnTo>
                    <a:pt x="2283492" y="6054981"/>
                  </a:lnTo>
                  <a:cubicBezTo>
                    <a:pt x="2280949" y="6058563"/>
                    <a:pt x="2278869" y="6062434"/>
                    <a:pt x="2277251" y="6066537"/>
                  </a:cubicBezTo>
                  <a:lnTo>
                    <a:pt x="1435657" y="5852050"/>
                  </a:lnTo>
                  <a:close/>
                  <a:moveTo>
                    <a:pt x="2372129" y="6052554"/>
                  </a:moveTo>
                  <a:cubicBezTo>
                    <a:pt x="2366987" y="6046082"/>
                    <a:pt x="2360573" y="6040939"/>
                    <a:pt x="2353350" y="6037357"/>
                  </a:cubicBezTo>
                  <a:lnTo>
                    <a:pt x="2608689" y="5296996"/>
                  </a:lnTo>
                  <a:cubicBezTo>
                    <a:pt x="2623308" y="5313869"/>
                    <a:pt x="2647287" y="5320918"/>
                    <a:pt x="2669533" y="5312829"/>
                  </a:cubicBezTo>
                  <a:cubicBezTo>
                    <a:pt x="2691317" y="5304913"/>
                    <a:pt x="2705069" y="5284689"/>
                    <a:pt x="2705936" y="5262905"/>
                  </a:cubicBezTo>
                  <a:lnTo>
                    <a:pt x="3860478" y="5158146"/>
                  </a:lnTo>
                  <a:lnTo>
                    <a:pt x="2372129" y="6052554"/>
                  </a:lnTo>
                  <a:close/>
                  <a:moveTo>
                    <a:pt x="2704607" y="5248748"/>
                  </a:moveTo>
                  <a:cubicBezTo>
                    <a:pt x="2704087" y="5246437"/>
                    <a:pt x="2703451" y="5244126"/>
                    <a:pt x="2702642" y="5241872"/>
                  </a:cubicBezTo>
                  <a:cubicBezTo>
                    <a:pt x="2701833" y="5239619"/>
                    <a:pt x="2700793" y="5237481"/>
                    <a:pt x="2699753" y="5235401"/>
                  </a:cubicBezTo>
                  <a:lnTo>
                    <a:pt x="3458257" y="4708545"/>
                  </a:lnTo>
                  <a:lnTo>
                    <a:pt x="3875386" y="5142545"/>
                  </a:lnTo>
                  <a:lnTo>
                    <a:pt x="2704607" y="5248748"/>
                  </a:lnTo>
                  <a:close/>
                  <a:moveTo>
                    <a:pt x="3470161" y="4700224"/>
                  </a:moveTo>
                  <a:lnTo>
                    <a:pt x="4251489" y="4157536"/>
                  </a:lnTo>
                  <a:cubicBezTo>
                    <a:pt x="4255649" y="4162158"/>
                    <a:pt x="4260560" y="4165914"/>
                    <a:pt x="4265934" y="4168861"/>
                  </a:cubicBezTo>
                  <a:lnTo>
                    <a:pt x="3888271" y="5135265"/>
                  </a:lnTo>
                  <a:lnTo>
                    <a:pt x="3470161" y="4700224"/>
                  </a:lnTo>
                  <a:close/>
                  <a:moveTo>
                    <a:pt x="4346425" y="4107323"/>
                  </a:moveTo>
                  <a:cubicBezTo>
                    <a:pt x="4345962" y="4105358"/>
                    <a:pt x="4345385" y="4103336"/>
                    <a:pt x="4344633" y="4101371"/>
                  </a:cubicBezTo>
                  <a:cubicBezTo>
                    <a:pt x="4341340" y="4092357"/>
                    <a:pt x="4335966" y="4084672"/>
                    <a:pt x="4329205" y="4078779"/>
                  </a:cubicBezTo>
                  <a:lnTo>
                    <a:pt x="4666190" y="3579369"/>
                  </a:lnTo>
                  <a:lnTo>
                    <a:pt x="5172707" y="3990776"/>
                  </a:lnTo>
                  <a:cubicBezTo>
                    <a:pt x="5167564" y="3999097"/>
                    <a:pt x="5164675" y="4008747"/>
                    <a:pt x="5164444" y="4018685"/>
                  </a:cubicBezTo>
                  <a:lnTo>
                    <a:pt x="4346425" y="4107323"/>
                  </a:lnTo>
                  <a:close/>
                  <a:moveTo>
                    <a:pt x="5302948" y="4000080"/>
                  </a:moveTo>
                  <a:lnTo>
                    <a:pt x="6619048" y="3655294"/>
                  </a:lnTo>
                  <a:lnTo>
                    <a:pt x="7472488" y="4439916"/>
                  </a:lnTo>
                  <a:cubicBezTo>
                    <a:pt x="7469541" y="4444134"/>
                    <a:pt x="7467115" y="4448699"/>
                    <a:pt x="7465439" y="4453611"/>
                  </a:cubicBezTo>
                  <a:lnTo>
                    <a:pt x="5302948" y="4000080"/>
                  </a:lnTo>
                  <a:close/>
                  <a:moveTo>
                    <a:pt x="9300999" y="3114108"/>
                  </a:moveTo>
                  <a:cubicBezTo>
                    <a:pt x="9300479" y="3110121"/>
                    <a:pt x="9299555" y="3106134"/>
                    <a:pt x="9298110" y="3102205"/>
                  </a:cubicBezTo>
                  <a:cubicBezTo>
                    <a:pt x="9296896" y="3098854"/>
                    <a:pt x="9295336" y="3095676"/>
                    <a:pt x="9293603" y="3092729"/>
                  </a:cubicBezTo>
                  <a:lnTo>
                    <a:pt x="9494106" y="2934522"/>
                  </a:lnTo>
                  <a:lnTo>
                    <a:pt x="10014780" y="3111566"/>
                  </a:lnTo>
                  <a:cubicBezTo>
                    <a:pt x="10014549" y="3112779"/>
                    <a:pt x="10014318" y="3113992"/>
                    <a:pt x="10014144" y="3115264"/>
                  </a:cubicBezTo>
                  <a:lnTo>
                    <a:pt x="9300999" y="3114108"/>
                  </a:lnTo>
                  <a:close/>
                  <a:moveTo>
                    <a:pt x="10110351" y="3085448"/>
                  </a:moveTo>
                  <a:cubicBezTo>
                    <a:pt x="10109426" y="3084408"/>
                    <a:pt x="10108502" y="3083484"/>
                    <a:pt x="10107520" y="3082559"/>
                  </a:cubicBezTo>
                  <a:lnTo>
                    <a:pt x="10788250" y="2160763"/>
                  </a:lnTo>
                  <a:lnTo>
                    <a:pt x="11163544" y="2317930"/>
                  </a:lnTo>
                  <a:cubicBezTo>
                    <a:pt x="11160597" y="2328620"/>
                    <a:pt x="11160770" y="2340292"/>
                    <a:pt x="11164873" y="2351559"/>
                  </a:cubicBezTo>
                  <a:cubicBezTo>
                    <a:pt x="11165682" y="2353755"/>
                    <a:pt x="11166606" y="2355835"/>
                    <a:pt x="11167646" y="2357857"/>
                  </a:cubicBezTo>
                  <a:lnTo>
                    <a:pt x="10110351" y="3085448"/>
                  </a:lnTo>
                  <a:close/>
                  <a:moveTo>
                    <a:pt x="11213872" y="2277251"/>
                  </a:moveTo>
                  <a:cubicBezTo>
                    <a:pt x="11208556" y="2277540"/>
                    <a:pt x="11203182" y="2278580"/>
                    <a:pt x="11197924" y="2280487"/>
                  </a:cubicBezTo>
                  <a:cubicBezTo>
                    <a:pt x="11185212" y="2285110"/>
                    <a:pt x="11175274" y="2293893"/>
                    <a:pt x="11168975" y="2304756"/>
                  </a:cubicBezTo>
                  <a:lnTo>
                    <a:pt x="10796974" y="2148918"/>
                  </a:lnTo>
                  <a:lnTo>
                    <a:pt x="11250736" y="1534464"/>
                  </a:lnTo>
                  <a:cubicBezTo>
                    <a:pt x="11256110" y="1538162"/>
                    <a:pt x="11262119" y="1540935"/>
                    <a:pt x="11268418" y="1542611"/>
                  </a:cubicBezTo>
                  <a:lnTo>
                    <a:pt x="11213872" y="2277251"/>
                  </a:lnTo>
                  <a:close/>
                  <a:moveTo>
                    <a:pt x="11334347" y="1470037"/>
                  </a:moveTo>
                  <a:cubicBezTo>
                    <a:pt x="11334347" y="1470037"/>
                    <a:pt x="11334347" y="1470037"/>
                    <a:pt x="11334347" y="1470037"/>
                  </a:cubicBezTo>
                  <a:cubicBezTo>
                    <a:pt x="11331920" y="1463334"/>
                    <a:pt x="11328280" y="1457441"/>
                    <a:pt x="11323889" y="1452414"/>
                  </a:cubicBezTo>
                  <a:lnTo>
                    <a:pt x="11664340" y="1065274"/>
                  </a:lnTo>
                  <a:lnTo>
                    <a:pt x="12081469" y="1245670"/>
                  </a:lnTo>
                  <a:cubicBezTo>
                    <a:pt x="12079851" y="1251159"/>
                    <a:pt x="12079041" y="1256879"/>
                    <a:pt x="12079215" y="1262715"/>
                  </a:cubicBezTo>
                  <a:lnTo>
                    <a:pt x="11332498" y="1463103"/>
                  </a:lnTo>
                  <a:lnTo>
                    <a:pt x="11334347" y="1470037"/>
                  </a:lnTo>
                  <a:close/>
                  <a:moveTo>
                    <a:pt x="12087131" y="1232611"/>
                  </a:moveTo>
                  <a:lnTo>
                    <a:pt x="11674221" y="1054007"/>
                  </a:lnTo>
                  <a:lnTo>
                    <a:pt x="11858199" y="844836"/>
                  </a:lnTo>
                  <a:cubicBezTo>
                    <a:pt x="11872413" y="854370"/>
                    <a:pt x="11890731" y="857259"/>
                    <a:pt x="11908065" y="850961"/>
                  </a:cubicBezTo>
                  <a:lnTo>
                    <a:pt x="12098688" y="1219090"/>
                  </a:lnTo>
                  <a:cubicBezTo>
                    <a:pt x="12094065" y="1223019"/>
                    <a:pt x="12090193" y="1227584"/>
                    <a:pt x="12087131" y="1232611"/>
                  </a:cubicBezTo>
                  <a:close/>
                  <a:moveTo>
                    <a:pt x="11833699" y="800979"/>
                  </a:moveTo>
                  <a:cubicBezTo>
                    <a:pt x="11833930" y="806584"/>
                    <a:pt x="11834970" y="812305"/>
                    <a:pt x="11836993" y="817852"/>
                  </a:cubicBezTo>
                  <a:cubicBezTo>
                    <a:pt x="11839419" y="824497"/>
                    <a:pt x="11843003" y="830390"/>
                    <a:pt x="11847452" y="835417"/>
                  </a:cubicBezTo>
                  <a:lnTo>
                    <a:pt x="11660469" y="1048055"/>
                  </a:lnTo>
                  <a:lnTo>
                    <a:pt x="10897978" y="718293"/>
                  </a:lnTo>
                  <a:cubicBezTo>
                    <a:pt x="10898266" y="717253"/>
                    <a:pt x="10898556" y="716213"/>
                    <a:pt x="10898786" y="715173"/>
                  </a:cubicBezTo>
                  <a:lnTo>
                    <a:pt x="11833699" y="800979"/>
                  </a:lnTo>
                  <a:close/>
                  <a:moveTo>
                    <a:pt x="9684556" y="922090"/>
                  </a:moveTo>
                  <a:cubicBezTo>
                    <a:pt x="9688311" y="924113"/>
                    <a:pt x="9692241" y="925731"/>
                    <a:pt x="9696343" y="926886"/>
                  </a:cubicBezTo>
                  <a:lnTo>
                    <a:pt x="9506876" y="1765245"/>
                  </a:lnTo>
                  <a:lnTo>
                    <a:pt x="9167927" y="1672505"/>
                  </a:lnTo>
                  <a:cubicBezTo>
                    <a:pt x="9168967" y="1664127"/>
                    <a:pt x="9168101" y="1655402"/>
                    <a:pt x="9165038" y="1646908"/>
                  </a:cubicBezTo>
                  <a:cubicBezTo>
                    <a:pt x="9161975" y="1638587"/>
                    <a:pt x="9157122" y="1631422"/>
                    <a:pt x="9151112" y="1625702"/>
                  </a:cubicBezTo>
                  <a:lnTo>
                    <a:pt x="9684556" y="922090"/>
                  </a:lnTo>
                  <a:close/>
                  <a:moveTo>
                    <a:pt x="8851455" y="1180607"/>
                  </a:moveTo>
                  <a:lnTo>
                    <a:pt x="9081196" y="1620501"/>
                  </a:lnTo>
                  <a:cubicBezTo>
                    <a:pt x="9067618" y="1629978"/>
                    <a:pt x="9059124" y="1645001"/>
                    <a:pt x="9057736" y="1661238"/>
                  </a:cubicBezTo>
                  <a:lnTo>
                    <a:pt x="7774225" y="1745946"/>
                  </a:lnTo>
                  <a:cubicBezTo>
                    <a:pt x="7773705" y="1743577"/>
                    <a:pt x="7773070" y="1741150"/>
                    <a:pt x="7772203" y="1738781"/>
                  </a:cubicBezTo>
                  <a:lnTo>
                    <a:pt x="8851455" y="1180607"/>
                  </a:lnTo>
                  <a:close/>
                  <a:moveTo>
                    <a:pt x="3551807" y="2248129"/>
                  </a:moveTo>
                  <a:cubicBezTo>
                    <a:pt x="3545855" y="2248245"/>
                    <a:pt x="3539788" y="2249285"/>
                    <a:pt x="3533836" y="2251423"/>
                  </a:cubicBezTo>
                  <a:cubicBezTo>
                    <a:pt x="3505061" y="2261882"/>
                    <a:pt x="3490269" y="2293719"/>
                    <a:pt x="3500727" y="2322495"/>
                  </a:cubicBezTo>
                  <a:cubicBezTo>
                    <a:pt x="3503154" y="2329140"/>
                    <a:pt x="3506737" y="2334976"/>
                    <a:pt x="3511128" y="2339945"/>
                  </a:cubicBezTo>
                  <a:lnTo>
                    <a:pt x="3139763" y="2799890"/>
                  </a:lnTo>
                  <a:cubicBezTo>
                    <a:pt x="3139417" y="2799658"/>
                    <a:pt x="3139012" y="2799485"/>
                    <a:pt x="3138607" y="2799312"/>
                  </a:cubicBezTo>
                  <a:lnTo>
                    <a:pt x="3630621" y="1538855"/>
                  </a:lnTo>
                  <a:cubicBezTo>
                    <a:pt x="3630679" y="1538855"/>
                    <a:pt x="3630737" y="1538855"/>
                    <a:pt x="3630794" y="1538913"/>
                  </a:cubicBezTo>
                  <a:lnTo>
                    <a:pt x="3551807" y="2248129"/>
                  </a:lnTo>
                  <a:close/>
                  <a:moveTo>
                    <a:pt x="3588614" y="1482691"/>
                  </a:moveTo>
                  <a:cubicBezTo>
                    <a:pt x="3588325" y="1489741"/>
                    <a:pt x="3589365" y="1496963"/>
                    <a:pt x="3591907" y="1503955"/>
                  </a:cubicBezTo>
                  <a:cubicBezTo>
                    <a:pt x="3593467" y="1508289"/>
                    <a:pt x="3595605" y="1512276"/>
                    <a:pt x="3598090" y="1515974"/>
                  </a:cubicBezTo>
                  <a:lnTo>
                    <a:pt x="2738063" y="2274998"/>
                  </a:lnTo>
                  <a:lnTo>
                    <a:pt x="2051844" y="1247519"/>
                  </a:lnTo>
                  <a:cubicBezTo>
                    <a:pt x="2060107" y="1240296"/>
                    <a:pt x="2065943" y="1230877"/>
                    <a:pt x="2068832" y="1220477"/>
                  </a:cubicBezTo>
                  <a:lnTo>
                    <a:pt x="3588614" y="1482691"/>
                  </a:lnTo>
                  <a:close/>
                  <a:moveTo>
                    <a:pt x="2004809" y="1151427"/>
                  </a:moveTo>
                  <a:cubicBezTo>
                    <a:pt x="2002036" y="1152005"/>
                    <a:pt x="1999204" y="1152698"/>
                    <a:pt x="1996431" y="1153681"/>
                  </a:cubicBezTo>
                  <a:cubicBezTo>
                    <a:pt x="1986550" y="1157263"/>
                    <a:pt x="1978403" y="1163388"/>
                    <a:pt x="1972278" y="1171015"/>
                  </a:cubicBezTo>
                  <a:lnTo>
                    <a:pt x="1349908" y="806122"/>
                  </a:lnTo>
                  <a:lnTo>
                    <a:pt x="1935817" y="476764"/>
                  </a:lnTo>
                  <a:cubicBezTo>
                    <a:pt x="1945872" y="490690"/>
                    <a:pt x="1961819" y="499068"/>
                    <a:pt x="1978807" y="499646"/>
                  </a:cubicBezTo>
                  <a:lnTo>
                    <a:pt x="2004809" y="1151427"/>
                  </a:lnTo>
                  <a:close/>
                  <a:moveTo>
                    <a:pt x="1925821" y="437415"/>
                  </a:moveTo>
                  <a:cubicBezTo>
                    <a:pt x="1924723" y="445851"/>
                    <a:pt x="1925590" y="454692"/>
                    <a:pt x="1928710" y="463301"/>
                  </a:cubicBezTo>
                  <a:cubicBezTo>
                    <a:pt x="1928826" y="463648"/>
                    <a:pt x="1928999" y="463937"/>
                    <a:pt x="1929115" y="464284"/>
                  </a:cubicBezTo>
                  <a:lnTo>
                    <a:pt x="1335752" y="797801"/>
                  </a:lnTo>
                  <a:lnTo>
                    <a:pt x="106440" y="77086"/>
                  </a:lnTo>
                  <a:cubicBezTo>
                    <a:pt x="106960" y="75815"/>
                    <a:pt x="107480" y="74544"/>
                    <a:pt x="107942" y="73273"/>
                  </a:cubicBezTo>
                  <a:lnTo>
                    <a:pt x="1925821" y="437415"/>
                  </a:lnTo>
                  <a:close/>
                </a:path>
              </a:pathLst>
            </a:custGeom>
            <a:grpFill/>
            <a:ln w="5778" cap="flat">
              <a:noFill/>
              <a:prstDash val="solid"/>
              <a:miter/>
            </a:ln>
          </p:spPr>
          <p:txBody>
            <a:bodyPr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350">
                <a:solidFill>
                  <a:schemeClr val="accent1"/>
                </a:solidFill>
              </a:endParaRPr>
            </a:p>
          </p:txBody>
        </p:sp>
        <p:sp>
          <p:nvSpPr>
            <p:cNvPr id="313" name="任意多边形: 形状 312"/>
            <p:cNvSpPr/>
            <p:nvPr/>
          </p:nvSpPr>
          <p:spPr>
            <a:xfrm rot="746634">
              <a:off x="2975043" y="753935"/>
              <a:ext cx="2613602" cy="454282"/>
            </a:xfrm>
            <a:custGeom>
              <a:avLst/>
              <a:gdLst>
                <a:gd name="connsiteX0" fmla="*/ 3357 w 12190161"/>
                <a:gd name="connsiteY0" fmla="*/ 74428 h 6142467"/>
                <a:gd name="connsiteX1" fmla="*/ 55880 w 12190161"/>
                <a:gd name="connsiteY1" fmla="*/ 110831 h 6142467"/>
                <a:gd name="connsiteX2" fmla="*/ 229284 w 12190161"/>
                <a:gd name="connsiteY2" fmla="*/ 1366261 h 6142467"/>
                <a:gd name="connsiteX3" fmla="*/ 224893 w 12190161"/>
                <a:gd name="connsiteY3" fmla="*/ 1367589 h 6142467"/>
                <a:gd name="connsiteX4" fmla="*/ 191784 w 12190161"/>
                <a:gd name="connsiteY4" fmla="*/ 1438661 h 6142467"/>
                <a:gd name="connsiteX5" fmla="*/ 233965 w 12190161"/>
                <a:gd name="connsiteY5" fmla="*/ 1474197 h 6142467"/>
                <a:gd name="connsiteX6" fmla="*/ 165955 w 12190161"/>
                <a:gd name="connsiteY6" fmla="*/ 2833981 h 6142467"/>
                <a:gd name="connsiteX7" fmla="*/ 151394 w 12190161"/>
                <a:gd name="connsiteY7" fmla="*/ 2837101 h 6142467"/>
                <a:gd name="connsiteX8" fmla="*/ 118285 w 12190161"/>
                <a:gd name="connsiteY8" fmla="*/ 2908173 h 6142467"/>
                <a:gd name="connsiteX9" fmla="*/ 189357 w 12190161"/>
                <a:gd name="connsiteY9" fmla="*/ 2941282 h 6142467"/>
                <a:gd name="connsiteX10" fmla="*/ 209465 w 12190161"/>
                <a:gd name="connsiteY10" fmla="*/ 2928455 h 6142467"/>
                <a:gd name="connsiteX11" fmla="*/ 975307 w 12190161"/>
                <a:gd name="connsiteY11" fmla="*/ 3521587 h 6142467"/>
                <a:gd name="connsiteX12" fmla="*/ 971032 w 12190161"/>
                <a:gd name="connsiteY12" fmla="*/ 3568564 h 6142467"/>
                <a:gd name="connsiteX13" fmla="*/ 1042103 w 12190161"/>
                <a:gd name="connsiteY13" fmla="*/ 3601673 h 6142467"/>
                <a:gd name="connsiteX14" fmla="*/ 1058109 w 12190161"/>
                <a:gd name="connsiteY14" fmla="*/ 3592543 h 6142467"/>
                <a:gd name="connsiteX15" fmla="*/ 1540704 w 12190161"/>
                <a:gd name="connsiteY15" fmla="*/ 4049367 h 6142467"/>
                <a:gd name="connsiteX16" fmla="*/ 1533424 w 12190161"/>
                <a:gd name="connsiteY16" fmla="*/ 4100967 h 6142467"/>
                <a:gd name="connsiteX17" fmla="*/ 1559079 w 12190161"/>
                <a:gd name="connsiteY17" fmla="*/ 4130667 h 6142467"/>
                <a:gd name="connsiteX18" fmla="*/ 1223134 w 12190161"/>
                <a:gd name="connsiteY18" fmla="*/ 5001095 h 6142467"/>
                <a:gd name="connsiteX19" fmla="*/ 1191065 w 12190161"/>
                <a:gd name="connsiteY19" fmla="*/ 5002886 h 6142467"/>
                <a:gd name="connsiteX20" fmla="*/ 1157956 w 12190161"/>
                <a:gd name="connsiteY20" fmla="*/ 5073958 h 6142467"/>
                <a:gd name="connsiteX21" fmla="*/ 1214641 w 12190161"/>
                <a:gd name="connsiteY21" fmla="*/ 5110187 h 6142467"/>
                <a:gd name="connsiteX22" fmla="*/ 1362158 w 12190161"/>
                <a:gd name="connsiteY22" fmla="*/ 5793286 h 6142467"/>
                <a:gd name="connsiteX23" fmla="*/ 1361753 w 12190161"/>
                <a:gd name="connsiteY23" fmla="*/ 5793402 h 6142467"/>
                <a:gd name="connsiteX24" fmla="*/ 1328644 w 12190161"/>
                <a:gd name="connsiteY24" fmla="*/ 5864473 h 6142467"/>
                <a:gd name="connsiteX25" fmla="*/ 1399716 w 12190161"/>
                <a:gd name="connsiteY25" fmla="*/ 5897582 h 6142467"/>
                <a:gd name="connsiteX26" fmla="*/ 1432190 w 12190161"/>
                <a:gd name="connsiteY26" fmla="*/ 5865976 h 6142467"/>
                <a:gd name="connsiteX27" fmla="*/ 2273785 w 12190161"/>
                <a:gd name="connsiteY27" fmla="*/ 6080405 h 6142467"/>
                <a:gd name="connsiteX28" fmla="*/ 2276674 w 12190161"/>
                <a:gd name="connsiteY28" fmla="*/ 6106002 h 6142467"/>
                <a:gd name="connsiteX29" fmla="*/ 2347745 w 12190161"/>
                <a:gd name="connsiteY29" fmla="*/ 6139111 h 6142467"/>
                <a:gd name="connsiteX30" fmla="*/ 2380855 w 12190161"/>
                <a:gd name="connsiteY30" fmla="*/ 6068040 h 6142467"/>
                <a:gd name="connsiteX31" fmla="*/ 2379525 w 12190161"/>
                <a:gd name="connsiteY31" fmla="*/ 6064861 h 6142467"/>
                <a:gd name="connsiteX32" fmla="*/ 3889716 w 12190161"/>
                <a:gd name="connsiteY32" fmla="*/ 5157337 h 6142467"/>
                <a:gd name="connsiteX33" fmla="*/ 3893529 w 12190161"/>
                <a:gd name="connsiteY33" fmla="*/ 5161266 h 6142467"/>
                <a:gd name="connsiteX34" fmla="*/ 3896707 w 12190161"/>
                <a:gd name="connsiteY34" fmla="*/ 5153119 h 6142467"/>
                <a:gd name="connsiteX35" fmla="*/ 3921322 w 12190161"/>
                <a:gd name="connsiteY35" fmla="*/ 5138327 h 6142467"/>
                <a:gd name="connsiteX36" fmla="*/ 3901792 w 12190161"/>
                <a:gd name="connsiteY36" fmla="*/ 5140118 h 6142467"/>
                <a:gd name="connsiteX37" fmla="*/ 4279282 w 12190161"/>
                <a:gd name="connsiteY37" fmla="*/ 4174119 h 6142467"/>
                <a:gd name="connsiteX38" fmla="*/ 4311640 w 12190161"/>
                <a:gd name="connsiteY38" fmla="*/ 4172386 h 6142467"/>
                <a:gd name="connsiteX39" fmla="*/ 4348042 w 12190161"/>
                <a:gd name="connsiteY39" fmla="*/ 4121480 h 6142467"/>
                <a:gd name="connsiteX40" fmla="*/ 5166062 w 12190161"/>
                <a:gd name="connsiteY40" fmla="*/ 4032784 h 6142467"/>
                <a:gd name="connsiteX41" fmla="*/ 5167853 w 12190161"/>
                <a:gd name="connsiteY41" fmla="*/ 4038736 h 6142467"/>
                <a:gd name="connsiteX42" fmla="*/ 5238925 w 12190161"/>
                <a:gd name="connsiteY42" fmla="*/ 4071845 h 6142467"/>
                <a:gd name="connsiteX43" fmla="*/ 5274172 w 12190161"/>
                <a:gd name="connsiteY43" fmla="*/ 4008516 h 6142467"/>
                <a:gd name="connsiteX44" fmla="*/ 7462665 w 12190161"/>
                <a:gd name="connsiteY44" fmla="*/ 4467421 h 6142467"/>
                <a:gd name="connsiteX45" fmla="*/ 7465786 w 12190161"/>
                <a:gd name="connsiteY45" fmla="*/ 4490706 h 6142467"/>
                <a:gd name="connsiteX46" fmla="*/ 7536857 w 12190161"/>
                <a:gd name="connsiteY46" fmla="*/ 4523815 h 6142467"/>
                <a:gd name="connsiteX47" fmla="*/ 7569966 w 12190161"/>
                <a:gd name="connsiteY47" fmla="*/ 4452744 h 6142467"/>
                <a:gd name="connsiteX48" fmla="*/ 7549974 w 12190161"/>
                <a:gd name="connsiteY48" fmla="*/ 4426511 h 6142467"/>
                <a:gd name="connsiteX49" fmla="*/ 8418552 w 12190161"/>
                <a:gd name="connsiteY49" fmla="*/ 2792436 h 6142467"/>
                <a:gd name="connsiteX50" fmla="*/ 8456977 w 12190161"/>
                <a:gd name="connsiteY50" fmla="*/ 2792667 h 6142467"/>
                <a:gd name="connsiteX51" fmla="*/ 8484655 w 12190161"/>
                <a:gd name="connsiteY51" fmla="*/ 2770421 h 6142467"/>
                <a:gd name="connsiteX52" fmla="*/ 9193467 w 12190161"/>
                <a:gd name="connsiteY52" fmla="*/ 3104112 h 6142467"/>
                <a:gd name="connsiteX53" fmla="*/ 9194102 w 12190161"/>
                <a:gd name="connsiteY53" fmla="*/ 3139994 h 6142467"/>
                <a:gd name="connsiteX54" fmla="*/ 9265174 w 12190161"/>
                <a:gd name="connsiteY54" fmla="*/ 3173104 h 6142467"/>
                <a:gd name="connsiteX55" fmla="*/ 9301114 w 12190161"/>
                <a:gd name="connsiteY55" fmla="*/ 3128265 h 6142467"/>
                <a:gd name="connsiteX56" fmla="*/ 10014260 w 12190161"/>
                <a:gd name="connsiteY56" fmla="*/ 3129421 h 6142467"/>
                <a:gd name="connsiteX57" fmla="*/ 10017149 w 12190161"/>
                <a:gd name="connsiteY57" fmla="*/ 3141324 h 6142467"/>
                <a:gd name="connsiteX58" fmla="*/ 10088221 w 12190161"/>
                <a:gd name="connsiteY58" fmla="*/ 3174433 h 6142467"/>
                <a:gd name="connsiteX59" fmla="*/ 10121330 w 12190161"/>
                <a:gd name="connsiteY59" fmla="*/ 3103361 h 6142467"/>
                <a:gd name="connsiteX60" fmla="*/ 10118556 w 12190161"/>
                <a:gd name="connsiteY60" fmla="*/ 3097062 h 6142467"/>
                <a:gd name="connsiteX61" fmla="*/ 11175851 w 12190161"/>
                <a:gd name="connsiteY61" fmla="*/ 2369472 h 6142467"/>
                <a:gd name="connsiteX62" fmla="*/ 11236060 w 12190161"/>
                <a:gd name="connsiteY62" fmla="*/ 2384553 h 6142467"/>
                <a:gd name="connsiteX63" fmla="*/ 11269169 w 12190161"/>
                <a:gd name="connsiteY63" fmla="*/ 2313481 h 6142467"/>
                <a:gd name="connsiteX64" fmla="*/ 11228259 w 12190161"/>
                <a:gd name="connsiteY64" fmla="*/ 2278234 h 6142467"/>
                <a:gd name="connsiteX65" fmla="*/ 11282748 w 12190161"/>
                <a:gd name="connsiteY65" fmla="*/ 1544229 h 6142467"/>
                <a:gd name="connsiteX66" fmla="*/ 11301354 w 12190161"/>
                <a:gd name="connsiteY66" fmla="*/ 1540935 h 6142467"/>
                <a:gd name="connsiteX67" fmla="*/ 11336428 w 12190161"/>
                <a:gd name="connsiteY67" fmla="*/ 1476740 h 6142467"/>
                <a:gd name="connsiteX68" fmla="*/ 12081583 w 12190161"/>
                <a:gd name="connsiteY68" fmla="*/ 1276756 h 6142467"/>
                <a:gd name="connsiteX69" fmla="*/ 12082624 w 12190161"/>
                <a:gd name="connsiteY69" fmla="*/ 1280108 h 6142467"/>
                <a:gd name="connsiteX70" fmla="*/ 12153696 w 12190161"/>
                <a:gd name="connsiteY70" fmla="*/ 1313217 h 6142467"/>
                <a:gd name="connsiteX71" fmla="*/ 12186805 w 12190161"/>
                <a:gd name="connsiteY71" fmla="*/ 1242145 h 6142467"/>
                <a:gd name="connsiteX72" fmla="*/ 12115733 w 12190161"/>
                <a:gd name="connsiteY72" fmla="*/ 1209036 h 6142467"/>
                <a:gd name="connsiteX73" fmla="*/ 12110821 w 12190161"/>
                <a:gd name="connsiteY73" fmla="*/ 1211116 h 6142467"/>
                <a:gd name="connsiteX74" fmla="*/ 11920835 w 12190161"/>
                <a:gd name="connsiteY74" fmla="*/ 844200 h 6142467"/>
                <a:gd name="connsiteX75" fmla="*/ 11941348 w 12190161"/>
                <a:gd name="connsiteY75" fmla="*/ 779773 h 6142467"/>
                <a:gd name="connsiteX76" fmla="*/ 11870275 w 12190161"/>
                <a:gd name="connsiteY76" fmla="*/ 746664 h 6142467"/>
                <a:gd name="connsiteX77" fmla="*/ 11835201 w 12190161"/>
                <a:gd name="connsiteY77" fmla="*/ 786649 h 6142467"/>
                <a:gd name="connsiteX78" fmla="*/ 10900231 w 12190161"/>
                <a:gd name="connsiteY78" fmla="*/ 700843 h 6142467"/>
                <a:gd name="connsiteX79" fmla="*/ 10896937 w 12190161"/>
                <a:gd name="connsiteY79" fmla="*/ 683971 h 6142467"/>
                <a:gd name="connsiteX80" fmla="*/ 10825865 w 12190161"/>
                <a:gd name="connsiteY80" fmla="*/ 650862 h 6142467"/>
                <a:gd name="connsiteX81" fmla="*/ 10789579 w 12190161"/>
                <a:gd name="connsiteY81" fmla="*/ 698994 h 6142467"/>
                <a:gd name="connsiteX82" fmla="*/ 10632758 w 12190161"/>
                <a:gd name="connsiteY82" fmla="*/ 722511 h 6142467"/>
                <a:gd name="connsiteX83" fmla="*/ 9762735 w 12190161"/>
                <a:gd name="connsiteY83" fmla="*/ 853099 h 6142467"/>
                <a:gd name="connsiteX84" fmla="*/ 9692241 w 12190161"/>
                <a:gd name="connsiteY84" fmla="*/ 821261 h 6142467"/>
                <a:gd name="connsiteX85" fmla="*/ 9659132 w 12190161"/>
                <a:gd name="connsiteY85" fmla="*/ 892333 h 6142467"/>
                <a:gd name="connsiteX86" fmla="*/ 9673115 w 12190161"/>
                <a:gd name="connsiteY86" fmla="*/ 913539 h 6142467"/>
                <a:gd name="connsiteX87" fmla="*/ 9139729 w 12190161"/>
                <a:gd name="connsiteY87" fmla="*/ 1617150 h 6142467"/>
                <a:gd name="connsiteX88" fmla="*/ 9094139 w 12190161"/>
                <a:gd name="connsiteY88" fmla="*/ 1613625 h 6142467"/>
                <a:gd name="connsiteX89" fmla="*/ 9093966 w 12190161"/>
                <a:gd name="connsiteY89" fmla="*/ 1613683 h 6142467"/>
                <a:gd name="connsiteX90" fmla="*/ 8857637 w 12190161"/>
                <a:gd name="connsiteY90" fmla="*/ 1161192 h 6142467"/>
                <a:gd name="connsiteX91" fmla="*/ 7765789 w 12190161"/>
                <a:gd name="connsiteY91" fmla="*/ 1725954 h 6142467"/>
                <a:gd name="connsiteX92" fmla="*/ 7701304 w 12190161"/>
                <a:gd name="connsiteY92" fmla="*/ 1705441 h 6142467"/>
                <a:gd name="connsiteX93" fmla="*/ 7672413 w 12190161"/>
                <a:gd name="connsiteY93" fmla="*/ 1729536 h 6142467"/>
                <a:gd name="connsiteX94" fmla="*/ 7026064 w 12190161"/>
                <a:gd name="connsiteY94" fmla="*/ 1456458 h 6142467"/>
                <a:gd name="connsiteX95" fmla="*/ 7024793 w 12190161"/>
                <a:gd name="connsiteY95" fmla="*/ 1422714 h 6142467"/>
                <a:gd name="connsiteX96" fmla="*/ 6953721 w 12190161"/>
                <a:gd name="connsiteY96" fmla="*/ 1389605 h 6142467"/>
                <a:gd name="connsiteX97" fmla="*/ 6923790 w 12190161"/>
                <a:gd name="connsiteY97" fmla="*/ 1415722 h 6142467"/>
                <a:gd name="connsiteX98" fmla="*/ 5851183 w 12190161"/>
                <a:gd name="connsiteY98" fmla="*/ 1012692 h 6142467"/>
                <a:gd name="connsiteX99" fmla="*/ 5849334 w 12190161"/>
                <a:gd name="connsiteY99" fmla="*/ 981086 h 6142467"/>
                <a:gd name="connsiteX100" fmla="*/ 5778262 w 12190161"/>
                <a:gd name="connsiteY100" fmla="*/ 947977 h 6142467"/>
                <a:gd name="connsiteX101" fmla="*/ 5745153 w 12190161"/>
                <a:gd name="connsiteY101" fmla="*/ 1019049 h 6142467"/>
                <a:gd name="connsiteX102" fmla="*/ 5765955 w 12190161"/>
                <a:gd name="connsiteY102" fmla="*/ 1045744 h 6142467"/>
                <a:gd name="connsiteX103" fmla="*/ 5421285 w 12190161"/>
                <a:gd name="connsiteY103" fmla="*/ 1721678 h 6142467"/>
                <a:gd name="connsiteX104" fmla="*/ 5383727 w 12190161"/>
                <a:gd name="connsiteY104" fmla="*/ 1721793 h 6142467"/>
                <a:gd name="connsiteX105" fmla="*/ 5347844 w 12190161"/>
                <a:gd name="connsiteY105" fmla="*/ 1782002 h 6142467"/>
                <a:gd name="connsiteX106" fmla="*/ 3603001 w 12190161"/>
                <a:gd name="connsiteY106" fmla="*/ 2277483 h 6142467"/>
                <a:gd name="connsiteX107" fmla="*/ 3604966 w 12190161"/>
                <a:gd name="connsiteY107" fmla="*/ 2284359 h 6142467"/>
                <a:gd name="connsiteX108" fmla="*/ 3566079 w 12190161"/>
                <a:gd name="connsiteY108" fmla="*/ 2249516 h 6142467"/>
                <a:gd name="connsiteX109" fmla="*/ 3645067 w 12190161"/>
                <a:gd name="connsiteY109" fmla="*/ 1540242 h 6142467"/>
                <a:gd name="connsiteX110" fmla="*/ 3663037 w 12190161"/>
                <a:gd name="connsiteY110" fmla="*/ 1536948 h 6142467"/>
                <a:gd name="connsiteX111" fmla="*/ 3696146 w 12190161"/>
                <a:gd name="connsiteY111" fmla="*/ 1465877 h 6142467"/>
                <a:gd name="connsiteX112" fmla="*/ 3625074 w 12190161"/>
                <a:gd name="connsiteY112" fmla="*/ 1432768 h 6142467"/>
                <a:gd name="connsiteX113" fmla="*/ 3591156 w 12190161"/>
                <a:gd name="connsiteY113" fmla="*/ 1468477 h 6142467"/>
                <a:gd name="connsiteX114" fmla="*/ 2070854 w 12190161"/>
                <a:gd name="connsiteY114" fmla="*/ 1206147 h 6142467"/>
                <a:gd name="connsiteX115" fmla="*/ 2067561 w 12190161"/>
                <a:gd name="connsiteY115" fmla="*/ 1186616 h 6142467"/>
                <a:gd name="connsiteX116" fmla="*/ 2019081 w 12190161"/>
                <a:gd name="connsiteY116" fmla="*/ 1150271 h 6142467"/>
                <a:gd name="connsiteX117" fmla="*/ 1993079 w 12190161"/>
                <a:gd name="connsiteY117" fmla="*/ 498144 h 6142467"/>
                <a:gd name="connsiteX118" fmla="*/ 1999724 w 12190161"/>
                <a:gd name="connsiteY118" fmla="*/ 496237 h 6142467"/>
                <a:gd name="connsiteX119" fmla="*/ 2032833 w 12190161"/>
                <a:gd name="connsiteY119" fmla="*/ 425165 h 6142467"/>
                <a:gd name="connsiteX120" fmla="*/ 1961762 w 12190161"/>
                <a:gd name="connsiteY120" fmla="*/ 392056 h 6142467"/>
                <a:gd name="connsiteX121" fmla="*/ 1929404 w 12190161"/>
                <a:gd name="connsiteY121" fmla="*/ 423432 h 6142467"/>
                <a:gd name="connsiteX122" fmla="*/ 110716 w 12190161"/>
                <a:gd name="connsiteY122" fmla="*/ 59232 h 6142467"/>
                <a:gd name="connsiteX123" fmla="*/ 107538 w 12190161"/>
                <a:gd name="connsiteY123" fmla="*/ 36466 h 6142467"/>
                <a:gd name="connsiteX124" fmla="*/ 36466 w 12190161"/>
                <a:gd name="connsiteY124" fmla="*/ 3357 h 6142467"/>
                <a:gd name="connsiteX125" fmla="*/ 3357 w 12190161"/>
                <a:gd name="connsiteY125" fmla="*/ 74428 h 6142467"/>
                <a:gd name="connsiteX126" fmla="*/ 70037 w 12190161"/>
                <a:gd name="connsiteY126" fmla="*/ 108867 h 6142467"/>
                <a:gd name="connsiteX127" fmla="*/ 74428 w 12190161"/>
                <a:gd name="connsiteY127" fmla="*/ 107538 h 6142467"/>
                <a:gd name="connsiteX128" fmla="*/ 99217 w 12190161"/>
                <a:gd name="connsiteY128" fmla="*/ 89394 h 6142467"/>
                <a:gd name="connsiteX129" fmla="*/ 1321306 w 12190161"/>
                <a:gd name="connsiteY129" fmla="*/ 805891 h 6142467"/>
                <a:gd name="connsiteX130" fmla="*/ 288280 w 12190161"/>
                <a:gd name="connsiteY130" fmla="*/ 1386542 h 6142467"/>
                <a:gd name="connsiteX131" fmla="*/ 243441 w 12190161"/>
                <a:gd name="connsiteY131" fmla="*/ 1364296 h 6142467"/>
                <a:gd name="connsiteX132" fmla="*/ 70037 w 12190161"/>
                <a:gd name="connsiteY132" fmla="*/ 108867 h 6142467"/>
                <a:gd name="connsiteX133" fmla="*/ 1964824 w 12190161"/>
                <a:gd name="connsiteY133" fmla="*/ 1183207 h 6142467"/>
                <a:gd name="connsiteX134" fmla="*/ 1960028 w 12190161"/>
                <a:gd name="connsiteY134" fmla="*/ 1203200 h 6142467"/>
                <a:gd name="connsiteX135" fmla="*/ 297582 w 12190161"/>
                <a:gd name="connsiteY135" fmla="*/ 1405957 h 6142467"/>
                <a:gd name="connsiteX136" fmla="*/ 295965 w 12190161"/>
                <a:gd name="connsiteY136" fmla="*/ 1400756 h 6142467"/>
                <a:gd name="connsiteX137" fmla="*/ 295213 w 12190161"/>
                <a:gd name="connsiteY137" fmla="*/ 1399023 h 6142467"/>
                <a:gd name="connsiteX138" fmla="*/ 1335520 w 12190161"/>
                <a:gd name="connsiteY138" fmla="*/ 814269 h 6142467"/>
                <a:gd name="connsiteX139" fmla="*/ 1964824 w 12190161"/>
                <a:gd name="connsiteY139" fmla="*/ 1183207 h 6142467"/>
                <a:gd name="connsiteX140" fmla="*/ 3617389 w 12190161"/>
                <a:gd name="connsiteY140" fmla="*/ 1533597 h 6142467"/>
                <a:gd name="connsiteX141" fmla="*/ 3125376 w 12190161"/>
                <a:gd name="connsiteY141" fmla="*/ 2794054 h 6142467"/>
                <a:gd name="connsiteX142" fmla="*/ 3093075 w 12190161"/>
                <a:gd name="connsiteY142" fmla="*/ 2795787 h 6142467"/>
                <a:gd name="connsiteX143" fmla="*/ 3087471 w 12190161"/>
                <a:gd name="connsiteY143" fmla="*/ 2798214 h 6142467"/>
                <a:gd name="connsiteX144" fmla="*/ 2746094 w 12190161"/>
                <a:gd name="connsiteY144" fmla="*/ 2287017 h 6142467"/>
                <a:gd name="connsiteX145" fmla="*/ 3607566 w 12190161"/>
                <a:gd name="connsiteY145" fmla="*/ 1526779 h 6142467"/>
                <a:gd name="connsiteX146" fmla="*/ 3617389 w 12190161"/>
                <a:gd name="connsiteY146" fmla="*/ 1533597 h 6142467"/>
                <a:gd name="connsiteX147" fmla="*/ 11650530 w 12190161"/>
                <a:gd name="connsiteY147" fmla="*/ 1059323 h 6142467"/>
                <a:gd name="connsiteX148" fmla="*/ 11313141 w 12190161"/>
                <a:gd name="connsiteY148" fmla="*/ 1442995 h 6142467"/>
                <a:gd name="connsiteX149" fmla="*/ 11263275 w 12190161"/>
                <a:gd name="connsiteY149" fmla="*/ 1436870 h 6142467"/>
                <a:gd name="connsiteX150" fmla="*/ 11262986 w 12190161"/>
                <a:gd name="connsiteY150" fmla="*/ 1436986 h 6142467"/>
                <a:gd name="connsiteX151" fmla="*/ 10882261 w 12190161"/>
                <a:gd name="connsiteY151" fmla="*/ 743775 h 6142467"/>
                <a:gd name="connsiteX152" fmla="*/ 10892315 w 12190161"/>
                <a:gd name="connsiteY152" fmla="*/ 731352 h 6142467"/>
                <a:gd name="connsiteX153" fmla="*/ 11650530 w 12190161"/>
                <a:gd name="connsiteY153" fmla="*/ 1059323 h 6142467"/>
                <a:gd name="connsiteX154" fmla="*/ 9507512 w 12190161"/>
                <a:gd name="connsiteY154" fmla="*/ 2924005 h 6142467"/>
                <a:gd name="connsiteX155" fmla="*/ 10543716 w 12190161"/>
                <a:gd name="connsiteY155" fmla="*/ 2106448 h 6142467"/>
                <a:gd name="connsiteX156" fmla="*/ 10551979 w 12190161"/>
                <a:gd name="connsiteY156" fmla="*/ 2113093 h 6142467"/>
                <a:gd name="connsiteX157" fmla="*/ 10086776 w 12190161"/>
                <a:gd name="connsiteY157" fmla="*/ 3069963 h 6142467"/>
                <a:gd name="connsiteX158" fmla="*/ 10050200 w 12190161"/>
                <a:gd name="connsiteY158" fmla="*/ 3070425 h 6142467"/>
                <a:gd name="connsiteX159" fmla="*/ 10019460 w 12190161"/>
                <a:gd name="connsiteY159" fmla="*/ 3098045 h 6142467"/>
                <a:gd name="connsiteX160" fmla="*/ 9507512 w 12190161"/>
                <a:gd name="connsiteY160" fmla="*/ 2924005 h 6142467"/>
                <a:gd name="connsiteX161" fmla="*/ 2309725 w 12190161"/>
                <a:gd name="connsiteY161" fmla="*/ 6034873 h 6142467"/>
                <a:gd name="connsiteX162" fmla="*/ 2293199 w 12190161"/>
                <a:gd name="connsiteY162" fmla="*/ 6044464 h 6142467"/>
                <a:gd name="connsiteX163" fmla="*/ 1851167 w 12190161"/>
                <a:gd name="connsiteY163" fmla="*/ 5636697 h 6142467"/>
                <a:gd name="connsiteX164" fmla="*/ 2594532 w 12190161"/>
                <a:gd name="connsiteY164" fmla="*/ 5294454 h 6142467"/>
                <a:gd name="connsiteX165" fmla="*/ 2339887 w 12190161"/>
                <a:gd name="connsiteY165" fmla="*/ 6032677 h 6142467"/>
                <a:gd name="connsiteX166" fmla="*/ 2309725 w 12190161"/>
                <a:gd name="connsiteY166" fmla="*/ 6034873 h 6142467"/>
                <a:gd name="connsiteX167" fmla="*/ 2019544 w 12190161"/>
                <a:gd name="connsiteY167" fmla="*/ 1260982 h 6142467"/>
                <a:gd name="connsiteX168" fmla="*/ 2316948 w 12190161"/>
                <a:gd name="connsiteY168" fmla="*/ 2587367 h 6142467"/>
                <a:gd name="connsiteX169" fmla="*/ 2303369 w 12190161"/>
                <a:gd name="connsiteY169" fmla="*/ 2594590 h 6142467"/>
                <a:gd name="connsiteX170" fmla="*/ 1517129 w 12190161"/>
                <a:gd name="connsiteY170" fmla="*/ 1762356 h 6142467"/>
                <a:gd name="connsiteX171" fmla="*/ 1981928 w 12190161"/>
                <a:gd name="connsiteY171" fmla="*/ 1249830 h 6142467"/>
                <a:gd name="connsiteX172" fmla="*/ 2019544 w 12190161"/>
                <a:gd name="connsiteY172" fmla="*/ 1260982 h 6142467"/>
                <a:gd name="connsiteX173" fmla="*/ 5421574 w 12190161"/>
                <a:gd name="connsiteY173" fmla="*/ 1826090 h 6142467"/>
                <a:gd name="connsiteX174" fmla="*/ 5429433 w 12190161"/>
                <a:gd name="connsiteY174" fmla="*/ 1822449 h 6142467"/>
                <a:gd name="connsiteX175" fmla="*/ 5491432 w 12190161"/>
                <a:gd name="connsiteY175" fmla="*/ 1906638 h 6142467"/>
                <a:gd name="connsiteX176" fmla="*/ 5255335 w 12190161"/>
                <a:gd name="connsiteY176" fmla="*/ 2624117 h 6142467"/>
                <a:gd name="connsiteX177" fmla="*/ 5399790 w 12190161"/>
                <a:gd name="connsiteY177" fmla="*/ 1829383 h 6142467"/>
                <a:gd name="connsiteX178" fmla="*/ 5421574 w 12190161"/>
                <a:gd name="connsiteY178" fmla="*/ 1826090 h 6142467"/>
                <a:gd name="connsiteX179" fmla="*/ 5794961 w 12190161"/>
                <a:gd name="connsiteY179" fmla="*/ 1055567 h 6142467"/>
                <a:gd name="connsiteX180" fmla="*/ 5917922 w 12190161"/>
                <a:gd name="connsiteY180" fmla="*/ 2435805 h 6142467"/>
                <a:gd name="connsiteX181" fmla="*/ 5910930 w 12190161"/>
                <a:gd name="connsiteY181" fmla="*/ 2437770 h 6142467"/>
                <a:gd name="connsiteX182" fmla="*/ 5903071 w 12190161"/>
                <a:gd name="connsiteY182" fmla="*/ 2441410 h 6142467"/>
                <a:gd name="connsiteX183" fmla="*/ 5507265 w 12190161"/>
                <a:gd name="connsiteY183" fmla="*/ 1904038 h 6142467"/>
                <a:gd name="connsiteX184" fmla="*/ 5786756 w 12190161"/>
                <a:gd name="connsiteY184" fmla="*/ 1054527 h 6142467"/>
                <a:gd name="connsiteX185" fmla="*/ 5794961 w 12190161"/>
                <a:gd name="connsiteY185" fmla="*/ 1055567 h 6142467"/>
                <a:gd name="connsiteX186" fmla="*/ 6972038 w 12190161"/>
                <a:gd name="connsiteY186" fmla="*/ 1497194 h 6142467"/>
                <a:gd name="connsiteX187" fmla="*/ 7080033 w 12190161"/>
                <a:gd name="connsiteY187" fmla="*/ 2398478 h 6142467"/>
                <a:gd name="connsiteX188" fmla="*/ 7074659 w 12190161"/>
                <a:gd name="connsiteY188" fmla="*/ 2400154 h 6142467"/>
                <a:gd name="connsiteX189" fmla="*/ 7062351 w 12190161"/>
                <a:gd name="connsiteY189" fmla="*/ 2406510 h 6142467"/>
                <a:gd name="connsiteX190" fmla="*/ 6570685 w 12190161"/>
                <a:gd name="connsiteY190" fmla="*/ 1855847 h 6142467"/>
                <a:gd name="connsiteX191" fmla="*/ 6938871 w 12190161"/>
                <a:gd name="connsiteY191" fmla="*/ 1485812 h 6142467"/>
                <a:gd name="connsiteX192" fmla="*/ 6972038 w 12190161"/>
                <a:gd name="connsiteY192" fmla="*/ 1497194 h 6142467"/>
                <a:gd name="connsiteX193" fmla="*/ 8636159 w 12190161"/>
                <a:gd name="connsiteY193" fmla="*/ 2411132 h 6142467"/>
                <a:gd name="connsiteX194" fmla="*/ 8461080 w 12190161"/>
                <a:gd name="connsiteY194" fmla="*/ 2690393 h 6142467"/>
                <a:gd name="connsiteX195" fmla="*/ 8418957 w 12190161"/>
                <a:gd name="connsiteY195" fmla="*/ 2688659 h 6142467"/>
                <a:gd name="connsiteX196" fmla="*/ 8411445 w 12190161"/>
                <a:gd name="connsiteY196" fmla="*/ 2692126 h 6142467"/>
                <a:gd name="connsiteX197" fmla="*/ 7760820 w 12190161"/>
                <a:gd name="connsiteY197" fmla="*/ 1795407 h 6142467"/>
                <a:gd name="connsiteX198" fmla="*/ 7762958 w 12190161"/>
                <a:gd name="connsiteY198" fmla="*/ 1792981 h 6142467"/>
                <a:gd name="connsiteX199" fmla="*/ 8636159 w 12190161"/>
                <a:gd name="connsiteY199" fmla="*/ 2411132 h 6142467"/>
                <a:gd name="connsiteX200" fmla="*/ 9112803 w 12190161"/>
                <a:gd name="connsiteY200" fmla="*/ 1721273 h 6142467"/>
                <a:gd name="connsiteX201" fmla="*/ 9206121 w 12190161"/>
                <a:gd name="connsiteY201" fmla="*/ 2428814 h 6142467"/>
                <a:gd name="connsiteX202" fmla="*/ 9254658 w 12190161"/>
                <a:gd name="connsiteY202" fmla="*/ 2796943 h 6142467"/>
                <a:gd name="connsiteX203" fmla="*/ 9249977 w 12190161"/>
                <a:gd name="connsiteY203" fmla="*/ 2798387 h 6142467"/>
                <a:gd name="connsiteX204" fmla="*/ 9228251 w 12190161"/>
                <a:gd name="connsiteY204" fmla="*/ 2812891 h 6142467"/>
                <a:gd name="connsiteX205" fmla="*/ 8655400 w 12190161"/>
                <a:gd name="connsiteY205" fmla="*/ 2407319 h 6142467"/>
                <a:gd name="connsiteX206" fmla="*/ 9088939 w 12190161"/>
                <a:gd name="connsiteY206" fmla="*/ 1715842 h 6142467"/>
                <a:gd name="connsiteX207" fmla="*/ 9112803 w 12190161"/>
                <a:gd name="connsiteY207" fmla="*/ 1721273 h 6142467"/>
                <a:gd name="connsiteX208" fmla="*/ 9762966 w 12190161"/>
                <a:gd name="connsiteY208" fmla="*/ 893026 h 6142467"/>
                <a:gd name="connsiteX209" fmla="*/ 10729370 w 12190161"/>
                <a:gd name="connsiteY209" fmla="*/ 1273636 h 6142467"/>
                <a:gd name="connsiteX210" fmla="*/ 10585897 w 12190161"/>
                <a:gd name="connsiteY210" fmla="*/ 2011512 h 6142467"/>
                <a:gd name="connsiteX211" fmla="*/ 10563478 w 12190161"/>
                <a:gd name="connsiteY211" fmla="*/ 2014748 h 6142467"/>
                <a:gd name="connsiteX212" fmla="*/ 10556082 w 12190161"/>
                <a:gd name="connsiteY212" fmla="*/ 2018099 h 6142467"/>
                <a:gd name="connsiteX213" fmla="*/ 9754934 w 12190161"/>
                <a:gd name="connsiteY213" fmla="*/ 907414 h 6142467"/>
                <a:gd name="connsiteX214" fmla="*/ 9762966 w 12190161"/>
                <a:gd name="connsiteY214" fmla="*/ 893026 h 6142467"/>
                <a:gd name="connsiteX215" fmla="*/ 10863655 w 12190161"/>
                <a:gd name="connsiteY215" fmla="*/ 755158 h 6142467"/>
                <a:gd name="connsiteX216" fmla="*/ 10870474 w 12190161"/>
                <a:gd name="connsiteY216" fmla="*/ 752096 h 6142467"/>
                <a:gd name="connsiteX217" fmla="*/ 11250332 w 12190161"/>
                <a:gd name="connsiteY217" fmla="*/ 1443746 h 6142467"/>
                <a:gd name="connsiteX218" fmla="*/ 11236349 w 12190161"/>
                <a:gd name="connsiteY218" fmla="*/ 1458018 h 6142467"/>
                <a:gd name="connsiteX219" fmla="*/ 10745607 w 12190161"/>
                <a:gd name="connsiteY219" fmla="*/ 1264738 h 6142467"/>
                <a:gd name="connsiteX220" fmla="*/ 10844067 w 12190161"/>
                <a:gd name="connsiteY220" fmla="*/ 758452 h 6142467"/>
                <a:gd name="connsiteX221" fmla="*/ 10863655 w 12190161"/>
                <a:gd name="connsiteY221" fmla="*/ 755158 h 6142467"/>
                <a:gd name="connsiteX222" fmla="*/ 10599880 w 12190161"/>
                <a:gd name="connsiteY222" fmla="*/ 2014228 h 6142467"/>
                <a:gd name="connsiteX223" fmla="*/ 10742833 w 12190161"/>
                <a:gd name="connsiteY223" fmla="*/ 1278894 h 6142467"/>
                <a:gd name="connsiteX224" fmla="*/ 11229877 w 12190161"/>
                <a:gd name="connsiteY224" fmla="*/ 1470730 h 6142467"/>
                <a:gd name="connsiteX225" fmla="*/ 11230109 w 12190161"/>
                <a:gd name="connsiteY225" fmla="*/ 1507884 h 6142467"/>
                <a:gd name="connsiteX226" fmla="*/ 11232420 w 12190161"/>
                <a:gd name="connsiteY226" fmla="*/ 1513258 h 6142467"/>
                <a:gd name="connsiteX227" fmla="*/ 10619873 w 12190161"/>
                <a:gd name="connsiteY227" fmla="*/ 2026015 h 6142467"/>
                <a:gd name="connsiteX228" fmla="*/ 10599880 w 12190161"/>
                <a:gd name="connsiteY228" fmla="*/ 2014228 h 6142467"/>
                <a:gd name="connsiteX229" fmla="*/ 10530311 w 12190161"/>
                <a:gd name="connsiteY229" fmla="*/ 2085762 h 6142467"/>
                <a:gd name="connsiteX230" fmla="*/ 10531582 w 12190161"/>
                <a:gd name="connsiteY230" fmla="*/ 2088767 h 6142467"/>
                <a:gd name="connsiteX231" fmla="*/ 10107809 w 12190161"/>
                <a:gd name="connsiteY231" fmla="*/ 2341621 h 6142467"/>
                <a:gd name="connsiteX232" fmla="*/ 9312498 w 12190161"/>
                <a:gd name="connsiteY232" fmla="*/ 2816126 h 6142467"/>
                <a:gd name="connsiteX233" fmla="*/ 9288056 w 12190161"/>
                <a:gd name="connsiteY233" fmla="*/ 2798387 h 6142467"/>
                <a:gd name="connsiteX234" fmla="*/ 9517508 w 12190161"/>
                <a:gd name="connsiteY234" fmla="*/ 1782926 h 6142467"/>
                <a:gd name="connsiteX235" fmla="*/ 10527480 w 12190161"/>
                <a:gd name="connsiteY235" fmla="*/ 2059182 h 6142467"/>
                <a:gd name="connsiteX236" fmla="*/ 10530311 w 12190161"/>
                <a:gd name="connsiteY236" fmla="*/ 2085762 h 6142467"/>
                <a:gd name="connsiteX237" fmla="*/ 9220047 w 12190161"/>
                <a:gd name="connsiteY237" fmla="*/ 2824505 h 6142467"/>
                <a:gd name="connsiteX238" fmla="*/ 9215424 w 12190161"/>
                <a:gd name="connsiteY238" fmla="*/ 2836119 h 6142467"/>
                <a:gd name="connsiteX239" fmla="*/ 8493207 w 12190161"/>
                <a:gd name="connsiteY239" fmla="*/ 2740779 h 6142467"/>
                <a:gd name="connsiteX240" fmla="*/ 8489913 w 12190161"/>
                <a:gd name="connsiteY240" fmla="*/ 2721653 h 6142467"/>
                <a:gd name="connsiteX241" fmla="*/ 8473041 w 12190161"/>
                <a:gd name="connsiteY241" fmla="*/ 2697904 h 6142467"/>
                <a:gd name="connsiteX242" fmla="*/ 8647716 w 12190161"/>
                <a:gd name="connsiteY242" fmla="*/ 2419280 h 6142467"/>
                <a:gd name="connsiteX243" fmla="*/ 9220047 w 12190161"/>
                <a:gd name="connsiteY243" fmla="*/ 2824505 h 6142467"/>
                <a:gd name="connsiteX244" fmla="*/ 5249846 w 12190161"/>
                <a:gd name="connsiteY244" fmla="*/ 3973326 h 6142467"/>
                <a:gd name="connsiteX245" fmla="*/ 5717302 w 12190161"/>
                <a:gd name="connsiteY245" fmla="*/ 2990859 h 6142467"/>
                <a:gd name="connsiteX246" fmla="*/ 6087454 w 12190161"/>
                <a:gd name="connsiteY246" fmla="*/ 3184487 h 6142467"/>
                <a:gd name="connsiteX247" fmla="*/ 6087049 w 12190161"/>
                <a:gd name="connsiteY247" fmla="*/ 3223316 h 6142467"/>
                <a:gd name="connsiteX248" fmla="*/ 6092712 w 12190161"/>
                <a:gd name="connsiteY248" fmla="*/ 3234583 h 6142467"/>
                <a:gd name="connsiteX249" fmla="*/ 5256144 w 12190161"/>
                <a:gd name="connsiteY249" fmla="*/ 3978007 h 6142467"/>
                <a:gd name="connsiteX250" fmla="*/ 5249846 w 12190161"/>
                <a:gd name="connsiteY250" fmla="*/ 3973326 h 6142467"/>
                <a:gd name="connsiteX251" fmla="*/ 5236152 w 12190161"/>
                <a:gd name="connsiteY251" fmla="*/ 3006056 h 6142467"/>
                <a:gd name="connsiteX252" fmla="*/ 5238232 w 12190161"/>
                <a:gd name="connsiteY252" fmla="*/ 2779088 h 6142467"/>
                <a:gd name="connsiteX253" fmla="*/ 5248922 w 12190161"/>
                <a:gd name="connsiteY253" fmla="*/ 2776372 h 6142467"/>
                <a:gd name="connsiteX254" fmla="*/ 5273421 w 12190161"/>
                <a:gd name="connsiteY254" fmla="*/ 2758633 h 6142467"/>
                <a:gd name="connsiteX255" fmla="*/ 5704648 w 12190161"/>
                <a:gd name="connsiteY255" fmla="*/ 2984214 h 6142467"/>
                <a:gd name="connsiteX256" fmla="*/ 5236961 w 12190161"/>
                <a:gd name="connsiteY256" fmla="*/ 3967144 h 6142467"/>
                <a:gd name="connsiteX257" fmla="*/ 5227427 w 12190161"/>
                <a:gd name="connsiteY257" fmla="*/ 3964890 h 6142467"/>
                <a:gd name="connsiteX258" fmla="*/ 5236152 w 12190161"/>
                <a:gd name="connsiteY258" fmla="*/ 3006056 h 6142467"/>
                <a:gd name="connsiteX259" fmla="*/ 1262080 w 12190161"/>
                <a:gd name="connsiteY259" fmla="*/ 5035937 h 6142467"/>
                <a:gd name="connsiteX260" fmla="*/ 1241451 w 12190161"/>
                <a:gd name="connsiteY260" fmla="*/ 5009300 h 6142467"/>
                <a:gd name="connsiteX261" fmla="*/ 1666438 w 12190161"/>
                <a:gd name="connsiteY261" fmla="*/ 4182208 h 6142467"/>
                <a:gd name="connsiteX262" fmla="*/ 2608458 w 12190161"/>
                <a:gd name="connsiteY262" fmla="*/ 5224769 h 6142467"/>
                <a:gd name="connsiteX263" fmla="*/ 2597248 w 12190161"/>
                <a:gd name="connsiteY263" fmla="*/ 5245917 h 6142467"/>
                <a:gd name="connsiteX264" fmla="*/ 1265373 w 12190161"/>
                <a:gd name="connsiteY264" fmla="*/ 5055583 h 6142467"/>
                <a:gd name="connsiteX265" fmla="*/ 1262080 w 12190161"/>
                <a:gd name="connsiteY265" fmla="*/ 5035937 h 6142467"/>
                <a:gd name="connsiteX266" fmla="*/ 1075155 w 12190161"/>
                <a:gd name="connsiteY266" fmla="*/ 3530659 h 6142467"/>
                <a:gd name="connsiteX267" fmla="*/ 1063656 w 12190161"/>
                <a:gd name="connsiteY267" fmla="*/ 3511880 h 6142467"/>
                <a:gd name="connsiteX268" fmla="*/ 1534290 w 12190161"/>
                <a:gd name="connsiteY268" fmla="*/ 2945096 h 6142467"/>
                <a:gd name="connsiteX269" fmla="*/ 1559368 w 12190161"/>
                <a:gd name="connsiteY269" fmla="*/ 2953474 h 6142467"/>
                <a:gd name="connsiteX270" fmla="*/ 1569018 w 12190161"/>
                <a:gd name="connsiteY270" fmla="*/ 3528405 h 6142467"/>
                <a:gd name="connsiteX271" fmla="*/ 1077755 w 12190161"/>
                <a:gd name="connsiteY271" fmla="*/ 3541059 h 6142467"/>
                <a:gd name="connsiteX272" fmla="*/ 1075155 w 12190161"/>
                <a:gd name="connsiteY272" fmla="*/ 3530659 h 6142467"/>
                <a:gd name="connsiteX273" fmla="*/ 1231628 w 12190161"/>
                <a:gd name="connsiteY273" fmla="*/ 1502510 h 6142467"/>
                <a:gd name="connsiteX274" fmla="*/ 1245207 w 12190161"/>
                <a:gd name="connsiteY274" fmla="*/ 1495230 h 6142467"/>
                <a:gd name="connsiteX275" fmla="*/ 1497715 w 12190161"/>
                <a:gd name="connsiteY275" fmla="*/ 1762529 h 6142467"/>
                <a:gd name="connsiteX276" fmla="*/ 1210596 w 12190161"/>
                <a:gd name="connsiteY276" fmla="*/ 2079175 h 6142467"/>
                <a:gd name="connsiteX277" fmla="*/ 1187656 w 12190161"/>
                <a:gd name="connsiteY277" fmla="*/ 2070045 h 6142467"/>
                <a:gd name="connsiteX278" fmla="*/ 1216952 w 12190161"/>
                <a:gd name="connsiteY278" fmla="*/ 1505688 h 6142467"/>
                <a:gd name="connsiteX279" fmla="*/ 1231628 w 12190161"/>
                <a:gd name="connsiteY279" fmla="*/ 1502510 h 6142467"/>
                <a:gd name="connsiteX280" fmla="*/ 3110814 w 12190161"/>
                <a:gd name="connsiteY280" fmla="*/ 2903204 h 6142467"/>
                <a:gd name="connsiteX281" fmla="*/ 3143692 w 12190161"/>
                <a:gd name="connsiteY281" fmla="*/ 3571048 h 6142467"/>
                <a:gd name="connsiteX282" fmla="*/ 3141554 w 12190161"/>
                <a:gd name="connsiteY282" fmla="*/ 3571684 h 6142467"/>
                <a:gd name="connsiteX283" fmla="*/ 3130691 w 12190161"/>
                <a:gd name="connsiteY283" fmla="*/ 3577057 h 6142467"/>
                <a:gd name="connsiteX284" fmla="*/ 2723964 w 12190161"/>
                <a:gd name="connsiteY284" fmla="*/ 3091516 h 6142467"/>
                <a:gd name="connsiteX285" fmla="*/ 3068749 w 12190161"/>
                <a:gd name="connsiteY285" fmla="*/ 2882402 h 6142467"/>
                <a:gd name="connsiteX286" fmla="*/ 3110814 w 12190161"/>
                <a:gd name="connsiteY286" fmla="*/ 2903204 h 6142467"/>
                <a:gd name="connsiteX287" fmla="*/ 7739094 w 12190161"/>
                <a:gd name="connsiteY287" fmla="*/ 1809795 h 6142467"/>
                <a:gd name="connsiteX288" fmla="*/ 7749784 w 12190161"/>
                <a:gd name="connsiteY288" fmla="*/ 1804537 h 6142467"/>
                <a:gd name="connsiteX289" fmla="*/ 8399831 w 12190161"/>
                <a:gd name="connsiteY289" fmla="*/ 2700447 h 6142467"/>
                <a:gd name="connsiteX290" fmla="*/ 8385617 w 12190161"/>
                <a:gd name="connsiteY290" fmla="*/ 2722231 h 6142467"/>
                <a:gd name="connsiteX291" fmla="*/ 7505193 w 12190161"/>
                <a:gd name="connsiteY291" fmla="*/ 2533284 h 6142467"/>
                <a:gd name="connsiteX292" fmla="*/ 7714710 w 12190161"/>
                <a:gd name="connsiteY292" fmla="*/ 1812800 h 6142467"/>
                <a:gd name="connsiteX293" fmla="*/ 7739094 w 12190161"/>
                <a:gd name="connsiteY293" fmla="*/ 1809795 h 6142467"/>
                <a:gd name="connsiteX294" fmla="*/ 7227897 w 12190161"/>
                <a:gd name="connsiteY294" fmla="*/ 3435838 h 6142467"/>
                <a:gd name="connsiteX295" fmla="*/ 7219865 w 12190161"/>
                <a:gd name="connsiteY295" fmla="*/ 3435203 h 6142467"/>
                <a:gd name="connsiteX296" fmla="*/ 7153300 w 12190161"/>
                <a:gd name="connsiteY296" fmla="*/ 2885407 h 6142467"/>
                <a:gd name="connsiteX297" fmla="*/ 7107364 w 12190161"/>
                <a:gd name="connsiteY297" fmla="*/ 2505895 h 6142467"/>
                <a:gd name="connsiteX298" fmla="*/ 7112621 w 12190161"/>
                <a:gd name="connsiteY298" fmla="*/ 2504277 h 6142467"/>
                <a:gd name="connsiteX299" fmla="*/ 7145904 w 12190161"/>
                <a:gd name="connsiteY299" fmla="*/ 2470706 h 6142467"/>
                <a:gd name="connsiteX300" fmla="*/ 7487280 w 12190161"/>
                <a:gd name="connsiteY300" fmla="*/ 2543973 h 6142467"/>
                <a:gd name="connsiteX301" fmla="*/ 7227897 w 12190161"/>
                <a:gd name="connsiteY301" fmla="*/ 3435838 h 6142467"/>
                <a:gd name="connsiteX302" fmla="*/ 5723427 w 12190161"/>
                <a:gd name="connsiteY302" fmla="*/ 2977974 h 6142467"/>
                <a:gd name="connsiteX303" fmla="*/ 5929305 w 12190161"/>
                <a:gd name="connsiteY303" fmla="*/ 2545244 h 6142467"/>
                <a:gd name="connsiteX304" fmla="*/ 5948951 w 12190161"/>
                <a:gd name="connsiteY304" fmla="*/ 2541951 h 6142467"/>
                <a:gd name="connsiteX305" fmla="*/ 5959293 w 12190161"/>
                <a:gd name="connsiteY305" fmla="*/ 2536924 h 6142467"/>
                <a:gd name="connsiteX306" fmla="*/ 6118425 w 12190161"/>
                <a:gd name="connsiteY306" fmla="*/ 3152995 h 6142467"/>
                <a:gd name="connsiteX307" fmla="*/ 6094214 w 12190161"/>
                <a:gd name="connsiteY307" fmla="*/ 3171890 h 6142467"/>
                <a:gd name="connsiteX308" fmla="*/ 5723427 w 12190161"/>
                <a:gd name="connsiteY308" fmla="*/ 2977974 h 6142467"/>
                <a:gd name="connsiteX309" fmla="*/ 6132177 w 12190161"/>
                <a:gd name="connsiteY309" fmla="*/ 3149355 h 6142467"/>
                <a:gd name="connsiteX310" fmla="*/ 5971312 w 12190161"/>
                <a:gd name="connsiteY310" fmla="*/ 2526696 h 6142467"/>
                <a:gd name="connsiteX311" fmla="*/ 5980499 w 12190161"/>
                <a:gd name="connsiteY311" fmla="*/ 2512482 h 6142467"/>
                <a:gd name="connsiteX312" fmla="*/ 6489616 w 12190161"/>
                <a:gd name="connsiteY312" fmla="*/ 2918169 h 6142467"/>
                <a:gd name="connsiteX313" fmla="*/ 6177074 w 12190161"/>
                <a:gd name="connsiteY313" fmla="*/ 3163974 h 6142467"/>
                <a:gd name="connsiteX314" fmla="*/ 6132177 w 12190161"/>
                <a:gd name="connsiteY314" fmla="*/ 3149355 h 6142467"/>
                <a:gd name="connsiteX315" fmla="*/ 5984775 w 12190161"/>
                <a:gd name="connsiteY315" fmla="*/ 2497690 h 6142467"/>
                <a:gd name="connsiteX316" fmla="*/ 5985237 w 12190161"/>
                <a:gd name="connsiteY316" fmla="*/ 2487058 h 6142467"/>
                <a:gd name="connsiteX317" fmla="*/ 7038834 w 12190161"/>
                <a:gd name="connsiteY317" fmla="*/ 2460767 h 6142467"/>
                <a:gd name="connsiteX318" fmla="*/ 7041492 w 12190161"/>
                <a:gd name="connsiteY318" fmla="*/ 2471226 h 6142467"/>
                <a:gd name="connsiteX319" fmla="*/ 7045999 w 12190161"/>
                <a:gd name="connsiteY319" fmla="*/ 2480586 h 6142467"/>
                <a:gd name="connsiteX320" fmla="*/ 6501057 w 12190161"/>
                <a:gd name="connsiteY320" fmla="*/ 2909155 h 6142467"/>
                <a:gd name="connsiteX321" fmla="*/ 5984775 w 12190161"/>
                <a:gd name="connsiteY321" fmla="*/ 2497690 h 6142467"/>
                <a:gd name="connsiteX322" fmla="*/ 7054897 w 12190161"/>
                <a:gd name="connsiteY322" fmla="*/ 2491796 h 6142467"/>
                <a:gd name="connsiteX323" fmla="*/ 7093149 w 12190161"/>
                <a:gd name="connsiteY323" fmla="*/ 2507628 h 6142467"/>
                <a:gd name="connsiteX324" fmla="*/ 7140011 w 12190161"/>
                <a:gd name="connsiteY324" fmla="*/ 2894421 h 6142467"/>
                <a:gd name="connsiteX325" fmla="*/ 7205709 w 12190161"/>
                <a:gd name="connsiteY325" fmla="*/ 3436878 h 6142467"/>
                <a:gd name="connsiteX326" fmla="*/ 7200451 w 12190161"/>
                <a:gd name="connsiteY326" fmla="*/ 3438496 h 6142467"/>
                <a:gd name="connsiteX327" fmla="*/ 7180920 w 12190161"/>
                <a:gd name="connsiteY327" fmla="*/ 3450746 h 6142467"/>
                <a:gd name="connsiteX328" fmla="*/ 6512671 w 12190161"/>
                <a:gd name="connsiteY328" fmla="*/ 2918227 h 6142467"/>
                <a:gd name="connsiteX329" fmla="*/ 7054897 w 12190161"/>
                <a:gd name="connsiteY329" fmla="*/ 2491796 h 6142467"/>
                <a:gd name="connsiteX330" fmla="*/ 5879670 w 12190161"/>
                <a:gd name="connsiteY330" fmla="*/ 2513175 h 6142467"/>
                <a:gd name="connsiteX331" fmla="*/ 5914512 w 12190161"/>
                <a:gd name="connsiteY331" fmla="*/ 2543049 h 6142467"/>
                <a:gd name="connsiteX332" fmla="*/ 5710773 w 12190161"/>
                <a:gd name="connsiteY332" fmla="*/ 2971329 h 6142467"/>
                <a:gd name="connsiteX333" fmla="*/ 5280702 w 12190161"/>
                <a:gd name="connsiteY333" fmla="*/ 2746383 h 6142467"/>
                <a:gd name="connsiteX334" fmla="*/ 5284920 w 12190161"/>
                <a:gd name="connsiteY334" fmla="*/ 2717897 h 6142467"/>
                <a:gd name="connsiteX335" fmla="*/ 5879670 w 12190161"/>
                <a:gd name="connsiteY335" fmla="*/ 2513175 h 6142467"/>
                <a:gd name="connsiteX336" fmla="*/ 1591726 w 12190161"/>
                <a:gd name="connsiteY336" fmla="*/ 4027006 h 6142467"/>
                <a:gd name="connsiteX337" fmla="*/ 1583579 w 12190161"/>
                <a:gd name="connsiteY337" fmla="*/ 3542330 h 6142467"/>
                <a:gd name="connsiteX338" fmla="*/ 1941596 w 12190161"/>
                <a:gd name="connsiteY338" fmla="*/ 3533085 h 6142467"/>
                <a:gd name="connsiteX339" fmla="*/ 1944254 w 12190161"/>
                <a:gd name="connsiteY339" fmla="*/ 3543486 h 6142467"/>
                <a:gd name="connsiteX340" fmla="*/ 1958006 w 12190161"/>
                <a:gd name="connsiteY340" fmla="*/ 3564519 h 6142467"/>
                <a:gd name="connsiteX341" fmla="*/ 1612296 w 12190161"/>
                <a:gd name="connsiteY341" fmla="*/ 4033593 h 6142467"/>
                <a:gd name="connsiteX342" fmla="*/ 1591726 w 12190161"/>
                <a:gd name="connsiteY342" fmla="*/ 4027006 h 6142467"/>
                <a:gd name="connsiteX343" fmla="*/ 1582885 w 12190161"/>
                <a:gd name="connsiteY343" fmla="*/ 2950412 h 6142467"/>
                <a:gd name="connsiteX344" fmla="*/ 1591264 w 12190161"/>
                <a:gd name="connsiteY344" fmla="*/ 2946483 h 6142467"/>
                <a:gd name="connsiteX345" fmla="*/ 1959393 w 12190161"/>
                <a:gd name="connsiteY345" fmla="*/ 3483277 h 6142467"/>
                <a:gd name="connsiteX346" fmla="*/ 1941249 w 12190161"/>
                <a:gd name="connsiteY346" fmla="*/ 3518813 h 6142467"/>
                <a:gd name="connsiteX347" fmla="*/ 1583290 w 12190161"/>
                <a:gd name="connsiteY347" fmla="*/ 3528058 h 6142467"/>
                <a:gd name="connsiteX348" fmla="*/ 1573640 w 12190161"/>
                <a:gd name="connsiteY348" fmla="*/ 2952839 h 6142467"/>
                <a:gd name="connsiteX349" fmla="*/ 1582885 w 12190161"/>
                <a:gd name="connsiteY349" fmla="*/ 2950412 h 6142467"/>
                <a:gd name="connsiteX350" fmla="*/ 1602704 w 12190161"/>
                <a:gd name="connsiteY350" fmla="*/ 2937873 h 6142467"/>
                <a:gd name="connsiteX351" fmla="*/ 1619172 w 12190161"/>
                <a:gd name="connsiteY351" fmla="*/ 2894537 h 6142467"/>
                <a:gd name="connsiteX352" fmla="*/ 1889188 w 12190161"/>
                <a:gd name="connsiteY352" fmla="*/ 3355695 h 6142467"/>
                <a:gd name="connsiteX353" fmla="*/ 1602704 w 12190161"/>
                <a:gd name="connsiteY353" fmla="*/ 2937873 h 6142467"/>
                <a:gd name="connsiteX354" fmla="*/ 3156116 w 12190161"/>
                <a:gd name="connsiteY354" fmla="*/ 3679043 h 6142467"/>
                <a:gd name="connsiteX355" fmla="*/ 3200839 w 12190161"/>
                <a:gd name="connsiteY355" fmla="*/ 4459793 h 6142467"/>
                <a:gd name="connsiteX356" fmla="*/ 3192114 w 12190161"/>
                <a:gd name="connsiteY356" fmla="*/ 4462104 h 6142467"/>
                <a:gd name="connsiteX357" fmla="*/ 3172988 w 12190161"/>
                <a:gd name="connsiteY357" fmla="*/ 4473950 h 6142467"/>
                <a:gd name="connsiteX358" fmla="*/ 2958039 w 12190161"/>
                <a:gd name="connsiteY358" fmla="*/ 4298870 h 6142467"/>
                <a:gd name="connsiteX359" fmla="*/ 3150915 w 12190161"/>
                <a:gd name="connsiteY359" fmla="*/ 3678407 h 6142467"/>
                <a:gd name="connsiteX360" fmla="*/ 3156116 w 12190161"/>
                <a:gd name="connsiteY360" fmla="*/ 3679043 h 6142467"/>
                <a:gd name="connsiteX361" fmla="*/ 3108388 w 12190161"/>
                <a:gd name="connsiteY361" fmla="*/ 3642756 h 6142467"/>
                <a:gd name="connsiteX362" fmla="*/ 3137336 w 12190161"/>
                <a:gd name="connsiteY362" fmla="*/ 3674131 h 6142467"/>
                <a:gd name="connsiteX363" fmla="*/ 2946136 w 12190161"/>
                <a:gd name="connsiteY363" fmla="*/ 4289105 h 6142467"/>
                <a:gd name="connsiteX364" fmla="*/ 2043465 w 12190161"/>
                <a:gd name="connsiteY364" fmla="*/ 3553714 h 6142467"/>
                <a:gd name="connsiteX365" fmla="*/ 2050515 w 12190161"/>
                <a:gd name="connsiteY365" fmla="*/ 3536321 h 6142467"/>
                <a:gd name="connsiteX366" fmla="*/ 3105152 w 12190161"/>
                <a:gd name="connsiteY366" fmla="*/ 3626288 h 6142467"/>
                <a:gd name="connsiteX367" fmla="*/ 3108388 w 12190161"/>
                <a:gd name="connsiteY367" fmla="*/ 3642756 h 6142467"/>
                <a:gd name="connsiteX368" fmla="*/ 2034451 w 12190161"/>
                <a:gd name="connsiteY368" fmla="*/ 3564750 h 6142467"/>
                <a:gd name="connsiteX369" fmla="*/ 2941571 w 12190161"/>
                <a:gd name="connsiteY369" fmla="*/ 4303782 h 6142467"/>
                <a:gd name="connsiteX370" fmla="*/ 2660924 w 12190161"/>
                <a:gd name="connsiteY370" fmla="*/ 5206394 h 6142467"/>
                <a:gd name="connsiteX371" fmla="*/ 2638967 w 12190161"/>
                <a:gd name="connsiteY371" fmla="*/ 5206626 h 6142467"/>
                <a:gd name="connsiteX372" fmla="*/ 2022433 w 12190161"/>
                <a:gd name="connsiteY372" fmla="*/ 3573359 h 6142467"/>
                <a:gd name="connsiteX373" fmla="*/ 2034451 w 12190161"/>
                <a:gd name="connsiteY373" fmla="*/ 3564750 h 6142467"/>
                <a:gd name="connsiteX374" fmla="*/ 2678374 w 12190161"/>
                <a:gd name="connsiteY374" fmla="*/ 5212866 h 6142467"/>
                <a:gd name="connsiteX375" fmla="*/ 2674502 w 12190161"/>
                <a:gd name="connsiteY375" fmla="*/ 5210843 h 6142467"/>
                <a:gd name="connsiteX376" fmla="*/ 2953474 w 12190161"/>
                <a:gd name="connsiteY376" fmla="*/ 4313489 h 6142467"/>
                <a:gd name="connsiteX377" fmla="*/ 3163974 w 12190161"/>
                <a:gd name="connsiteY377" fmla="*/ 4484986 h 6142467"/>
                <a:gd name="connsiteX378" fmla="*/ 3159005 w 12190161"/>
                <a:gd name="connsiteY378" fmla="*/ 4533119 h 6142467"/>
                <a:gd name="connsiteX379" fmla="*/ 3172410 w 12190161"/>
                <a:gd name="connsiteY379" fmla="*/ 4553804 h 6142467"/>
                <a:gd name="connsiteX380" fmla="*/ 3034253 w 12190161"/>
                <a:gd name="connsiteY380" fmla="*/ 4738071 h 6142467"/>
                <a:gd name="connsiteX381" fmla="*/ 2678374 w 12190161"/>
                <a:gd name="connsiteY381" fmla="*/ 5212866 h 6142467"/>
                <a:gd name="connsiteX382" fmla="*/ 3215111 w 12190161"/>
                <a:gd name="connsiteY382" fmla="*/ 4458926 h 6142467"/>
                <a:gd name="connsiteX383" fmla="*/ 3170734 w 12190161"/>
                <a:gd name="connsiteY383" fmla="*/ 3678234 h 6142467"/>
                <a:gd name="connsiteX384" fmla="*/ 3179459 w 12190161"/>
                <a:gd name="connsiteY384" fmla="*/ 3675922 h 6142467"/>
                <a:gd name="connsiteX385" fmla="*/ 3209448 w 12190161"/>
                <a:gd name="connsiteY385" fmla="*/ 3649747 h 6142467"/>
                <a:gd name="connsiteX386" fmla="*/ 3497260 w 12190161"/>
                <a:gd name="connsiteY386" fmla="*/ 3776868 h 6142467"/>
                <a:gd name="connsiteX387" fmla="*/ 3224818 w 12190161"/>
                <a:gd name="connsiteY387" fmla="*/ 4460487 h 6142467"/>
                <a:gd name="connsiteX388" fmla="*/ 3215111 w 12190161"/>
                <a:gd name="connsiteY388" fmla="*/ 4458926 h 6142467"/>
                <a:gd name="connsiteX389" fmla="*/ 3214475 w 12190161"/>
                <a:gd name="connsiteY389" fmla="*/ 3636342 h 6142467"/>
                <a:gd name="connsiteX390" fmla="*/ 3212568 w 12190161"/>
                <a:gd name="connsiteY390" fmla="*/ 3604851 h 6142467"/>
                <a:gd name="connsiteX391" fmla="*/ 3203786 w 12190161"/>
                <a:gd name="connsiteY391" fmla="*/ 3589249 h 6142467"/>
                <a:gd name="connsiteX392" fmla="*/ 3818066 w 12190161"/>
                <a:gd name="connsiteY392" fmla="*/ 2952550 h 6142467"/>
                <a:gd name="connsiteX393" fmla="*/ 3824133 w 12190161"/>
                <a:gd name="connsiteY393" fmla="*/ 2956421 h 6142467"/>
                <a:gd name="connsiteX394" fmla="*/ 3502576 w 12190161"/>
                <a:gd name="connsiteY394" fmla="*/ 3763520 h 6142467"/>
                <a:gd name="connsiteX395" fmla="*/ 3214475 w 12190161"/>
                <a:gd name="connsiteY395" fmla="*/ 3636342 h 6142467"/>
                <a:gd name="connsiteX396" fmla="*/ 3798940 w 12190161"/>
                <a:gd name="connsiteY396" fmla="*/ 2927010 h 6142467"/>
                <a:gd name="connsiteX397" fmla="*/ 3807608 w 12190161"/>
                <a:gd name="connsiteY397" fmla="*/ 2942496 h 6142467"/>
                <a:gd name="connsiteX398" fmla="*/ 3191074 w 12190161"/>
                <a:gd name="connsiteY398" fmla="*/ 3577635 h 6142467"/>
                <a:gd name="connsiteX399" fmla="*/ 3182811 w 12190161"/>
                <a:gd name="connsiteY399" fmla="*/ 3573128 h 6142467"/>
                <a:gd name="connsiteX400" fmla="*/ 3388572 w 12190161"/>
                <a:gd name="connsiteY400" fmla="*/ 2873735 h 6142467"/>
                <a:gd name="connsiteX401" fmla="*/ 3795647 w 12190161"/>
                <a:gd name="connsiteY401" fmla="*/ 2910253 h 6142467"/>
                <a:gd name="connsiteX402" fmla="*/ 3798940 w 12190161"/>
                <a:gd name="connsiteY402" fmla="*/ 2927010 h 6142467"/>
                <a:gd name="connsiteX403" fmla="*/ 3119770 w 12190161"/>
                <a:gd name="connsiteY403" fmla="*/ 3586302 h 6142467"/>
                <a:gd name="connsiteX404" fmla="*/ 3106423 w 12190161"/>
                <a:gd name="connsiteY404" fmla="*/ 3612073 h 6142467"/>
                <a:gd name="connsiteX405" fmla="*/ 2051786 w 12190161"/>
                <a:gd name="connsiteY405" fmla="*/ 3522165 h 6142467"/>
                <a:gd name="connsiteX406" fmla="*/ 2048492 w 12190161"/>
                <a:gd name="connsiteY406" fmla="*/ 3505639 h 6142467"/>
                <a:gd name="connsiteX407" fmla="*/ 2047048 w 12190161"/>
                <a:gd name="connsiteY407" fmla="*/ 3502230 h 6142467"/>
                <a:gd name="connsiteX408" fmla="*/ 2711656 w 12190161"/>
                <a:gd name="connsiteY408" fmla="*/ 3099142 h 6142467"/>
                <a:gd name="connsiteX409" fmla="*/ 3119770 w 12190161"/>
                <a:gd name="connsiteY409" fmla="*/ 3586302 h 6142467"/>
                <a:gd name="connsiteX410" fmla="*/ 2039652 w 12190161"/>
                <a:gd name="connsiteY410" fmla="*/ 3489922 h 6142467"/>
                <a:gd name="connsiteX411" fmla="*/ 2022722 w 12190161"/>
                <a:gd name="connsiteY411" fmla="*/ 3475823 h 6142467"/>
                <a:gd name="connsiteX412" fmla="*/ 2322957 w 12190161"/>
                <a:gd name="connsiteY412" fmla="*/ 2693282 h 6142467"/>
                <a:gd name="connsiteX413" fmla="*/ 2354968 w 12190161"/>
                <a:gd name="connsiteY413" fmla="*/ 2691491 h 6142467"/>
                <a:gd name="connsiteX414" fmla="*/ 2365831 w 12190161"/>
                <a:gd name="connsiteY414" fmla="*/ 2686117 h 6142467"/>
                <a:gd name="connsiteX415" fmla="*/ 2702469 w 12190161"/>
                <a:gd name="connsiteY415" fmla="*/ 3087991 h 6142467"/>
                <a:gd name="connsiteX416" fmla="*/ 2039652 w 12190161"/>
                <a:gd name="connsiteY416" fmla="*/ 3489922 h 6142467"/>
                <a:gd name="connsiteX417" fmla="*/ 2288577 w 12190161"/>
                <a:gd name="connsiteY417" fmla="*/ 2610654 h 6142467"/>
                <a:gd name="connsiteX418" fmla="*/ 1231686 w 12190161"/>
                <a:gd name="connsiteY418" fmla="*/ 2142388 h 6142467"/>
                <a:gd name="connsiteX419" fmla="*/ 1231224 w 12190161"/>
                <a:gd name="connsiteY419" fmla="*/ 2105870 h 6142467"/>
                <a:gd name="connsiteX420" fmla="*/ 1221170 w 12190161"/>
                <a:gd name="connsiteY420" fmla="*/ 2088767 h 6142467"/>
                <a:gd name="connsiteX421" fmla="*/ 1507537 w 12190161"/>
                <a:gd name="connsiteY421" fmla="*/ 1772988 h 6142467"/>
                <a:gd name="connsiteX422" fmla="*/ 2293026 w 12190161"/>
                <a:gd name="connsiteY422" fmla="*/ 2604413 h 6142467"/>
                <a:gd name="connsiteX423" fmla="*/ 2288577 w 12190161"/>
                <a:gd name="connsiteY423" fmla="*/ 2610654 h 6142467"/>
                <a:gd name="connsiteX424" fmla="*/ 1225446 w 12190161"/>
                <a:gd name="connsiteY424" fmla="*/ 2155216 h 6142467"/>
                <a:gd name="connsiteX425" fmla="*/ 2282856 w 12190161"/>
                <a:gd name="connsiteY425" fmla="*/ 2623712 h 6142467"/>
                <a:gd name="connsiteX426" fmla="*/ 2283839 w 12190161"/>
                <a:gd name="connsiteY426" fmla="*/ 2658382 h 6142467"/>
                <a:gd name="connsiteX427" fmla="*/ 2309609 w 12190161"/>
                <a:gd name="connsiteY427" fmla="*/ 2688139 h 6142467"/>
                <a:gd name="connsiteX428" fmla="*/ 2009374 w 12190161"/>
                <a:gd name="connsiteY428" fmla="*/ 3470681 h 6142467"/>
                <a:gd name="connsiteX429" fmla="*/ 1977363 w 12190161"/>
                <a:gd name="connsiteY429" fmla="*/ 3472472 h 6142467"/>
                <a:gd name="connsiteX430" fmla="*/ 1974763 w 12190161"/>
                <a:gd name="connsiteY430" fmla="*/ 3473570 h 6142467"/>
                <a:gd name="connsiteX431" fmla="*/ 1211405 w 12190161"/>
                <a:gd name="connsiteY431" fmla="*/ 2169835 h 6142467"/>
                <a:gd name="connsiteX432" fmla="*/ 1225446 w 12190161"/>
                <a:gd name="connsiteY432" fmla="*/ 2155216 h 6142467"/>
                <a:gd name="connsiteX433" fmla="*/ 1594326 w 12190161"/>
                <a:gd name="connsiteY433" fmla="*/ 2852009 h 6142467"/>
                <a:gd name="connsiteX434" fmla="*/ 1547869 w 12190161"/>
                <a:gd name="connsiteY434" fmla="*/ 2845306 h 6142467"/>
                <a:gd name="connsiteX435" fmla="*/ 1285770 w 12190161"/>
                <a:gd name="connsiteY435" fmla="*/ 2325095 h 6142467"/>
                <a:gd name="connsiteX436" fmla="*/ 1594326 w 12190161"/>
                <a:gd name="connsiteY436" fmla="*/ 2852009 h 6142467"/>
                <a:gd name="connsiteX437" fmla="*/ 1078159 w 12190161"/>
                <a:gd name="connsiteY437" fmla="*/ 3555331 h 6142467"/>
                <a:gd name="connsiteX438" fmla="*/ 1569306 w 12190161"/>
                <a:gd name="connsiteY438" fmla="*/ 3542677 h 6142467"/>
                <a:gd name="connsiteX439" fmla="*/ 1577454 w 12190161"/>
                <a:gd name="connsiteY439" fmla="*/ 4027179 h 6142467"/>
                <a:gd name="connsiteX440" fmla="*/ 1566533 w 12190161"/>
                <a:gd name="connsiteY440" fmla="*/ 4029953 h 6142467"/>
                <a:gd name="connsiteX441" fmla="*/ 1550527 w 12190161"/>
                <a:gd name="connsiteY441" fmla="*/ 4039082 h 6142467"/>
                <a:gd name="connsiteX442" fmla="*/ 1067874 w 12190161"/>
                <a:gd name="connsiteY442" fmla="*/ 3582258 h 6142467"/>
                <a:gd name="connsiteX443" fmla="*/ 1078159 w 12190161"/>
                <a:gd name="connsiteY443" fmla="*/ 3555331 h 6142467"/>
                <a:gd name="connsiteX444" fmla="*/ 1637605 w 12190161"/>
                <a:gd name="connsiteY444" fmla="*/ 4063062 h 6142467"/>
                <a:gd name="connsiteX445" fmla="*/ 1623853 w 12190161"/>
                <a:gd name="connsiteY445" fmla="*/ 4042029 h 6142467"/>
                <a:gd name="connsiteX446" fmla="*/ 1949454 w 12190161"/>
                <a:gd name="connsiteY446" fmla="*/ 3600170 h 6142467"/>
                <a:gd name="connsiteX447" fmla="*/ 1663202 w 12190161"/>
                <a:gd name="connsiteY447" fmla="*/ 4157304 h 6142467"/>
                <a:gd name="connsiteX448" fmla="*/ 1627666 w 12190161"/>
                <a:gd name="connsiteY448" fmla="*/ 4117955 h 6142467"/>
                <a:gd name="connsiteX449" fmla="*/ 1637605 w 12190161"/>
                <a:gd name="connsiteY449" fmla="*/ 4063062 h 6142467"/>
                <a:gd name="connsiteX450" fmla="*/ 1977594 w 12190161"/>
                <a:gd name="connsiteY450" fmla="*/ 3576653 h 6142467"/>
                <a:gd name="connsiteX451" fmla="*/ 2009085 w 12190161"/>
                <a:gd name="connsiteY451" fmla="*/ 3578444 h 6142467"/>
                <a:gd name="connsiteX452" fmla="*/ 2624290 w 12190161"/>
                <a:gd name="connsiteY452" fmla="*/ 5208070 h 6142467"/>
                <a:gd name="connsiteX453" fmla="*/ 2622614 w 12190161"/>
                <a:gd name="connsiteY453" fmla="*/ 5212981 h 6142467"/>
                <a:gd name="connsiteX454" fmla="*/ 2619090 w 12190161"/>
                <a:gd name="connsiteY454" fmla="*/ 5215235 h 6142467"/>
                <a:gd name="connsiteX455" fmla="*/ 1673429 w 12190161"/>
                <a:gd name="connsiteY455" fmla="*/ 4168687 h 6142467"/>
                <a:gd name="connsiteX456" fmla="*/ 1977594 w 12190161"/>
                <a:gd name="connsiteY456" fmla="*/ 3576653 h 6142467"/>
                <a:gd name="connsiteX457" fmla="*/ 3260296 w 12190161"/>
                <a:gd name="connsiteY457" fmla="*/ 4488684 h 6142467"/>
                <a:gd name="connsiteX458" fmla="*/ 3238108 w 12190161"/>
                <a:gd name="connsiteY458" fmla="*/ 4465802 h 6142467"/>
                <a:gd name="connsiteX459" fmla="*/ 3510319 w 12190161"/>
                <a:gd name="connsiteY459" fmla="*/ 3782588 h 6142467"/>
                <a:gd name="connsiteX460" fmla="*/ 4239470 w 12190161"/>
                <a:gd name="connsiteY460" fmla="*/ 4104665 h 6142467"/>
                <a:gd name="connsiteX461" fmla="*/ 4238545 w 12190161"/>
                <a:gd name="connsiteY461" fmla="*/ 4132400 h 6142467"/>
                <a:gd name="connsiteX462" fmla="*/ 3260296 w 12190161"/>
                <a:gd name="connsiteY462" fmla="*/ 4488684 h 6142467"/>
                <a:gd name="connsiteX463" fmla="*/ 4245191 w 12190161"/>
                <a:gd name="connsiteY463" fmla="*/ 4091606 h 6142467"/>
                <a:gd name="connsiteX464" fmla="*/ 3515577 w 12190161"/>
                <a:gd name="connsiteY464" fmla="*/ 3769298 h 6142467"/>
                <a:gd name="connsiteX465" fmla="*/ 3837307 w 12190161"/>
                <a:gd name="connsiteY465" fmla="*/ 2961737 h 6142467"/>
                <a:gd name="connsiteX466" fmla="*/ 3863136 w 12190161"/>
                <a:gd name="connsiteY466" fmla="*/ 2962084 h 6142467"/>
                <a:gd name="connsiteX467" fmla="*/ 4267032 w 12190161"/>
                <a:gd name="connsiteY467" fmla="*/ 4071151 h 6142467"/>
                <a:gd name="connsiteX468" fmla="*/ 4245191 w 12190161"/>
                <a:gd name="connsiteY468" fmla="*/ 4091606 h 6142467"/>
                <a:gd name="connsiteX469" fmla="*/ 6191172 w 12190161"/>
                <a:gd name="connsiteY469" fmla="*/ 3185353 h 6142467"/>
                <a:gd name="connsiteX470" fmla="*/ 6186145 w 12190161"/>
                <a:gd name="connsiteY470" fmla="*/ 3175010 h 6142467"/>
                <a:gd name="connsiteX471" fmla="*/ 6501057 w 12190161"/>
                <a:gd name="connsiteY471" fmla="*/ 2927357 h 6142467"/>
                <a:gd name="connsiteX472" fmla="*/ 7171964 w 12190161"/>
                <a:gd name="connsiteY472" fmla="*/ 3461956 h 6142467"/>
                <a:gd name="connsiteX473" fmla="*/ 7168151 w 12190161"/>
                <a:gd name="connsiteY473" fmla="*/ 3469641 h 6142467"/>
                <a:gd name="connsiteX474" fmla="*/ 6194119 w 12190161"/>
                <a:gd name="connsiteY474" fmla="*/ 3210604 h 6142467"/>
                <a:gd name="connsiteX475" fmla="*/ 6191172 w 12190161"/>
                <a:gd name="connsiteY475" fmla="*/ 3185353 h 6142467"/>
                <a:gd name="connsiteX476" fmla="*/ 7241591 w 12190161"/>
                <a:gd name="connsiteY476" fmla="*/ 3439883 h 6142467"/>
                <a:gd name="connsiteX477" fmla="*/ 7501263 w 12190161"/>
                <a:gd name="connsiteY477" fmla="*/ 2547036 h 6142467"/>
                <a:gd name="connsiteX478" fmla="*/ 8382728 w 12190161"/>
                <a:gd name="connsiteY478" fmla="*/ 2736156 h 6142467"/>
                <a:gd name="connsiteX479" fmla="*/ 8385848 w 12190161"/>
                <a:gd name="connsiteY479" fmla="*/ 2759673 h 6142467"/>
                <a:gd name="connsiteX480" fmla="*/ 8387408 w 12190161"/>
                <a:gd name="connsiteY480" fmla="*/ 2763429 h 6142467"/>
                <a:gd name="connsiteX481" fmla="*/ 7262450 w 12190161"/>
                <a:gd name="connsiteY481" fmla="*/ 3455773 h 6142467"/>
                <a:gd name="connsiteX482" fmla="*/ 7241591 w 12190161"/>
                <a:gd name="connsiteY482" fmla="*/ 3439883 h 6142467"/>
                <a:gd name="connsiteX483" fmla="*/ 7700785 w 12190161"/>
                <a:gd name="connsiteY483" fmla="*/ 1809622 h 6142467"/>
                <a:gd name="connsiteX484" fmla="*/ 7491209 w 12190161"/>
                <a:gd name="connsiteY484" fmla="*/ 2530279 h 6142467"/>
                <a:gd name="connsiteX485" fmla="*/ 7148793 w 12190161"/>
                <a:gd name="connsiteY485" fmla="*/ 2456780 h 6142467"/>
                <a:gd name="connsiteX486" fmla="*/ 7145673 w 12190161"/>
                <a:gd name="connsiteY486" fmla="*/ 2433263 h 6142467"/>
                <a:gd name="connsiteX487" fmla="*/ 7135734 w 12190161"/>
                <a:gd name="connsiteY487" fmla="*/ 2416333 h 6142467"/>
                <a:gd name="connsiteX488" fmla="*/ 7690037 w 12190161"/>
                <a:gd name="connsiteY488" fmla="*/ 1804190 h 6142467"/>
                <a:gd name="connsiteX489" fmla="*/ 7700785 w 12190161"/>
                <a:gd name="connsiteY489" fmla="*/ 1809622 h 6142467"/>
                <a:gd name="connsiteX490" fmla="*/ 7051720 w 12190161"/>
                <a:gd name="connsiteY490" fmla="*/ 2415986 h 6142467"/>
                <a:gd name="connsiteX491" fmla="*/ 7038545 w 12190161"/>
                <a:gd name="connsiteY491" fmla="*/ 2446437 h 6142467"/>
                <a:gd name="connsiteX492" fmla="*/ 6337707 w 12190161"/>
                <a:gd name="connsiteY492" fmla="*/ 2463945 h 6142467"/>
                <a:gd name="connsiteX493" fmla="*/ 5982579 w 12190161"/>
                <a:gd name="connsiteY493" fmla="*/ 2472786 h 6142467"/>
                <a:gd name="connsiteX494" fmla="*/ 5982002 w 12190161"/>
                <a:gd name="connsiteY494" fmla="*/ 2470879 h 6142467"/>
                <a:gd name="connsiteX495" fmla="*/ 5973739 w 12190161"/>
                <a:gd name="connsiteY495" fmla="*/ 2455913 h 6142467"/>
                <a:gd name="connsiteX496" fmla="*/ 6560631 w 12190161"/>
                <a:gd name="connsiteY496" fmla="*/ 1866017 h 6142467"/>
                <a:gd name="connsiteX497" fmla="*/ 7051720 w 12190161"/>
                <a:gd name="connsiteY497" fmla="*/ 2415986 h 6142467"/>
                <a:gd name="connsiteX498" fmla="*/ 5891573 w 12190161"/>
                <a:gd name="connsiteY498" fmla="*/ 2449846 h 6142467"/>
                <a:gd name="connsiteX499" fmla="*/ 5875394 w 12190161"/>
                <a:gd name="connsiteY499" fmla="*/ 2499539 h 6142467"/>
                <a:gd name="connsiteX500" fmla="*/ 5281395 w 12190161"/>
                <a:gd name="connsiteY500" fmla="*/ 2703972 h 6142467"/>
                <a:gd name="connsiteX501" fmla="*/ 5253833 w 12190161"/>
                <a:gd name="connsiteY501" fmla="*/ 2674329 h 6142467"/>
                <a:gd name="connsiteX502" fmla="*/ 5501775 w 12190161"/>
                <a:gd name="connsiteY502" fmla="*/ 1920679 h 6142467"/>
                <a:gd name="connsiteX503" fmla="*/ 5891573 w 12190161"/>
                <a:gd name="connsiteY503" fmla="*/ 2449846 h 6142467"/>
                <a:gd name="connsiteX504" fmla="*/ 5174729 w 12190161"/>
                <a:gd name="connsiteY504" fmla="*/ 2728876 h 6142467"/>
                <a:gd name="connsiteX505" fmla="*/ 4242475 w 12190161"/>
                <a:gd name="connsiteY505" fmla="*/ 2849987 h 6142467"/>
                <a:gd name="connsiteX506" fmla="*/ 3904623 w 12190161"/>
                <a:gd name="connsiteY506" fmla="*/ 2893901 h 6142467"/>
                <a:gd name="connsiteX507" fmla="*/ 3903121 w 12190161"/>
                <a:gd name="connsiteY507" fmla="*/ 2889105 h 6142467"/>
                <a:gd name="connsiteX508" fmla="*/ 3832800 w 12190161"/>
                <a:gd name="connsiteY508" fmla="*/ 2855765 h 6142467"/>
                <a:gd name="connsiteX509" fmla="*/ 3579889 w 12190161"/>
                <a:gd name="connsiteY509" fmla="*/ 2351848 h 6142467"/>
                <a:gd name="connsiteX510" fmla="*/ 3603348 w 12190161"/>
                <a:gd name="connsiteY510" fmla="*/ 2326308 h 6142467"/>
                <a:gd name="connsiteX511" fmla="*/ 5174556 w 12190161"/>
                <a:gd name="connsiteY511" fmla="*/ 2721768 h 6142467"/>
                <a:gd name="connsiteX512" fmla="*/ 5174729 w 12190161"/>
                <a:gd name="connsiteY512" fmla="*/ 2728876 h 6142467"/>
                <a:gd name="connsiteX513" fmla="*/ 3566599 w 12190161"/>
                <a:gd name="connsiteY513" fmla="*/ 2357222 h 6142467"/>
                <a:gd name="connsiteX514" fmla="*/ 3820030 w 12190161"/>
                <a:gd name="connsiteY514" fmla="*/ 2862179 h 6142467"/>
                <a:gd name="connsiteX515" fmla="*/ 3796975 w 12190161"/>
                <a:gd name="connsiteY515" fmla="*/ 2896039 h 6142467"/>
                <a:gd name="connsiteX516" fmla="*/ 3392675 w 12190161"/>
                <a:gd name="connsiteY516" fmla="*/ 2859752 h 6142467"/>
                <a:gd name="connsiteX517" fmla="*/ 3540481 w 12190161"/>
                <a:gd name="connsiteY517" fmla="*/ 2357511 h 6142467"/>
                <a:gd name="connsiteX518" fmla="*/ 3566599 w 12190161"/>
                <a:gd name="connsiteY518" fmla="*/ 2357222 h 6142467"/>
                <a:gd name="connsiteX519" fmla="*/ 3169174 w 12190161"/>
                <a:gd name="connsiteY519" fmla="*/ 3569084 h 6142467"/>
                <a:gd name="connsiteX520" fmla="*/ 3157849 w 12190161"/>
                <a:gd name="connsiteY520" fmla="*/ 3568448 h 6142467"/>
                <a:gd name="connsiteX521" fmla="*/ 3125029 w 12190161"/>
                <a:gd name="connsiteY521" fmla="*/ 2901701 h 6142467"/>
                <a:gd name="connsiteX522" fmla="*/ 3131038 w 12190161"/>
                <a:gd name="connsiteY522" fmla="*/ 2899910 h 6142467"/>
                <a:gd name="connsiteX523" fmla="*/ 3167094 w 12190161"/>
                <a:gd name="connsiteY523" fmla="*/ 2853858 h 6142467"/>
                <a:gd name="connsiteX524" fmla="*/ 3374127 w 12190161"/>
                <a:gd name="connsiteY524" fmla="*/ 2872406 h 6142467"/>
                <a:gd name="connsiteX525" fmla="*/ 3169174 w 12190161"/>
                <a:gd name="connsiteY525" fmla="*/ 3569084 h 6142467"/>
                <a:gd name="connsiteX526" fmla="*/ 3059966 w 12190161"/>
                <a:gd name="connsiteY526" fmla="*/ 2866801 h 6142467"/>
                <a:gd name="connsiteX527" fmla="*/ 3061411 w 12190161"/>
                <a:gd name="connsiteY527" fmla="*/ 2870210 h 6142467"/>
                <a:gd name="connsiteX528" fmla="*/ 2714719 w 12190161"/>
                <a:gd name="connsiteY528" fmla="*/ 3080479 h 6142467"/>
                <a:gd name="connsiteX529" fmla="*/ 2376694 w 12190161"/>
                <a:gd name="connsiteY529" fmla="*/ 2676930 h 6142467"/>
                <a:gd name="connsiteX530" fmla="*/ 2387153 w 12190161"/>
                <a:gd name="connsiteY530" fmla="*/ 2660520 h 6142467"/>
                <a:gd name="connsiteX531" fmla="*/ 3057193 w 12190161"/>
                <a:gd name="connsiteY531" fmla="*/ 2840453 h 6142467"/>
                <a:gd name="connsiteX532" fmla="*/ 3059966 w 12190161"/>
                <a:gd name="connsiteY532" fmla="*/ 2866801 h 6142467"/>
                <a:gd name="connsiteX533" fmla="*/ 1507306 w 12190161"/>
                <a:gd name="connsiteY533" fmla="*/ 1751955 h 6142467"/>
                <a:gd name="connsiteX534" fmla="*/ 1255550 w 12190161"/>
                <a:gd name="connsiteY534" fmla="*/ 1485465 h 6142467"/>
                <a:gd name="connsiteX535" fmla="*/ 1267222 w 12190161"/>
                <a:gd name="connsiteY535" fmla="*/ 1441088 h 6142467"/>
                <a:gd name="connsiteX536" fmla="*/ 1964131 w 12190161"/>
                <a:gd name="connsiteY536" fmla="*/ 1226544 h 6142467"/>
                <a:gd name="connsiteX537" fmla="*/ 1971700 w 12190161"/>
                <a:gd name="connsiteY537" fmla="*/ 1239776 h 6142467"/>
                <a:gd name="connsiteX538" fmla="*/ 1507306 w 12190161"/>
                <a:gd name="connsiteY538" fmla="*/ 1751955 h 6142467"/>
                <a:gd name="connsiteX539" fmla="*/ 1263062 w 12190161"/>
                <a:gd name="connsiteY539" fmla="*/ 1427509 h 6142467"/>
                <a:gd name="connsiteX540" fmla="*/ 1193723 w 12190161"/>
                <a:gd name="connsiteY540" fmla="*/ 1398387 h 6142467"/>
                <a:gd name="connsiteX541" fmla="*/ 1158014 w 12190161"/>
                <a:gd name="connsiteY541" fmla="*/ 1441608 h 6142467"/>
                <a:gd name="connsiteX542" fmla="*/ 337105 w 12190161"/>
                <a:gd name="connsiteY542" fmla="*/ 1415549 h 6142467"/>
                <a:gd name="connsiteX543" fmla="*/ 1935182 w 12190161"/>
                <a:gd name="connsiteY543" fmla="*/ 1220592 h 6142467"/>
                <a:gd name="connsiteX544" fmla="*/ 1263062 w 12190161"/>
                <a:gd name="connsiteY544" fmla="*/ 1427509 h 6142467"/>
                <a:gd name="connsiteX545" fmla="*/ 298565 w 12190161"/>
                <a:gd name="connsiteY545" fmla="*/ 1428550 h 6142467"/>
                <a:gd name="connsiteX546" fmla="*/ 1157552 w 12190161"/>
                <a:gd name="connsiteY546" fmla="*/ 1455823 h 6142467"/>
                <a:gd name="connsiteX547" fmla="*/ 1160557 w 12190161"/>
                <a:gd name="connsiteY547" fmla="*/ 1469401 h 6142467"/>
                <a:gd name="connsiteX548" fmla="*/ 1174655 w 12190161"/>
                <a:gd name="connsiteY548" fmla="*/ 1490723 h 6142467"/>
                <a:gd name="connsiteX549" fmla="*/ 883319 w 12190161"/>
                <a:gd name="connsiteY549" fmla="*/ 1892828 h 6142467"/>
                <a:gd name="connsiteX550" fmla="*/ 292035 w 12190161"/>
                <a:gd name="connsiteY550" fmla="*/ 1447098 h 6142467"/>
                <a:gd name="connsiteX551" fmla="*/ 298565 w 12190161"/>
                <a:gd name="connsiteY551" fmla="*/ 1428550 h 6142467"/>
                <a:gd name="connsiteX552" fmla="*/ 1186212 w 12190161"/>
                <a:gd name="connsiteY552" fmla="*/ 1499101 h 6142467"/>
                <a:gd name="connsiteX553" fmla="*/ 1202680 w 12190161"/>
                <a:gd name="connsiteY553" fmla="*/ 1504937 h 6142467"/>
                <a:gd name="connsiteX554" fmla="*/ 1173384 w 12190161"/>
                <a:gd name="connsiteY554" fmla="*/ 2069756 h 6142467"/>
                <a:gd name="connsiteX555" fmla="*/ 1160210 w 12190161"/>
                <a:gd name="connsiteY555" fmla="*/ 2072761 h 6142467"/>
                <a:gd name="connsiteX556" fmla="*/ 1139639 w 12190161"/>
                <a:gd name="connsiteY556" fmla="*/ 2086109 h 6142467"/>
                <a:gd name="connsiteX557" fmla="*/ 894759 w 12190161"/>
                <a:gd name="connsiteY557" fmla="*/ 1901495 h 6142467"/>
                <a:gd name="connsiteX558" fmla="*/ 1186212 w 12190161"/>
                <a:gd name="connsiteY558" fmla="*/ 1499101 h 6142467"/>
                <a:gd name="connsiteX559" fmla="*/ 1131030 w 12190161"/>
                <a:gd name="connsiteY559" fmla="*/ 2097434 h 6142467"/>
                <a:gd name="connsiteX560" fmla="*/ 1127101 w 12190161"/>
                <a:gd name="connsiteY560" fmla="*/ 2143775 h 6142467"/>
                <a:gd name="connsiteX561" fmla="*/ 1131088 w 12190161"/>
                <a:gd name="connsiteY561" fmla="*/ 2152269 h 6142467"/>
                <a:gd name="connsiteX562" fmla="*/ 209812 w 12190161"/>
                <a:gd name="connsiteY562" fmla="*/ 2850333 h 6142467"/>
                <a:gd name="connsiteX563" fmla="*/ 208367 w 12190161"/>
                <a:gd name="connsiteY563" fmla="*/ 2848889 h 6142467"/>
                <a:gd name="connsiteX564" fmla="*/ 886381 w 12190161"/>
                <a:gd name="connsiteY564" fmla="*/ 1912994 h 6142467"/>
                <a:gd name="connsiteX565" fmla="*/ 1131030 w 12190161"/>
                <a:gd name="connsiteY565" fmla="*/ 2097434 h 6142467"/>
                <a:gd name="connsiteX566" fmla="*/ 222408 w 12190161"/>
                <a:gd name="connsiteY566" fmla="*/ 2870268 h 6142467"/>
                <a:gd name="connsiteX567" fmla="*/ 218421 w 12190161"/>
                <a:gd name="connsiteY567" fmla="*/ 2861774 h 6142467"/>
                <a:gd name="connsiteX568" fmla="*/ 1139697 w 12190161"/>
                <a:gd name="connsiteY568" fmla="*/ 2163710 h 6142467"/>
                <a:gd name="connsiteX569" fmla="*/ 1166104 w 12190161"/>
                <a:gd name="connsiteY569" fmla="*/ 2178733 h 6142467"/>
                <a:gd name="connsiteX570" fmla="*/ 1088387 w 12190161"/>
                <a:gd name="connsiteY570" fmla="*/ 2888123 h 6142467"/>
                <a:gd name="connsiteX571" fmla="*/ 225355 w 12190161"/>
                <a:gd name="connsiteY571" fmla="*/ 2882460 h 6142467"/>
                <a:gd name="connsiteX572" fmla="*/ 222408 w 12190161"/>
                <a:gd name="connsiteY572" fmla="*/ 2870268 h 6142467"/>
                <a:gd name="connsiteX573" fmla="*/ 1180260 w 12190161"/>
                <a:gd name="connsiteY573" fmla="*/ 2180178 h 6142467"/>
                <a:gd name="connsiteX574" fmla="*/ 1195515 w 12190161"/>
                <a:gd name="connsiteY574" fmla="*/ 2177693 h 6142467"/>
                <a:gd name="connsiteX575" fmla="*/ 1534810 w 12190161"/>
                <a:gd name="connsiteY575" fmla="*/ 2851142 h 6142467"/>
                <a:gd name="connsiteX576" fmla="*/ 1509040 w 12190161"/>
                <a:gd name="connsiteY576" fmla="*/ 2890838 h 6142467"/>
                <a:gd name="connsiteX577" fmla="*/ 1102717 w 12190161"/>
                <a:gd name="connsiteY577" fmla="*/ 2888181 h 6142467"/>
                <a:gd name="connsiteX578" fmla="*/ 1180260 w 12190161"/>
                <a:gd name="connsiteY578" fmla="*/ 2180178 h 6142467"/>
                <a:gd name="connsiteX579" fmla="*/ 1508982 w 12190161"/>
                <a:gd name="connsiteY579" fmla="*/ 2905053 h 6142467"/>
                <a:gd name="connsiteX580" fmla="*/ 1511871 w 12190161"/>
                <a:gd name="connsiteY580" fmla="*/ 2917245 h 6142467"/>
                <a:gd name="connsiteX581" fmla="*/ 1523312 w 12190161"/>
                <a:gd name="connsiteY581" fmla="*/ 2936024 h 6142467"/>
                <a:gd name="connsiteX582" fmla="*/ 1052678 w 12190161"/>
                <a:gd name="connsiteY582" fmla="*/ 3502808 h 6142467"/>
                <a:gd name="connsiteX583" fmla="*/ 1036152 w 12190161"/>
                <a:gd name="connsiteY583" fmla="*/ 3495758 h 6142467"/>
                <a:gd name="connsiteX584" fmla="*/ 1101157 w 12190161"/>
                <a:gd name="connsiteY584" fmla="*/ 2902395 h 6142467"/>
                <a:gd name="connsiteX585" fmla="*/ 1508982 w 12190161"/>
                <a:gd name="connsiteY585" fmla="*/ 2905053 h 6142467"/>
                <a:gd name="connsiteX586" fmla="*/ 1604496 w 12190161"/>
                <a:gd name="connsiteY586" fmla="*/ 4134134 h 6142467"/>
                <a:gd name="connsiteX587" fmla="*/ 1617034 w 12190161"/>
                <a:gd name="connsiteY587" fmla="*/ 4127604 h 6142467"/>
                <a:gd name="connsiteX588" fmla="*/ 1656211 w 12190161"/>
                <a:gd name="connsiteY588" fmla="*/ 4170941 h 6142467"/>
                <a:gd name="connsiteX589" fmla="*/ 1264969 w 12190161"/>
                <a:gd name="connsiteY589" fmla="*/ 4932392 h 6142467"/>
                <a:gd name="connsiteX590" fmla="*/ 1572369 w 12190161"/>
                <a:gd name="connsiteY590" fmla="*/ 4135925 h 6142467"/>
                <a:gd name="connsiteX591" fmla="*/ 1604496 w 12190161"/>
                <a:gd name="connsiteY591" fmla="*/ 4134134 h 6142467"/>
                <a:gd name="connsiteX592" fmla="*/ 1263351 w 12190161"/>
                <a:gd name="connsiteY592" fmla="*/ 5069740 h 6142467"/>
                <a:gd name="connsiteX593" fmla="*/ 2595226 w 12190161"/>
                <a:gd name="connsiteY593" fmla="*/ 5260074 h 6142467"/>
                <a:gd name="connsiteX594" fmla="*/ 2597768 w 12190161"/>
                <a:gd name="connsiteY594" fmla="*/ 5277235 h 6142467"/>
                <a:gd name="connsiteX595" fmla="*/ 1839784 w 12190161"/>
                <a:gd name="connsiteY595" fmla="*/ 5626238 h 6142467"/>
                <a:gd name="connsiteX596" fmla="*/ 1255203 w 12190161"/>
                <a:gd name="connsiteY596" fmla="*/ 5086959 h 6142467"/>
                <a:gd name="connsiteX597" fmla="*/ 1263351 w 12190161"/>
                <a:gd name="connsiteY597" fmla="*/ 5069740 h 6142467"/>
                <a:gd name="connsiteX598" fmla="*/ 2689699 w 12190161"/>
                <a:gd name="connsiteY598" fmla="*/ 5221591 h 6142467"/>
                <a:gd name="connsiteX599" fmla="*/ 3183909 w 12190161"/>
                <a:gd name="connsiteY599" fmla="*/ 4562414 h 6142467"/>
                <a:gd name="connsiteX600" fmla="*/ 3230134 w 12190161"/>
                <a:gd name="connsiteY600" fmla="*/ 4566285 h 6142467"/>
                <a:gd name="connsiteX601" fmla="*/ 3266248 w 12190161"/>
                <a:gd name="connsiteY601" fmla="*/ 4508677 h 6142467"/>
                <a:gd name="connsiteX602" fmla="*/ 3448319 w 12190161"/>
                <a:gd name="connsiteY602" fmla="*/ 4698086 h 6142467"/>
                <a:gd name="connsiteX603" fmla="*/ 2691722 w 12190161"/>
                <a:gd name="connsiteY603" fmla="*/ 5223613 h 6142467"/>
                <a:gd name="connsiteX604" fmla="*/ 2689699 w 12190161"/>
                <a:gd name="connsiteY604" fmla="*/ 5221591 h 6142467"/>
                <a:gd name="connsiteX605" fmla="*/ 3275955 w 12190161"/>
                <a:gd name="connsiteY605" fmla="*/ 4498160 h 6142467"/>
                <a:gd name="connsiteX606" fmla="*/ 4243284 w 12190161"/>
                <a:gd name="connsiteY606" fmla="*/ 4145863 h 6142467"/>
                <a:gd name="connsiteX607" fmla="*/ 3460164 w 12190161"/>
                <a:gd name="connsiteY607" fmla="*/ 4689823 h 6142467"/>
                <a:gd name="connsiteX608" fmla="*/ 3275955 w 12190161"/>
                <a:gd name="connsiteY608" fmla="*/ 4498160 h 6142467"/>
                <a:gd name="connsiteX609" fmla="*/ 4280437 w 12190161"/>
                <a:gd name="connsiteY609" fmla="*/ 4066298 h 6142467"/>
                <a:gd name="connsiteX610" fmla="*/ 3876541 w 12190161"/>
                <a:gd name="connsiteY610" fmla="*/ 2957230 h 6142467"/>
                <a:gd name="connsiteX611" fmla="*/ 3889196 w 12190161"/>
                <a:gd name="connsiteY611" fmla="*/ 2948274 h 6142467"/>
                <a:gd name="connsiteX612" fmla="*/ 4655038 w 12190161"/>
                <a:gd name="connsiteY612" fmla="*/ 3570355 h 6142467"/>
                <a:gd name="connsiteX613" fmla="*/ 4317302 w 12190161"/>
                <a:gd name="connsiteY613" fmla="*/ 4070863 h 6142467"/>
                <a:gd name="connsiteX614" fmla="*/ 4280437 w 12190161"/>
                <a:gd name="connsiteY614" fmla="*/ 4066298 h 6142467"/>
                <a:gd name="connsiteX615" fmla="*/ 3898152 w 12190161"/>
                <a:gd name="connsiteY615" fmla="*/ 2937122 h 6142467"/>
                <a:gd name="connsiteX616" fmla="*/ 3906415 w 12190161"/>
                <a:gd name="connsiteY616" fmla="*/ 2908058 h 6142467"/>
                <a:gd name="connsiteX617" fmla="*/ 4604190 w 12190161"/>
                <a:gd name="connsiteY617" fmla="*/ 2817398 h 6142467"/>
                <a:gd name="connsiteX618" fmla="*/ 4809143 w 12190161"/>
                <a:gd name="connsiteY618" fmla="*/ 2790760 h 6142467"/>
                <a:gd name="connsiteX619" fmla="*/ 5177734 w 12190161"/>
                <a:gd name="connsiteY619" fmla="*/ 2742859 h 6142467"/>
                <a:gd name="connsiteX620" fmla="*/ 5177850 w 12190161"/>
                <a:gd name="connsiteY620" fmla="*/ 2743263 h 6142467"/>
                <a:gd name="connsiteX621" fmla="*/ 5196224 w 12190161"/>
                <a:gd name="connsiteY621" fmla="*/ 2768225 h 6142467"/>
                <a:gd name="connsiteX622" fmla="*/ 4663070 w 12190161"/>
                <a:gd name="connsiteY622" fmla="*/ 3558394 h 6142467"/>
                <a:gd name="connsiteX623" fmla="*/ 3898152 w 12190161"/>
                <a:gd name="connsiteY623" fmla="*/ 2937122 h 6142467"/>
                <a:gd name="connsiteX624" fmla="*/ 5208590 w 12190161"/>
                <a:gd name="connsiteY624" fmla="*/ 2775390 h 6142467"/>
                <a:gd name="connsiteX625" fmla="*/ 5223902 w 12190161"/>
                <a:gd name="connsiteY625" fmla="*/ 2779319 h 6142467"/>
                <a:gd name="connsiteX626" fmla="*/ 5221937 w 12190161"/>
                <a:gd name="connsiteY626" fmla="*/ 2996002 h 6142467"/>
                <a:gd name="connsiteX627" fmla="*/ 5213155 w 12190161"/>
                <a:gd name="connsiteY627" fmla="*/ 3964775 h 6142467"/>
                <a:gd name="connsiteX628" fmla="*/ 5200847 w 12190161"/>
                <a:gd name="connsiteY628" fmla="*/ 3967664 h 6142467"/>
                <a:gd name="connsiteX629" fmla="*/ 5181663 w 12190161"/>
                <a:gd name="connsiteY629" fmla="*/ 3979567 h 6142467"/>
                <a:gd name="connsiteX630" fmla="*/ 4674222 w 12190161"/>
                <a:gd name="connsiteY630" fmla="*/ 3567408 h 6142467"/>
                <a:gd name="connsiteX631" fmla="*/ 5208590 w 12190161"/>
                <a:gd name="connsiteY631" fmla="*/ 2775390 h 6142467"/>
                <a:gd name="connsiteX632" fmla="*/ 5265563 w 12190161"/>
                <a:gd name="connsiteY632" fmla="*/ 3988696 h 6142467"/>
                <a:gd name="connsiteX633" fmla="*/ 6101899 w 12190161"/>
                <a:gd name="connsiteY633" fmla="*/ 3245447 h 6142467"/>
                <a:gd name="connsiteX634" fmla="*/ 6158005 w 12190161"/>
                <a:gd name="connsiteY634" fmla="*/ 3256425 h 6142467"/>
                <a:gd name="connsiteX635" fmla="*/ 6174647 w 12190161"/>
                <a:gd name="connsiteY635" fmla="*/ 3246776 h 6142467"/>
                <a:gd name="connsiteX636" fmla="*/ 6606509 w 12190161"/>
                <a:gd name="connsiteY636" fmla="*/ 3643796 h 6142467"/>
                <a:gd name="connsiteX637" fmla="*/ 5268856 w 12190161"/>
                <a:gd name="connsiteY637" fmla="*/ 3994244 h 6142467"/>
                <a:gd name="connsiteX638" fmla="*/ 5265563 w 12190161"/>
                <a:gd name="connsiteY638" fmla="*/ 3988696 h 6142467"/>
                <a:gd name="connsiteX639" fmla="*/ 6184354 w 12190161"/>
                <a:gd name="connsiteY639" fmla="*/ 3236259 h 6142467"/>
                <a:gd name="connsiteX640" fmla="*/ 6190652 w 12190161"/>
                <a:gd name="connsiteY640" fmla="*/ 3224414 h 6142467"/>
                <a:gd name="connsiteX641" fmla="*/ 7164395 w 12190161"/>
                <a:gd name="connsiteY641" fmla="*/ 3483335 h 6142467"/>
                <a:gd name="connsiteX642" fmla="*/ 7164395 w 12190161"/>
                <a:gd name="connsiteY642" fmla="*/ 3497607 h 6142467"/>
                <a:gd name="connsiteX643" fmla="*/ 6622919 w 12190161"/>
                <a:gd name="connsiteY643" fmla="*/ 3639462 h 6142467"/>
                <a:gd name="connsiteX644" fmla="*/ 6184354 w 12190161"/>
                <a:gd name="connsiteY644" fmla="*/ 3236259 h 6142467"/>
                <a:gd name="connsiteX645" fmla="*/ 7168093 w 12190161"/>
                <a:gd name="connsiteY645" fmla="*/ 3511417 h 6142467"/>
                <a:gd name="connsiteX646" fmla="*/ 7228532 w 12190161"/>
                <a:gd name="connsiteY646" fmla="*/ 3545220 h 6142467"/>
                <a:gd name="connsiteX647" fmla="*/ 7494907 w 12190161"/>
                <a:gd name="connsiteY647" fmla="*/ 4421310 h 6142467"/>
                <a:gd name="connsiteX648" fmla="*/ 7482138 w 12190161"/>
                <a:gd name="connsiteY648" fmla="*/ 4429342 h 6142467"/>
                <a:gd name="connsiteX649" fmla="*/ 6635458 w 12190161"/>
                <a:gd name="connsiteY649" fmla="*/ 3650903 h 6142467"/>
                <a:gd name="connsiteX650" fmla="*/ 7168093 w 12190161"/>
                <a:gd name="connsiteY650" fmla="*/ 3511417 h 6142467"/>
                <a:gd name="connsiteX651" fmla="*/ 7508544 w 12190161"/>
                <a:gd name="connsiteY651" fmla="*/ 4417208 h 6142467"/>
                <a:gd name="connsiteX652" fmla="*/ 7242169 w 12190161"/>
                <a:gd name="connsiteY652" fmla="*/ 3541117 h 6142467"/>
                <a:gd name="connsiteX653" fmla="*/ 7271465 w 12190161"/>
                <a:gd name="connsiteY653" fmla="*/ 3471663 h 6142467"/>
                <a:gd name="connsiteX654" fmla="*/ 7269905 w 12190161"/>
                <a:gd name="connsiteY654" fmla="*/ 3467907 h 6142467"/>
                <a:gd name="connsiteX655" fmla="*/ 8394862 w 12190161"/>
                <a:gd name="connsiteY655" fmla="*/ 2775563 h 6142467"/>
                <a:gd name="connsiteX656" fmla="*/ 8405782 w 12190161"/>
                <a:gd name="connsiteY656" fmla="*/ 2785849 h 6142467"/>
                <a:gd name="connsiteX657" fmla="*/ 7537204 w 12190161"/>
                <a:gd name="connsiteY657" fmla="*/ 4419924 h 6142467"/>
                <a:gd name="connsiteX658" fmla="*/ 7508544 w 12190161"/>
                <a:gd name="connsiteY658" fmla="*/ 4417208 h 6142467"/>
                <a:gd name="connsiteX659" fmla="*/ 8491416 w 12190161"/>
                <a:gd name="connsiteY659" fmla="*/ 2754993 h 6142467"/>
                <a:gd name="connsiteX660" fmla="*/ 9213575 w 12190161"/>
                <a:gd name="connsiteY660" fmla="*/ 2850333 h 6142467"/>
                <a:gd name="connsiteX661" fmla="*/ 9216868 w 12190161"/>
                <a:gd name="connsiteY661" fmla="*/ 2869401 h 6142467"/>
                <a:gd name="connsiteX662" fmla="*/ 9257200 w 12190161"/>
                <a:gd name="connsiteY662" fmla="*/ 2904533 h 6142467"/>
                <a:gd name="connsiteX663" fmla="*/ 9243563 w 12190161"/>
                <a:gd name="connsiteY663" fmla="*/ 3065745 h 6142467"/>
                <a:gd name="connsiteX664" fmla="*/ 9227096 w 12190161"/>
                <a:gd name="connsiteY664" fmla="*/ 3069038 h 6142467"/>
                <a:gd name="connsiteX665" fmla="*/ 9199418 w 12190161"/>
                <a:gd name="connsiteY665" fmla="*/ 3091284 h 6142467"/>
                <a:gd name="connsiteX666" fmla="*/ 8490607 w 12190161"/>
                <a:gd name="connsiteY666" fmla="*/ 2757593 h 6142467"/>
                <a:gd name="connsiteX667" fmla="*/ 8491416 w 12190161"/>
                <a:gd name="connsiteY667" fmla="*/ 2754993 h 6142467"/>
                <a:gd name="connsiteX668" fmla="*/ 9257778 w 12190161"/>
                <a:gd name="connsiteY668" fmla="*/ 3067016 h 6142467"/>
                <a:gd name="connsiteX669" fmla="*/ 9271415 w 12190161"/>
                <a:gd name="connsiteY669" fmla="*/ 2905804 h 6142467"/>
                <a:gd name="connsiteX670" fmla="*/ 9287883 w 12190161"/>
                <a:gd name="connsiteY670" fmla="*/ 2902511 h 6142467"/>
                <a:gd name="connsiteX671" fmla="*/ 9318622 w 12190161"/>
                <a:gd name="connsiteY671" fmla="*/ 2874891 h 6142467"/>
                <a:gd name="connsiteX672" fmla="*/ 9477985 w 12190161"/>
                <a:gd name="connsiteY672" fmla="*/ 2929090 h 6142467"/>
                <a:gd name="connsiteX673" fmla="*/ 9284704 w 12190161"/>
                <a:gd name="connsiteY673" fmla="*/ 3081577 h 6142467"/>
                <a:gd name="connsiteX674" fmla="*/ 9257778 w 12190161"/>
                <a:gd name="connsiteY674" fmla="*/ 3067016 h 6142467"/>
                <a:gd name="connsiteX675" fmla="*/ 9323245 w 12190161"/>
                <a:gd name="connsiteY675" fmla="*/ 2861370 h 6142467"/>
                <a:gd name="connsiteX676" fmla="*/ 9321049 w 12190161"/>
                <a:gd name="connsiteY676" fmla="*/ 2831496 h 6142467"/>
                <a:gd name="connsiteX677" fmla="*/ 9319778 w 12190161"/>
                <a:gd name="connsiteY677" fmla="*/ 2828492 h 6142467"/>
                <a:gd name="connsiteX678" fmla="*/ 10491944 w 12190161"/>
                <a:gd name="connsiteY678" fmla="*/ 2129156 h 6142467"/>
                <a:gd name="connsiteX679" fmla="*/ 9491391 w 12190161"/>
                <a:gd name="connsiteY679" fmla="*/ 2918574 h 6142467"/>
                <a:gd name="connsiteX680" fmla="*/ 9323245 w 12190161"/>
                <a:gd name="connsiteY680" fmla="*/ 2861370 h 6142467"/>
                <a:gd name="connsiteX681" fmla="*/ 10564749 w 12190161"/>
                <a:gd name="connsiteY681" fmla="*/ 2119333 h 6142467"/>
                <a:gd name="connsiteX682" fmla="*/ 10601325 w 12190161"/>
                <a:gd name="connsiteY682" fmla="*/ 2118871 h 6142467"/>
                <a:gd name="connsiteX683" fmla="*/ 10630273 w 12190161"/>
                <a:gd name="connsiteY683" fmla="*/ 2094603 h 6142467"/>
                <a:gd name="connsiteX684" fmla="*/ 10774671 w 12190161"/>
                <a:gd name="connsiteY684" fmla="*/ 2155100 h 6142467"/>
                <a:gd name="connsiteX685" fmla="*/ 10109426 w 12190161"/>
                <a:gd name="connsiteY685" fmla="*/ 3055922 h 6142467"/>
                <a:gd name="connsiteX686" fmla="*/ 10564749 w 12190161"/>
                <a:gd name="connsiteY686" fmla="*/ 2119333 h 6142467"/>
                <a:gd name="connsiteX687" fmla="*/ 10635763 w 12190161"/>
                <a:gd name="connsiteY687" fmla="*/ 2081428 h 6142467"/>
                <a:gd name="connsiteX688" fmla="*/ 10634434 w 12190161"/>
                <a:gd name="connsiteY688" fmla="*/ 2047799 h 6142467"/>
                <a:gd name="connsiteX689" fmla="*/ 10629060 w 12190161"/>
                <a:gd name="connsiteY689" fmla="*/ 2036994 h 6142467"/>
                <a:gd name="connsiteX690" fmla="*/ 11238776 w 12190161"/>
                <a:gd name="connsiteY690" fmla="*/ 1526663 h 6142467"/>
                <a:gd name="connsiteX691" fmla="*/ 10783396 w 12190161"/>
                <a:gd name="connsiteY691" fmla="*/ 2143255 h 6142467"/>
                <a:gd name="connsiteX692" fmla="*/ 10635763 w 12190161"/>
                <a:gd name="connsiteY692" fmla="*/ 2081428 h 6142467"/>
                <a:gd name="connsiteX693" fmla="*/ 10790330 w 12190161"/>
                <a:gd name="connsiteY693" fmla="*/ 713382 h 6142467"/>
                <a:gd name="connsiteX694" fmla="*/ 10792641 w 12190161"/>
                <a:gd name="connsiteY694" fmla="*/ 721991 h 6142467"/>
                <a:gd name="connsiteX695" fmla="*/ 10829910 w 12190161"/>
                <a:gd name="connsiteY695" fmla="*/ 756372 h 6142467"/>
                <a:gd name="connsiteX696" fmla="*/ 10732143 w 12190161"/>
                <a:gd name="connsiteY696" fmla="*/ 1259306 h 6142467"/>
                <a:gd name="connsiteX697" fmla="*/ 9766259 w 12190161"/>
                <a:gd name="connsiteY697" fmla="*/ 878869 h 6142467"/>
                <a:gd name="connsiteX698" fmla="*/ 9766144 w 12190161"/>
                <a:gd name="connsiteY698" fmla="*/ 867082 h 6142467"/>
                <a:gd name="connsiteX699" fmla="*/ 10006806 w 12190161"/>
                <a:gd name="connsiteY699" fmla="*/ 830968 h 6142467"/>
                <a:gd name="connsiteX700" fmla="*/ 10790330 w 12190161"/>
                <a:gd name="connsiteY700" fmla="*/ 713382 h 6142467"/>
                <a:gd name="connsiteX701" fmla="*/ 9730088 w 12190161"/>
                <a:gd name="connsiteY701" fmla="*/ 925557 h 6142467"/>
                <a:gd name="connsiteX702" fmla="*/ 9744649 w 12190161"/>
                <a:gd name="connsiteY702" fmla="*/ 917641 h 6142467"/>
                <a:gd name="connsiteX703" fmla="*/ 10544409 w 12190161"/>
                <a:gd name="connsiteY703" fmla="*/ 2026420 h 6142467"/>
                <a:gd name="connsiteX704" fmla="*/ 10531293 w 12190161"/>
                <a:gd name="connsiteY704" fmla="*/ 2045430 h 6142467"/>
                <a:gd name="connsiteX705" fmla="*/ 9520686 w 12190161"/>
                <a:gd name="connsiteY705" fmla="*/ 1769001 h 6142467"/>
                <a:gd name="connsiteX706" fmla="*/ 9710558 w 12190161"/>
                <a:gd name="connsiteY706" fmla="*/ 928851 h 6142467"/>
                <a:gd name="connsiteX707" fmla="*/ 9730088 w 12190161"/>
                <a:gd name="connsiteY707" fmla="*/ 925557 h 6142467"/>
                <a:gd name="connsiteX708" fmla="*/ 9274130 w 12190161"/>
                <a:gd name="connsiteY708" fmla="*/ 2795267 h 6142467"/>
                <a:gd name="connsiteX709" fmla="*/ 9268872 w 12190161"/>
                <a:gd name="connsiteY709" fmla="*/ 2795036 h 6142467"/>
                <a:gd name="connsiteX710" fmla="*/ 9219757 w 12190161"/>
                <a:gd name="connsiteY710" fmla="*/ 2422689 h 6142467"/>
                <a:gd name="connsiteX711" fmla="*/ 9126960 w 12190161"/>
                <a:gd name="connsiteY711" fmla="*/ 1719424 h 6142467"/>
                <a:gd name="connsiteX712" fmla="*/ 9131929 w 12190161"/>
                <a:gd name="connsiteY712" fmla="*/ 1717922 h 6142467"/>
                <a:gd name="connsiteX713" fmla="*/ 9164402 w 12190161"/>
                <a:gd name="connsiteY713" fmla="*/ 1686315 h 6142467"/>
                <a:gd name="connsiteX714" fmla="*/ 9503756 w 12190161"/>
                <a:gd name="connsiteY714" fmla="*/ 1779113 h 6142467"/>
                <a:gd name="connsiteX715" fmla="*/ 9274130 w 12190161"/>
                <a:gd name="connsiteY715" fmla="*/ 2795267 h 6142467"/>
                <a:gd name="connsiteX716" fmla="*/ 9060857 w 12190161"/>
                <a:gd name="connsiteY716" fmla="*/ 1684813 h 6142467"/>
                <a:gd name="connsiteX717" fmla="*/ 9076978 w 12190161"/>
                <a:gd name="connsiteY717" fmla="*/ 1707983 h 6142467"/>
                <a:gd name="connsiteX718" fmla="*/ 8643729 w 12190161"/>
                <a:gd name="connsiteY718" fmla="*/ 2398998 h 6142467"/>
                <a:gd name="connsiteX719" fmla="*/ 7770528 w 12190161"/>
                <a:gd name="connsiteY719" fmla="*/ 1780789 h 6142467"/>
                <a:gd name="connsiteX720" fmla="*/ 7775555 w 12190161"/>
                <a:gd name="connsiteY720" fmla="*/ 1760103 h 6142467"/>
                <a:gd name="connsiteX721" fmla="*/ 9058430 w 12190161"/>
                <a:gd name="connsiteY721" fmla="*/ 1675452 h 6142467"/>
                <a:gd name="connsiteX722" fmla="*/ 9060857 w 12190161"/>
                <a:gd name="connsiteY722" fmla="*/ 1684813 h 6142467"/>
                <a:gd name="connsiteX723" fmla="*/ 7668080 w 12190161"/>
                <a:gd name="connsiteY723" fmla="*/ 1776686 h 6142467"/>
                <a:gd name="connsiteX724" fmla="*/ 7679174 w 12190161"/>
                <a:gd name="connsiteY724" fmla="*/ 1795003 h 6142467"/>
                <a:gd name="connsiteX725" fmla="*/ 7125218 w 12190161"/>
                <a:gd name="connsiteY725" fmla="*/ 2406799 h 6142467"/>
                <a:gd name="connsiteX726" fmla="*/ 7094189 w 12190161"/>
                <a:gd name="connsiteY726" fmla="*/ 2396918 h 6142467"/>
                <a:gd name="connsiteX727" fmla="*/ 6986195 w 12190161"/>
                <a:gd name="connsiteY727" fmla="*/ 1495634 h 6142467"/>
                <a:gd name="connsiteX728" fmla="*/ 6991511 w 12190161"/>
                <a:gd name="connsiteY728" fmla="*/ 1494017 h 6142467"/>
                <a:gd name="connsiteX729" fmla="*/ 7020402 w 12190161"/>
                <a:gd name="connsiteY729" fmla="*/ 1469921 h 6142467"/>
                <a:gd name="connsiteX730" fmla="*/ 7666751 w 12190161"/>
                <a:gd name="connsiteY730" fmla="*/ 1742999 h 6142467"/>
                <a:gd name="connsiteX731" fmla="*/ 7668080 w 12190161"/>
                <a:gd name="connsiteY731" fmla="*/ 1776686 h 6142467"/>
                <a:gd name="connsiteX732" fmla="*/ 6920496 w 12190161"/>
                <a:gd name="connsiteY732" fmla="*/ 1460792 h 6142467"/>
                <a:gd name="connsiteX733" fmla="*/ 6928759 w 12190161"/>
                <a:gd name="connsiteY733" fmla="*/ 1475757 h 6142467"/>
                <a:gd name="connsiteX734" fmla="*/ 6561208 w 12190161"/>
                <a:gd name="connsiteY734" fmla="*/ 1845215 h 6142467"/>
                <a:gd name="connsiteX735" fmla="*/ 5839107 w 12190161"/>
                <a:gd name="connsiteY735" fmla="*/ 1036441 h 6142467"/>
                <a:gd name="connsiteX736" fmla="*/ 5846098 w 12190161"/>
                <a:gd name="connsiteY736" fmla="*/ 1026214 h 6142467"/>
                <a:gd name="connsiteX737" fmla="*/ 6918705 w 12190161"/>
                <a:gd name="connsiteY737" fmla="*/ 1429243 h 6142467"/>
                <a:gd name="connsiteX738" fmla="*/ 6920496 w 12190161"/>
                <a:gd name="connsiteY738" fmla="*/ 1460792 h 6142467"/>
                <a:gd name="connsiteX739" fmla="*/ 6551154 w 12190161"/>
                <a:gd name="connsiteY739" fmla="*/ 1855327 h 6142467"/>
                <a:gd name="connsiteX740" fmla="*/ 5963627 w 12190161"/>
                <a:gd name="connsiteY740" fmla="*/ 2445859 h 6142467"/>
                <a:gd name="connsiteX741" fmla="*/ 5932194 w 12190161"/>
                <a:gd name="connsiteY741" fmla="*/ 2434476 h 6142467"/>
                <a:gd name="connsiteX742" fmla="*/ 5809176 w 12190161"/>
                <a:gd name="connsiteY742" fmla="*/ 1054238 h 6142467"/>
                <a:gd name="connsiteX743" fmla="*/ 5816167 w 12190161"/>
                <a:gd name="connsiteY743" fmla="*/ 1052273 h 6142467"/>
                <a:gd name="connsiteX744" fmla="*/ 5828475 w 12190161"/>
                <a:gd name="connsiteY744" fmla="*/ 1045917 h 6142467"/>
                <a:gd name="connsiteX745" fmla="*/ 6551154 w 12190161"/>
                <a:gd name="connsiteY745" fmla="*/ 1855327 h 6142467"/>
                <a:gd name="connsiteX746" fmla="*/ 5496922 w 12190161"/>
                <a:gd name="connsiteY746" fmla="*/ 1889997 h 6142467"/>
                <a:gd name="connsiteX747" fmla="*/ 5440989 w 12190161"/>
                <a:gd name="connsiteY747" fmla="*/ 1814013 h 6142467"/>
                <a:gd name="connsiteX748" fmla="*/ 5454741 w 12190161"/>
                <a:gd name="connsiteY748" fmla="*/ 1755018 h 6142467"/>
                <a:gd name="connsiteX749" fmla="*/ 5433939 w 12190161"/>
                <a:gd name="connsiteY749" fmla="*/ 1728322 h 6142467"/>
                <a:gd name="connsiteX750" fmla="*/ 5761448 w 12190161"/>
                <a:gd name="connsiteY750" fmla="*/ 1086018 h 6142467"/>
                <a:gd name="connsiteX751" fmla="*/ 5496922 w 12190161"/>
                <a:gd name="connsiteY751" fmla="*/ 1889997 h 6142467"/>
                <a:gd name="connsiteX752" fmla="*/ 5385807 w 12190161"/>
                <a:gd name="connsiteY752" fmla="*/ 1826783 h 6142467"/>
                <a:gd name="connsiteX753" fmla="*/ 5232742 w 12190161"/>
                <a:gd name="connsiteY753" fmla="*/ 2668956 h 6142467"/>
                <a:gd name="connsiteX754" fmla="*/ 5210959 w 12190161"/>
                <a:gd name="connsiteY754" fmla="*/ 2672249 h 6142467"/>
                <a:gd name="connsiteX755" fmla="*/ 5177098 w 12190161"/>
                <a:gd name="connsiteY755" fmla="*/ 2707670 h 6142467"/>
                <a:gd name="connsiteX756" fmla="*/ 3607451 w 12190161"/>
                <a:gd name="connsiteY756" fmla="*/ 2312614 h 6142467"/>
                <a:gd name="connsiteX757" fmla="*/ 3606815 w 12190161"/>
                <a:gd name="connsiteY757" fmla="*/ 2291408 h 6142467"/>
                <a:gd name="connsiteX758" fmla="*/ 5351774 w 12190161"/>
                <a:gd name="connsiteY758" fmla="*/ 1795870 h 6142467"/>
                <a:gd name="connsiteX759" fmla="*/ 5385807 w 12190161"/>
                <a:gd name="connsiteY759" fmla="*/ 1826783 h 6142467"/>
                <a:gd name="connsiteX760" fmla="*/ 3527076 w 12190161"/>
                <a:gd name="connsiteY760" fmla="*/ 2352484 h 6142467"/>
                <a:gd name="connsiteX761" fmla="*/ 3378230 w 12190161"/>
                <a:gd name="connsiteY761" fmla="*/ 2858423 h 6142467"/>
                <a:gd name="connsiteX762" fmla="*/ 3166863 w 12190161"/>
                <a:gd name="connsiteY762" fmla="*/ 2839470 h 6142467"/>
                <a:gd name="connsiteX763" fmla="*/ 3164147 w 12190161"/>
                <a:gd name="connsiteY763" fmla="*/ 2828838 h 6142467"/>
                <a:gd name="connsiteX764" fmla="*/ 3151146 w 12190161"/>
                <a:gd name="connsiteY764" fmla="*/ 2808557 h 6142467"/>
                <a:gd name="connsiteX765" fmla="*/ 3521876 w 12190161"/>
                <a:gd name="connsiteY765" fmla="*/ 2349363 h 6142467"/>
                <a:gd name="connsiteX766" fmla="*/ 3527076 w 12190161"/>
                <a:gd name="connsiteY766" fmla="*/ 2352484 h 6142467"/>
                <a:gd name="connsiteX767" fmla="*/ 3075625 w 12190161"/>
                <a:gd name="connsiteY767" fmla="*/ 2806130 h 6142467"/>
                <a:gd name="connsiteX768" fmla="*/ 3060891 w 12190161"/>
                <a:gd name="connsiteY768" fmla="*/ 2826701 h 6142467"/>
                <a:gd name="connsiteX769" fmla="*/ 2390851 w 12190161"/>
                <a:gd name="connsiteY769" fmla="*/ 2646767 h 6142467"/>
                <a:gd name="connsiteX770" fmla="*/ 2388019 w 12190161"/>
                <a:gd name="connsiteY770" fmla="*/ 2620419 h 6142467"/>
                <a:gd name="connsiteX771" fmla="*/ 2381837 w 12190161"/>
                <a:gd name="connsiteY771" fmla="*/ 2608400 h 6142467"/>
                <a:gd name="connsiteX772" fmla="*/ 2735289 w 12190161"/>
                <a:gd name="connsiteY772" fmla="*/ 2296493 h 6142467"/>
                <a:gd name="connsiteX773" fmla="*/ 3075625 w 12190161"/>
                <a:gd name="connsiteY773" fmla="*/ 2806130 h 6142467"/>
                <a:gd name="connsiteX774" fmla="*/ 2372418 w 12190161"/>
                <a:gd name="connsiteY774" fmla="*/ 2597711 h 6142467"/>
                <a:gd name="connsiteX775" fmla="*/ 2330873 w 12190161"/>
                <a:gd name="connsiteY775" fmla="*/ 2584305 h 6142467"/>
                <a:gd name="connsiteX776" fmla="*/ 2033527 w 12190161"/>
                <a:gd name="connsiteY776" fmla="*/ 1258093 h 6142467"/>
                <a:gd name="connsiteX777" fmla="*/ 2034394 w 12190161"/>
                <a:gd name="connsiteY777" fmla="*/ 1257804 h 6142467"/>
                <a:gd name="connsiteX778" fmla="*/ 2039941 w 12190161"/>
                <a:gd name="connsiteY778" fmla="*/ 1255435 h 6142467"/>
                <a:gd name="connsiteX779" fmla="*/ 2727257 w 12190161"/>
                <a:gd name="connsiteY779" fmla="*/ 2284532 h 6142467"/>
                <a:gd name="connsiteX780" fmla="*/ 2372418 w 12190161"/>
                <a:gd name="connsiteY780" fmla="*/ 2597711 h 6142467"/>
                <a:gd name="connsiteX781" fmla="*/ 248237 w 12190161"/>
                <a:gd name="connsiteY781" fmla="*/ 1474891 h 6142467"/>
                <a:gd name="connsiteX782" fmla="*/ 262798 w 12190161"/>
                <a:gd name="connsiteY782" fmla="*/ 1471771 h 6142467"/>
                <a:gd name="connsiteX783" fmla="*/ 283368 w 12190161"/>
                <a:gd name="connsiteY783" fmla="*/ 1458423 h 6142467"/>
                <a:gd name="connsiteX784" fmla="*/ 874882 w 12190161"/>
                <a:gd name="connsiteY784" fmla="*/ 1904384 h 6142467"/>
                <a:gd name="connsiteX785" fmla="*/ 196753 w 12190161"/>
                <a:gd name="connsiteY785" fmla="*/ 2840568 h 6142467"/>
                <a:gd name="connsiteX786" fmla="*/ 180169 w 12190161"/>
                <a:gd name="connsiteY786" fmla="*/ 2834732 h 6142467"/>
                <a:gd name="connsiteX787" fmla="*/ 248237 w 12190161"/>
                <a:gd name="connsiteY787" fmla="*/ 1474891 h 6142467"/>
                <a:gd name="connsiteX788" fmla="*/ 218190 w 12190161"/>
                <a:gd name="connsiteY788" fmla="*/ 2917245 h 6142467"/>
                <a:gd name="connsiteX789" fmla="*/ 225297 w 12190161"/>
                <a:gd name="connsiteY789" fmla="*/ 2896732 h 6142467"/>
                <a:gd name="connsiteX790" fmla="*/ 1086885 w 12190161"/>
                <a:gd name="connsiteY790" fmla="*/ 2902337 h 6142467"/>
                <a:gd name="connsiteX791" fmla="*/ 1022053 w 12190161"/>
                <a:gd name="connsiteY791" fmla="*/ 3494256 h 6142467"/>
                <a:gd name="connsiteX792" fmla="*/ 1004198 w 12190161"/>
                <a:gd name="connsiteY792" fmla="*/ 3497549 h 6142467"/>
                <a:gd name="connsiteX793" fmla="*/ 984090 w 12190161"/>
                <a:gd name="connsiteY793" fmla="*/ 3510377 h 6142467"/>
                <a:gd name="connsiteX794" fmla="*/ 218190 w 12190161"/>
                <a:gd name="connsiteY794" fmla="*/ 2917245 h 6142467"/>
                <a:gd name="connsiteX795" fmla="*/ 1228566 w 12190161"/>
                <a:gd name="connsiteY795" fmla="*/ 5107125 h 6142467"/>
                <a:gd name="connsiteX796" fmla="*/ 1228970 w 12190161"/>
                <a:gd name="connsiteY796" fmla="*/ 5107009 h 6142467"/>
                <a:gd name="connsiteX797" fmla="*/ 1245554 w 12190161"/>
                <a:gd name="connsiteY797" fmla="*/ 5097417 h 6142467"/>
                <a:gd name="connsiteX798" fmla="*/ 1825801 w 12190161"/>
                <a:gd name="connsiteY798" fmla="*/ 5632710 h 6142467"/>
                <a:gd name="connsiteX799" fmla="*/ 1427683 w 12190161"/>
                <a:gd name="connsiteY799" fmla="*/ 5815994 h 6142467"/>
                <a:gd name="connsiteX800" fmla="*/ 1376141 w 12190161"/>
                <a:gd name="connsiteY800" fmla="*/ 5790282 h 6142467"/>
                <a:gd name="connsiteX801" fmla="*/ 1228566 w 12190161"/>
                <a:gd name="connsiteY801" fmla="*/ 5107125 h 6142467"/>
                <a:gd name="connsiteX802" fmla="*/ 1435657 w 12190161"/>
                <a:gd name="connsiteY802" fmla="*/ 5852050 h 6142467"/>
                <a:gd name="connsiteX803" fmla="*/ 1433519 w 12190161"/>
                <a:gd name="connsiteY803" fmla="*/ 5828938 h 6142467"/>
                <a:gd name="connsiteX804" fmla="*/ 1837126 w 12190161"/>
                <a:gd name="connsiteY804" fmla="*/ 5643168 h 6142467"/>
                <a:gd name="connsiteX805" fmla="*/ 2283492 w 12190161"/>
                <a:gd name="connsiteY805" fmla="*/ 6054981 h 6142467"/>
                <a:gd name="connsiteX806" fmla="*/ 2277251 w 12190161"/>
                <a:gd name="connsiteY806" fmla="*/ 6066537 h 6142467"/>
                <a:gd name="connsiteX807" fmla="*/ 1435657 w 12190161"/>
                <a:gd name="connsiteY807" fmla="*/ 5852050 h 6142467"/>
                <a:gd name="connsiteX808" fmla="*/ 2372129 w 12190161"/>
                <a:gd name="connsiteY808" fmla="*/ 6052554 h 6142467"/>
                <a:gd name="connsiteX809" fmla="*/ 2353350 w 12190161"/>
                <a:gd name="connsiteY809" fmla="*/ 6037357 h 6142467"/>
                <a:gd name="connsiteX810" fmla="*/ 2608689 w 12190161"/>
                <a:gd name="connsiteY810" fmla="*/ 5296996 h 6142467"/>
                <a:gd name="connsiteX811" fmla="*/ 2669533 w 12190161"/>
                <a:gd name="connsiteY811" fmla="*/ 5312829 h 6142467"/>
                <a:gd name="connsiteX812" fmla="*/ 2705936 w 12190161"/>
                <a:gd name="connsiteY812" fmla="*/ 5262905 h 6142467"/>
                <a:gd name="connsiteX813" fmla="*/ 3860478 w 12190161"/>
                <a:gd name="connsiteY813" fmla="*/ 5158146 h 6142467"/>
                <a:gd name="connsiteX814" fmla="*/ 2372129 w 12190161"/>
                <a:gd name="connsiteY814" fmla="*/ 6052554 h 6142467"/>
                <a:gd name="connsiteX815" fmla="*/ 2704607 w 12190161"/>
                <a:gd name="connsiteY815" fmla="*/ 5248748 h 6142467"/>
                <a:gd name="connsiteX816" fmla="*/ 2702642 w 12190161"/>
                <a:gd name="connsiteY816" fmla="*/ 5241872 h 6142467"/>
                <a:gd name="connsiteX817" fmla="*/ 2699753 w 12190161"/>
                <a:gd name="connsiteY817" fmla="*/ 5235401 h 6142467"/>
                <a:gd name="connsiteX818" fmla="*/ 3458257 w 12190161"/>
                <a:gd name="connsiteY818" fmla="*/ 4708545 h 6142467"/>
                <a:gd name="connsiteX819" fmla="*/ 3875386 w 12190161"/>
                <a:gd name="connsiteY819" fmla="*/ 5142545 h 6142467"/>
                <a:gd name="connsiteX820" fmla="*/ 2704607 w 12190161"/>
                <a:gd name="connsiteY820" fmla="*/ 5248748 h 6142467"/>
                <a:gd name="connsiteX821" fmla="*/ 3470161 w 12190161"/>
                <a:gd name="connsiteY821" fmla="*/ 4700224 h 6142467"/>
                <a:gd name="connsiteX822" fmla="*/ 4251489 w 12190161"/>
                <a:gd name="connsiteY822" fmla="*/ 4157536 h 6142467"/>
                <a:gd name="connsiteX823" fmla="*/ 4265934 w 12190161"/>
                <a:gd name="connsiteY823" fmla="*/ 4168861 h 6142467"/>
                <a:gd name="connsiteX824" fmla="*/ 3888271 w 12190161"/>
                <a:gd name="connsiteY824" fmla="*/ 5135265 h 6142467"/>
                <a:gd name="connsiteX825" fmla="*/ 3470161 w 12190161"/>
                <a:gd name="connsiteY825" fmla="*/ 4700224 h 6142467"/>
                <a:gd name="connsiteX826" fmla="*/ 4346425 w 12190161"/>
                <a:gd name="connsiteY826" fmla="*/ 4107323 h 6142467"/>
                <a:gd name="connsiteX827" fmla="*/ 4344633 w 12190161"/>
                <a:gd name="connsiteY827" fmla="*/ 4101371 h 6142467"/>
                <a:gd name="connsiteX828" fmla="*/ 4329205 w 12190161"/>
                <a:gd name="connsiteY828" fmla="*/ 4078779 h 6142467"/>
                <a:gd name="connsiteX829" fmla="*/ 4666190 w 12190161"/>
                <a:gd name="connsiteY829" fmla="*/ 3579369 h 6142467"/>
                <a:gd name="connsiteX830" fmla="*/ 5172707 w 12190161"/>
                <a:gd name="connsiteY830" fmla="*/ 3990776 h 6142467"/>
                <a:gd name="connsiteX831" fmla="*/ 5164444 w 12190161"/>
                <a:gd name="connsiteY831" fmla="*/ 4018685 h 6142467"/>
                <a:gd name="connsiteX832" fmla="*/ 4346425 w 12190161"/>
                <a:gd name="connsiteY832" fmla="*/ 4107323 h 6142467"/>
                <a:gd name="connsiteX833" fmla="*/ 5302948 w 12190161"/>
                <a:gd name="connsiteY833" fmla="*/ 4000080 h 6142467"/>
                <a:gd name="connsiteX834" fmla="*/ 6619048 w 12190161"/>
                <a:gd name="connsiteY834" fmla="*/ 3655294 h 6142467"/>
                <a:gd name="connsiteX835" fmla="*/ 7472488 w 12190161"/>
                <a:gd name="connsiteY835" fmla="*/ 4439916 h 6142467"/>
                <a:gd name="connsiteX836" fmla="*/ 7465439 w 12190161"/>
                <a:gd name="connsiteY836" fmla="*/ 4453611 h 6142467"/>
                <a:gd name="connsiteX837" fmla="*/ 5302948 w 12190161"/>
                <a:gd name="connsiteY837" fmla="*/ 4000080 h 6142467"/>
                <a:gd name="connsiteX838" fmla="*/ 9300999 w 12190161"/>
                <a:gd name="connsiteY838" fmla="*/ 3114108 h 6142467"/>
                <a:gd name="connsiteX839" fmla="*/ 9298110 w 12190161"/>
                <a:gd name="connsiteY839" fmla="*/ 3102205 h 6142467"/>
                <a:gd name="connsiteX840" fmla="*/ 9293603 w 12190161"/>
                <a:gd name="connsiteY840" fmla="*/ 3092729 h 6142467"/>
                <a:gd name="connsiteX841" fmla="*/ 9494106 w 12190161"/>
                <a:gd name="connsiteY841" fmla="*/ 2934522 h 6142467"/>
                <a:gd name="connsiteX842" fmla="*/ 10014780 w 12190161"/>
                <a:gd name="connsiteY842" fmla="*/ 3111566 h 6142467"/>
                <a:gd name="connsiteX843" fmla="*/ 10014144 w 12190161"/>
                <a:gd name="connsiteY843" fmla="*/ 3115264 h 6142467"/>
                <a:gd name="connsiteX844" fmla="*/ 9300999 w 12190161"/>
                <a:gd name="connsiteY844" fmla="*/ 3114108 h 6142467"/>
                <a:gd name="connsiteX845" fmla="*/ 10110351 w 12190161"/>
                <a:gd name="connsiteY845" fmla="*/ 3085448 h 6142467"/>
                <a:gd name="connsiteX846" fmla="*/ 10107520 w 12190161"/>
                <a:gd name="connsiteY846" fmla="*/ 3082559 h 6142467"/>
                <a:gd name="connsiteX847" fmla="*/ 10788250 w 12190161"/>
                <a:gd name="connsiteY847" fmla="*/ 2160763 h 6142467"/>
                <a:gd name="connsiteX848" fmla="*/ 11163544 w 12190161"/>
                <a:gd name="connsiteY848" fmla="*/ 2317930 h 6142467"/>
                <a:gd name="connsiteX849" fmla="*/ 11164873 w 12190161"/>
                <a:gd name="connsiteY849" fmla="*/ 2351559 h 6142467"/>
                <a:gd name="connsiteX850" fmla="*/ 11167646 w 12190161"/>
                <a:gd name="connsiteY850" fmla="*/ 2357857 h 6142467"/>
                <a:gd name="connsiteX851" fmla="*/ 10110351 w 12190161"/>
                <a:gd name="connsiteY851" fmla="*/ 3085448 h 6142467"/>
                <a:gd name="connsiteX852" fmla="*/ 11213872 w 12190161"/>
                <a:gd name="connsiteY852" fmla="*/ 2277251 h 6142467"/>
                <a:gd name="connsiteX853" fmla="*/ 11197924 w 12190161"/>
                <a:gd name="connsiteY853" fmla="*/ 2280487 h 6142467"/>
                <a:gd name="connsiteX854" fmla="*/ 11168975 w 12190161"/>
                <a:gd name="connsiteY854" fmla="*/ 2304756 h 6142467"/>
                <a:gd name="connsiteX855" fmla="*/ 10796974 w 12190161"/>
                <a:gd name="connsiteY855" fmla="*/ 2148918 h 6142467"/>
                <a:gd name="connsiteX856" fmla="*/ 11250736 w 12190161"/>
                <a:gd name="connsiteY856" fmla="*/ 1534464 h 6142467"/>
                <a:gd name="connsiteX857" fmla="*/ 11268418 w 12190161"/>
                <a:gd name="connsiteY857" fmla="*/ 1542611 h 6142467"/>
                <a:gd name="connsiteX858" fmla="*/ 11213872 w 12190161"/>
                <a:gd name="connsiteY858" fmla="*/ 2277251 h 6142467"/>
                <a:gd name="connsiteX859" fmla="*/ 11334347 w 12190161"/>
                <a:gd name="connsiteY859" fmla="*/ 1470037 h 6142467"/>
                <a:gd name="connsiteX860" fmla="*/ 11334347 w 12190161"/>
                <a:gd name="connsiteY860" fmla="*/ 1470037 h 6142467"/>
                <a:gd name="connsiteX861" fmla="*/ 11323889 w 12190161"/>
                <a:gd name="connsiteY861" fmla="*/ 1452414 h 6142467"/>
                <a:gd name="connsiteX862" fmla="*/ 11664340 w 12190161"/>
                <a:gd name="connsiteY862" fmla="*/ 1065274 h 6142467"/>
                <a:gd name="connsiteX863" fmla="*/ 12081469 w 12190161"/>
                <a:gd name="connsiteY863" fmla="*/ 1245670 h 6142467"/>
                <a:gd name="connsiteX864" fmla="*/ 12079215 w 12190161"/>
                <a:gd name="connsiteY864" fmla="*/ 1262715 h 6142467"/>
                <a:gd name="connsiteX865" fmla="*/ 11332498 w 12190161"/>
                <a:gd name="connsiteY865" fmla="*/ 1463103 h 6142467"/>
                <a:gd name="connsiteX866" fmla="*/ 11334347 w 12190161"/>
                <a:gd name="connsiteY866" fmla="*/ 1470037 h 6142467"/>
                <a:gd name="connsiteX867" fmla="*/ 12087131 w 12190161"/>
                <a:gd name="connsiteY867" fmla="*/ 1232611 h 6142467"/>
                <a:gd name="connsiteX868" fmla="*/ 11674221 w 12190161"/>
                <a:gd name="connsiteY868" fmla="*/ 1054007 h 6142467"/>
                <a:gd name="connsiteX869" fmla="*/ 11858199 w 12190161"/>
                <a:gd name="connsiteY869" fmla="*/ 844836 h 6142467"/>
                <a:gd name="connsiteX870" fmla="*/ 11908065 w 12190161"/>
                <a:gd name="connsiteY870" fmla="*/ 850961 h 6142467"/>
                <a:gd name="connsiteX871" fmla="*/ 12098688 w 12190161"/>
                <a:gd name="connsiteY871" fmla="*/ 1219090 h 6142467"/>
                <a:gd name="connsiteX872" fmla="*/ 12087131 w 12190161"/>
                <a:gd name="connsiteY872" fmla="*/ 1232611 h 6142467"/>
                <a:gd name="connsiteX873" fmla="*/ 11833699 w 12190161"/>
                <a:gd name="connsiteY873" fmla="*/ 800979 h 6142467"/>
                <a:gd name="connsiteX874" fmla="*/ 11836993 w 12190161"/>
                <a:gd name="connsiteY874" fmla="*/ 817852 h 6142467"/>
                <a:gd name="connsiteX875" fmla="*/ 11847452 w 12190161"/>
                <a:gd name="connsiteY875" fmla="*/ 835417 h 6142467"/>
                <a:gd name="connsiteX876" fmla="*/ 11660469 w 12190161"/>
                <a:gd name="connsiteY876" fmla="*/ 1048055 h 6142467"/>
                <a:gd name="connsiteX877" fmla="*/ 10897978 w 12190161"/>
                <a:gd name="connsiteY877" fmla="*/ 718293 h 6142467"/>
                <a:gd name="connsiteX878" fmla="*/ 10898786 w 12190161"/>
                <a:gd name="connsiteY878" fmla="*/ 715173 h 6142467"/>
                <a:gd name="connsiteX879" fmla="*/ 11833699 w 12190161"/>
                <a:gd name="connsiteY879" fmla="*/ 800979 h 6142467"/>
                <a:gd name="connsiteX880" fmla="*/ 9684556 w 12190161"/>
                <a:gd name="connsiteY880" fmla="*/ 922090 h 6142467"/>
                <a:gd name="connsiteX881" fmla="*/ 9696343 w 12190161"/>
                <a:gd name="connsiteY881" fmla="*/ 926886 h 6142467"/>
                <a:gd name="connsiteX882" fmla="*/ 9506876 w 12190161"/>
                <a:gd name="connsiteY882" fmla="*/ 1765245 h 6142467"/>
                <a:gd name="connsiteX883" fmla="*/ 9167927 w 12190161"/>
                <a:gd name="connsiteY883" fmla="*/ 1672505 h 6142467"/>
                <a:gd name="connsiteX884" fmla="*/ 9165038 w 12190161"/>
                <a:gd name="connsiteY884" fmla="*/ 1646908 h 6142467"/>
                <a:gd name="connsiteX885" fmla="*/ 9151112 w 12190161"/>
                <a:gd name="connsiteY885" fmla="*/ 1625702 h 6142467"/>
                <a:gd name="connsiteX886" fmla="*/ 9684556 w 12190161"/>
                <a:gd name="connsiteY886" fmla="*/ 922090 h 6142467"/>
                <a:gd name="connsiteX887" fmla="*/ 8851455 w 12190161"/>
                <a:gd name="connsiteY887" fmla="*/ 1180607 h 6142467"/>
                <a:gd name="connsiteX888" fmla="*/ 9081196 w 12190161"/>
                <a:gd name="connsiteY888" fmla="*/ 1620501 h 6142467"/>
                <a:gd name="connsiteX889" fmla="*/ 9057736 w 12190161"/>
                <a:gd name="connsiteY889" fmla="*/ 1661238 h 6142467"/>
                <a:gd name="connsiteX890" fmla="*/ 7774225 w 12190161"/>
                <a:gd name="connsiteY890" fmla="*/ 1745946 h 6142467"/>
                <a:gd name="connsiteX891" fmla="*/ 7772203 w 12190161"/>
                <a:gd name="connsiteY891" fmla="*/ 1738781 h 6142467"/>
                <a:gd name="connsiteX892" fmla="*/ 8851455 w 12190161"/>
                <a:gd name="connsiteY892" fmla="*/ 1180607 h 6142467"/>
                <a:gd name="connsiteX893" fmla="*/ 3551807 w 12190161"/>
                <a:gd name="connsiteY893" fmla="*/ 2248129 h 6142467"/>
                <a:gd name="connsiteX894" fmla="*/ 3533836 w 12190161"/>
                <a:gd name="connsiteY894" fmla="*/ 2251423 h 6142467"/>
                <a:gd name="connsiteX895" fmla="*/ 3500727 w 12190161"/>
                <a:gd name="connsiteY895" fmla="*/ 2322495 h 6142467"/>
                <a:gd name="connsiteX896" fmla="*/ 3511128 w 12190161"/>
                <a:gd name="connsiteY896" fmla="*/ 2339945 h 6142467"/>
                <a:gd name="connsiteX897" fmla="*/ 3139763 w 12190161"/>
                <a:gd name="connsiteY897" fmla="*/ 2799890 h 6142467"/>
                <a:gd name="connsiteX898" fmla="*/ 3138607 w 12190161"/>
                <a:gd name="connsiteY898" fmla="*/ 2799312 h 6142467"/>
                <a:gd name="connsiteX899" fmla="*/ 3630621 w 12190161"/>
                <a:gd name="connsiteY899" fmla="*/ 1538855 h 6142467"/>
                <a:gd name="connsiteX900" fmla="*/ 3630794 w 12190161"/>
                <a:gd name="connsiteY900" fmla="*/ 1538913 h 6142467"/>
                <a:gd name="connsiteX901" fmla="*/ 3551807 w 12190161"/>
                <a:gd name="connsiteY901" fmla="*/ 2248129 h 6142467"/>
                <a:gd name="connsiteX902" fmla="*/ 3588614 w 12190161"/>
                <a:gd name="connsiteY902" fmla="*/ 1482691 h 6142467"/>
                <a:gd name="connsiteX903" fmla="*/ 3591907 w 12190161"/>
                <a:gd name="connsiteY903" fmla="*/ 1503955 h 6142467"/>
                <a:gd name="connsiteX904" fmla="*/ 3598090 w 12190161"/>
                <a:gd name="connsiteY904" fmla="*/ 1515974 h 6142467"/>
                <a:gd name="connsiteX905" fmla="*/ 2738063 w 12190161"/>
                <a:gd name="connsiteY905" fmla="*/ 2274998 h 6142467"/>
                <a:gd name="connsiteX906" fmla="*/ 2051844 w 12190161"/>
                <a:gd name="connsiteY906" fmla="*/ 1247519 h 6142467"/>
                <a:gd name="connsiteX907" fmla="*/ 2068832 w 12190161"/>
                <a:gd name="connsiteY907" fmla="*/ 1220477 h 6142467"/>
                <a:gd name="connsiteX908" fmla="*/ 3588614 w 12190161"/>
                <a:gd name="connsiteY908" fmla="*/ 1482691 h 6142467"/>
                <a:gd name="connsiteX909" fmla="*/ 2004809 w 12190161"/>
                <a:gd name="connsiteY909" fmla="*/ 1151427 h 6142467"/>
                <a:gd name="connsiteX910" fmla="*/ 1996431 w 12190161"/>
                <a:gd name="connsiteY910" fmla="*/ 1153681 h 6142467"/>
                <a:gd name="connsiteX911" fmla="*/ 1972278 w 12190161"/>
                <a:gd name="connsiteY911" fmla="*/ 1171015 h 6142467"/>
                <a:gd name="connsiteX912" fmla="*/ 1349908 w 12190161"/>
                <a:gd name="connsiteY912" fmla="*/ 806122 h 6142467"/>
                <a:gd name="connsiteX913" fmla="*/ 1935817 w 12190161"/>
                <a:gd name="connsiteY913" fmla="*/ 476764 h 6142467"/>
                <a:gd name="connsiteX914" fmla="*/ 1978807 w 12190161"/>
                <a:gd name="connsiteY914" fmla="*/ 499646 h 6142467"/>
                <a:gd name="connsiteX915" fmla="*/ 2004809 w 12190161"/>
                <a:gd name="connsiteY915" fmla="*/ 1151427 h 6142467"/>
                <a:gd name="connsiteX916" fmla="*/ 1925821 w 12190161"/>
                <a:gd name="connsiteY916" fmla="*/ 437415 h 6142467"/>
                <a:gd name="connsiteX917" fmla="*/ 1928710 w 12190161"/>
                <a:gd name="connsiteY917" fmla="*/ 463301 h 6142467"/>
                <a:gd name="connsiteX918" fmla="*/ 1929115 w 12190161"/>
                <a:gd name="connsiteY918" fmla="*/ 464284 h 6142467"/>
                <a:gd name="connsiteX919" fmla="*/ 1335752 w 12190161"/>
                <a:gd name="connsiteY919" fmla="*/ 797801 h 6142467"/>
                <a:gd name="connsiteX920" fmla="*/ 106440 w 12190161"/>
                <a:gd name="connsiteY920" fmla="*/ 77086 h 6142467"/>
                <a:gd name="connsiteX921" fmla="*/ 107942 w 12190161"/>
                <a:gd name="connsiteY921" fmla="*/ 73273 h 6142467"/>
                <a:gd name="connsiteX922" fmla="*/ 1925821 w 12190161"/>
                <a:gd name="connsiteY922" fmla="*/ 437415 h 614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</a:cxnLst>
              <a:rect l="l" t="t" r="r" b="b"/>
              <a:pathLst>
                <a:path w="12190161" h="6142467">
                  <a:moveTo>
                    <a:pt x="3357" y="74428"/>
                  </a:moveTo>
                  <a:cubicBezTo>
                    <a:pt x="11619" y="97079"/>
                    <a:pt x="33114" y="111004"/>
                    <a:pt x="55880" y="110831"/>
                  </a:cubicBezTo>
                  <a:lnTo>
                    <a:pt x="229284" y="1366261"/>
                  </a:lnTo>
                  <a:cubicBezTo>
                    <a:pt x="227840" y="1366665"/>
                    <a:pt x="226337" y="1367069"/>
                    <a:pt x="224893" y="1367589"/>
                  </a:cubicBezTo>
                  <a:cubicBezTo>
                    <a:pt x="196117" y="1378048"/>
                    <a:pt x="181325" y="1409886"/>
                    <a:pt x="191784" y="1438661"/>
                  </a:cubicBezTo>
                  <a:cubicBezTo>
                    <a:pt x="198775" y="1457845"/>
                    <a:pt x="215243" y="1470788"/>
                    <a:pt x="233965" y="1474197"/>
                  </a:cubicBezTo>
                  <a:lnTo>
                    <a:pt x="165955" y="2833981"/>
                  </a:lnTo>
                  <a:cubicBezTo>
                    <a:pt x="161101" y="2834386"/>
                    <a:pt x="156190" y="2835368"/>
                    <a:pt x="151394" y="2837101"/>
                  </a:cubicBezTo>
                  <a:cubicBezTo>
                    <a:pt x="122619" y="2847560"/>
                    <a:pt x="107826" y="2879398"/>
                    <a:pt x="118285" y="2908173"/>
                  </a:cubicBezTo>
                  <a:cubicBezTo>
                    <a:pt x="128744" y="2936949"/>
                    <a:pt x="160581" y="2951741"/>
                    <a:pt x="189357" y="2941282"/>
                  </a:cubicBezTo>
                  <a:cubicBezTo>
                    <a:pt x="197157" y="2938451"/>
                    <a:pt x="203918" y="2934002"/>
                    <a:pt x="209465" y="2928455"/>
                  </a:cubicBezTo>
                  <a:lnTo>
                    <a:pt x="975307" y="3521587"/>
                  </a:lnTo>
                  <a:cubicBezTo>
                    <a:pt x="967276" y="3535339"/>
                    <a:pt x="965196" y="3552442"/>
                    <a:pt x="971032" y="3568564"/>
                  </a:cubicBezTo>
                  <a:cubicBezTo>
                    <a:pt x="981490" y="3597339"/>
                    <a:pt x="1013328" y="3612131"/>
                    <a:pt x="1042103" y="3601673"/>
                  </a:cubicBezTo>
                  <a:cubicBezTo>
                    <a:pt x="1048113" y="3599477"/>
                    <a:pt x="1053429" y="3596357"/>
                    <a:pt x="1058109" y="3592543"/>
                  </a:cubicBezTo>
                  <a:lnTo>
                    <a:pt x="1540704" y="4049367"/>
                  </a:lnTo>
                  <a:cubicBezTo>
                    <a:pt x="1530246" y="4063755"/>
                    <a:pt x="1526894" y="4082939"/>
                    <a:pt x="1533424" y="4100967"/>
                  </a:cubicBezTo>
                  <a:cubicBezTo>
                    <a:pt x="1538220" y="4114199"/>
                    <a:pt x="1547580" y="4124426"/>
                    <a:pt x="1559079" y="4130667"/>
                  </a:cubicBezTo>
                  <a:lnTo>
                    <a:pt x="1223134" y="5001095"/>
                  </a:lnTo>
                  <a:cubicBezTo>
                    <a:pt x="1212849" y="4998553"/>
                    <a:pt x="1201755" y="4998957"/>
                    <a:pt x="1191065" y="5002886"/>
                  </a:cubicBezTo>
                  <a:cubicBezTo>
                    <a:pt x="1162290" y="5013345"/>
                    <a:pt x="1147498" y="5045183"/>
                    <a:pt x="1157956" y="5073958"/>
                  </a:cubicBezTo>
                  <a:cubicBezTo>
                    <a:pt x="1166681" y="5097995"/>
                    <a:pt x="1190314" y="5112210"/>
                    <a:pt x="1214641" y="5110187"/>
                  </a:cubicBezTo>
                  <a:lnTo>
                    <a:pt x="1362158" y="5793286"/>
                  </a:lnTo>
                  <a:cubicBezTo>
                    <a:pt x="1362042" y="5793344"/>
                    <a:pt x="1361869" y="5793344"/>
                    <a:pt x="1361753" y="5793402"/>
                  </a:cubicBezTo>
                  <a:cubicBezTo>
                    <a:pt x="1332978" y="5803860"/>
                    <a:pt x="1318186" y="5835698"/>
                    <a:pt x="1328644" y="5864473"/>
                  </a:cubicBezTo>
                  <a:cubicBezTo>
                    <a:pt x="1339103" y="5893249"/>
                    <a:pt x="1370941" y="5908041"/>
                    <a:pt x="1399716" y="5897582"/>
                  </a:cubicBezTo>
                  <a:cubicBezTo>
                    <a:pt x="1415202" y="5891978"/>
                    <a:pt x="1426527" y="5880132"/>
                    <a:pt x="1432190" y="5865976"/>
                  </a:cubicBezTo>
                  <a:lnTo>
                    <a:pt x="2273785" y="6080405"/>
                  </a:lnTo>
                  <a:cubicBezTo>
                    <a:pt x="2272744" y="6088783"/>
                    <a:pt x="2273611" y="6097508"/>
                    <a:pt x="2276674" y="6106002"/>
                  </a:cubicBezTo>
                  <a:cubicBezTo>
                    <a:pt x="2287132" y="6134777"/>
                    <a:pt x="2318970" y="6149570"/>
                    <a:pt x="2347745" y="6139111"/>
                  </a:cubicBezTo>
                  <a:cubicBezTo>
                    <a:pt x="2376521" y="6128653"/>
                    <a:pt x="2391313" y="6096815"/>
                    <a:pt x="2380855" y="6068040"/>
                  </a:cubicBezTo>
                  <a:cubicBezTo>
                    <a:pt x="2380450" y="6066941"/>
                    <a:pt x="2379988" y="6065902"/>
                    <a:pt x="2379525" y="6064861"/>
                  </a:cubicBezTo>
                  <a:lnTo>
                    <a:pt x="3889716" y="5157337"/>
                  </a:lnTo>
                  <a:lnTo>
                    <a:pt x="3893529" y="5161266"/>
                  </a:lnTo>
                  <a:lnTo>
                    <a:pt x="3896707" y="5153119"/>
                  </a:lnTo>
                  <a:lnTo>
                    <a:pt x="3921322" y="5138327"/>
                  </a:lnTo>
                  <a:lnTo>
                    <a:pt x="3901792" y="5140118"/>
                  </a:lnTo>
                  <a:lnTo>
                    <a:pt x="4279282" y="4174119"/>
                  </a:lnTo>
                  <a:cubicBezTo>
                    <a:pt x="4289625" y="4176719"/>
                    <a:pt x="4300835" y="4176315"/>
                    <a:pt x="4311640" y="4172386"/>
                  </a:cubicBezTo>
                  <a:cubicBezTo>
                    <a:pt x="4333770" y="4164354"/>
                    <a:pt x="4347580" y="4143668"/>
                    <a:pt x="4348042" y="4121480"/>
                  </a:cubicBezTo>
                  <a:lnTo>
                    <a:pt x="5166062" y="4032784"/>
                  </a:lnTo>
                  <a:cubicBezTo>
                    <a:pt x="5166524" y="4034749"/>
                    <a:pt x="5167102" y="4036771"/>
                    <a:pt x="5167853" y="4038736"/>
                  </a:cubicBezTo>
                  <a:cubicBezTo>
                    <a:pt x="5178312" y="4067511"/>
                    <a:pt x="5210150" y="4082303"/>
                    <a:pt x="5238925" y="4071845"/>
                  </a:cubicBezTo>
                  <a:cubicBezTo>
                    <a:pt x="5265158" y="4062311"/>
                    <a:pt x="5279719" y="4035038"/>
                    <a:pt x="5274172" y="4008516"/>
                  </a:cubicBezTo>
                  <a:lnTo>
                    <a:pt x="7462665" y="4467421"/>
                  </a:lnTo>
                  <a:cubicBezTo>
                    <a:pt x="7462088" y="4475105"/>
                    <a:pt x="7463012" y="4482964"/>
                    <a:pt x="7465786" y="4490706"/>
                  </a:cubicBezTo>
                  <a:cubicBezTo>
                    <a:pt x="7476244" y="4519482"/>
                    <a:pt x="7508082" y="4534274"/>
                    <a:pt x="7536857" y="4523815"/>
                  </a:cubicBezTo>
                  <a:cubicBezTo>
                    <a:pt x="7565632" y="4513357"/>
                    <a:pt x="7580425" y="4481519"/>
                    <a:pt x="7569966" y="4452744"/>
                  </a:cubicBezTo>
                  <a:cubicBezTo>
                    <a:pt x="7565979" y="4441765"/>
                    <a:pt x="7558815" y="4432809"/>
                    <a:pt x="7549974" y="4426511"/>
                  </a:cubicBezTo>
                  <a:lnTo>
                    <a:pt x="8418552" y="2792436"/>
                  </a:lnTo>
                  <a:cubicBezTo>
                    <a:pt x="8430513" y="2796943"/>
                    <a:pt x="8444034" y="2797405"/>
                    <a:pt x="8456977" y="2792667"/>
                  </a:cubicBezTo>
                  <a:cubicBezTo>
                    <a:pt x="8468881" y="2788333"/>
                    <a:pt x="8478299" y="2780302"/>
                    <a:pt x="8484655" y="2770421"/>
                  </a:cubicBezTo>
                  <a:lnTo>
                    <a:pt x="9193467" y="3104112"/>
                  </a:lnTo>
                  <a:cubicBezTo>
                    <a:pt x="9189827" y="3115437"/>
                    <a:pt x="9189711" y="3127976"/>
                    <a:pt x="9194102" y="3139994"/>
                  </a:cubicBezTo>
                  <a:cubicBezTo>
                    <a:pt x="9204561" y="3168770"/>
                    <a:pt x="9236399" y="3183562"/>
                    <a:pt x="9265174" y="3173104"/>
                  </a:cubicBezTo>
                  <a:cubicBezTo>
                    <a:pt x="9285282" y="3165765"/>
                    <a:pt x="9298514" y="3148084"/>
                    <a:pt x="9301114" y="3128265"/>
                  </a:cubicBezTo>
                  <a:lnTo>
                    <a:pt x="10014260" y="3129421"/>
                  </a:lnTo>
                  <a:cubicBezTo>
                    <a:pt x="10014780" y="3133408"/>
                    <a:pt x="10015704" y="3137394"/>
                    <a:pt x="10017149" y="3141324"/>
                  </a:cubicBezTo>
                  <a:cubicBezTo>
                    <a:pt x="10027608" y="3170099"/>
                    <a:pt x="10059446" y="3184891"/>
                    <a:pt x="10088221" y="3174433"/>
                  </a:cubicBezTo>
                  <a:cubicBezTo>
                    <a:pt x="10116996" y="3163974"/>
                    <a:pt x="10131788" y="3132136"/>
                    <a:pt x="10121330" y="3103361"/>
                  </a:cubicBezTo>
                  <a:cubicBezTo>
                    <a:pt x="10120521" y="3101165"/>
                    <a:pt x="10119596" y="3099085"/>
                    <a:pt x="10118556" y="3097062"/>
                  </a:cubicBezTo>
                  <a:lnTo>
                    <a:pt x="11175851" y="2369472"/>
                  </a:lnTo>
                  <a:cubicBezTo>
                    <a:pt x="11190528" y="2385766"/>
                    <a:pt x="11214161" y="2392527"/>
                    <a:pt x="11236060" y="2384553"/>
                  </a:cubicBezTo>
                  <a:cubicBezTo>
                    <a:pt x="11264836" y="2374094"/>
                    <a:pt x="11279627" y="2342256"/>
                    <a:pt x="11269169" y="2313481"/>
                  </a:cubicBezTo>
                  <a:cubicBezTo>
                    <a:pt x="11262351" y="2294760"/>
                    <a:pt x="11246461" y="2281990"/>
                    <a:pt x="11228259" y="2278234"/>
                  </a:cubicBezTo>
                  <a:lnTo>
                    <a:pt x="11282748" y="1544229"/>
                  </a:lnTo>
                  <a:cubicBezTo>
                    <a:pt x="11288930" y="1544171"/>
                    <a:pt x="11295229" y="1543189"/>
                    <a:pt x="11301354" y="1540935"/>
                  </a:cubicBezTo>
                  <a:cubicBezTo>
                    <a:pt x="11327817" y="1531286"/>
                    <a:pt x="11342436" y="1503551"/>
                    <a:pt x="11336428" y="1476740"/>
                  </a:cubicBezTo>
                  <a:lnTo>
                    <a:pt x="12081583" y="1276756"/>
                  </a:lnTo>
                  <a:cubicBezTo>
                    <a:pt x="12081930" y="1277854"/>
                    <a:pt x="12082219" y="1279010"/>
                    <a:pt x="12082624" y="1280108"/>
                  </a:cubicBezTo>
                  <a:cubicBezTo>
                    <a:pt x="12093082" y="1308883"/>
                    <a:pt x="12124920" y="1323675"/>
                    <a:pt x="12153696" y="1313217"/>
                  </a:cubicBezTo>
                  <a:cubicBezTo>
                    <a:pt x="12182472" y="1302758"/>
                    <a:pt x="12197263" y="1270920"/>
                    <a:pt x="12186805" y="1242145"/>
                  </a:cubicBezTo>
                  <a:cubicBezTo>
                    <a:pt x="12176347" y="1213369"/>
                    <a:pt x="12144509" y="1198577"/>
                    <a:pt x="12115733" y="1209036"/>
                  </a:cubicBezTo>
                  <a:cubicBezTo>
                    <a:pt x="12114057" y="1209671"/>
                    <a:pt x="12112381" y="1210365"/>
                    <a:pt x="12110821" y="1211116"/>
                  </a:cubicBezTo>
                  <a:lnTo>
                    <a:pt x="11920835" y="844200"/>
                  </a:lnTo>
                  <a:cubicBezTo>
                    <a:pt x="11941001" y="830217"/>
                    <a:pt x="11950129" y="803926"/>
                    <a:pt x="11941348" y="779773"/>
                  </a:cubicBezTo>
                  <a:cubicBezTo>
                    <a:pt x="11930889" y="750998"/>
                    <a:pt x="11899051" y="736206"/>
                    <a:pt x="11870275" y="746664"/>
                  </a:cubicBezTo>
                  <a:cubicBezTo>
                    <a:pt x="11851842" y="753367"/>
                    <a:pt x="11839188" y="768852"/>
                    <a:pt x="11835201" y="786649"/>
                  </a:cubicBezTo>
                  <a:lnTo>
                    <a:pt x="10900231" y="700843"/>
                  </a:lnTo>
                  <a:cubicBezTo>
                    <a:pt x="10900000" y="695238"/>
                    <a:pt x="10898960" y="689518"/>
                    <a:pt x="10896937" y="683971"/>
                  </a:cubicBezTo>
                  <a:cubicBezTo>
                    <a:pt x="10886479" y="655195"/>
                    <a:pt x="10854641" y="640403"/>
                    <a:pt x="10825865" y="650862"/>
                  </a:cubicBezTo>
                  <a:cubicBezTo>
                    <a:pt x="10804660" y="658604"/>
                    <a:pt x="10791081" y="677846"/>
                    <a:pt x="10789579" y="698994"/>
                  </a:cubicBezTo>
                  <a:lnTo>
                    <a:pt x="10632758" y="722511"/>
                  </a:lnTo>
                  <a:lnTo>
                    <a:pt x="9762735" y="853099"/>
                  </a:lnTo>
                  <a:cubicBezTo>
                    <a:pt x="9751757" y="825190"/>
                    <a:pt x="9720554" y="810976"/>
                    <a:pt x="9692241" y="821261"/>
                  </a:cubicBezTo>
                  <a:cubicBezTo>
                    <a:pt x="9663465" y="831719"/>
                    <a:pt x="9648673" y="863557"/>
                    <a:pt x="9659132" y="892333"/>
                  </a:cubicBezTo>
                  <a:cubicBezTo>
                    <a:pt x="9662194" y="900711"/>
                    <a:pt x="9667048" y="907818"/>
                    <a:pt x="9673115" y="913539"/>
                  </a:cubicBezTo>
                  <a:lnTo>
                    <a:pt x="9139729" y="1617150"/>
                  </a:lnTo>
                  <a:cubicBezTo>
                    <a:pt x="9126209" y="1609754"/>
                    <a:pt x="9109740" y="1607905"/>
                    <a:pt x="9094139" y="1613625"/>
                  </a:cubicBezTo>
                  <a:cubicBezTo>
                    <a:pt x="9094081" y="1613625"/>
                    <a:pt x="9094024" y="1613683"/>
                    <a:pt x="9093966" y="1613683"/>
                  </a:cubicBezTo>
                  <a:lnTo>
                    <a:pt x="8857637" y="1161192"/>
                  </a:lnTo>
                  <a:lnTo>
                    <a:pt x="7765789" y="1725954"/>
                  </a:lnTo>
                  <a:cubicBezTo>
                    <a:pt x="7751807" y="1705730"/>
                    <a:pt x="7725515" y="1696658"/>
                    <a:pt x="7701304" y="1705441"/>
                  </a:cubicBezTo>
                  <a:cubicBezTo>
                    <a:pt x="7688651" y="1710063"/>
                    <a:pt x="7678712" y="1718788"/>
                    <a:pt x="7672413" y="1729536"/>
                  </a:cubicBezTo>
                  <a:lnTo>
                    <a:pt x="7026064" y="1456458"/>
                  </a:lnTo>
                  <a:cubicBezTo>
                    <a:pt x="7029069" y="1445711"/>
                    <a:pt x="7028895" y="1433981"/>
                    <a:pt x="7024793" y="1422714"/>
                  </a:cubicBezTo>
                  <a:cubicBezTo>
                    <a:pt x="7014335" y="1393938"/>
                    <a:pt x="6982497" y="1379146"/>
                    <a:pt x="6953721" y="1389605"/>
                  </a:cubicBezTo>
                  <a:cubicBezTo>
                    <a:pt x="6940316" y="1394458"/>
                    <a:pt x="6930031" y="1404050"/>
                    <a:pt x="6923790" y="1415722"/>
                  </a:cubicBezTo>
                  <a:lnTo>
                    <a:pt x="5851183" y="1012692"/>
                  </a:lnTo>
                  <a:cubicBezTo>
                    <a:pt x="5853552" y="1002523"/>
                    <a:pt x="5853148" y="991602"/>
                    <a:pt x="5849334" y="981086"/>
                  </a:cubicBezTo>
                  <a:cubicBezTo>
                    <a:pt x="5838876" y="952310"/>
                    <a:pt x="5807038" y="937518"/>
                    <a:pt x="5778262" y="947977"/>
                  </a:cubicBezTo>
                  <a:cubicBezTo>
                    <a:pt x="5749487" y="958435"/>
                    <a:pt x="5734695" y="990273"/>
                    <a:pt x="5745153" y="1019049"/>
                  </a:cubicBezTo>
                  <a:cubicBezTo>
                    <a:pt x="5749256" y="1030374"/>
                    <a:pt x="5756710" y="1039446"/>
                    <a:pt x="5765955" y="1045744"/>
                  </a:cubicBezTo>
                  <a:lnTo>
                    <a:pt x="5421285" y="1721678"/>
                  </a:lnTo>
                  <a:cubicBezTo>
                    <a:pt x="5409555" y="1717460"/>
                    <a:pt x="5396323" y="1717228"/>
                    <a:pt x="5383727" y="1721793"/>
                  </a:cubicBezTo>
                  <a:cubicBezTo>
                    <a:pt x="5358534" y="1730981"/>
                    <a:pt x="5344031" y="1756520"/>
                    <a:pt x="5347844" y="1782002"/>
                  </a:cubicBezTo>
                  <a:lnTo>
                    <a:pt x="3603001" y="2277483"/>
                  </a:lnTo>
                  <a:lnTo>
                    <a:pt x="3604966" y="2284359"/>
                  </a:lnTo>
                  <a:cubicBezTo>
                    <a:pt x="3598379" y="2266331"/>
                    <a:pt x="3583413" y="2253734"/>
                    <a:pt x="3566079" y="2249516"/>
                  </a:cubicBezTo>
                  <a:lnTo>
                    <a:pt x="3645067" y="1540242"/>
                  </a:lnTo>
                  <a:cubicBezTo>
                    <a:pt x="3651018" y="1540127"/>
                    <a:pt x="3657085" y="1539086"/>
                    <a:pt x="3663037" y="1536948"/>
                  </a:cubicBezTo>
                  <a:cubicBezTo>
                    <a:pt x="3691812" y="1526490"/>
                    <a:pt x="3706604" y="1494652"/>
                    <a:pt x="3696146" y="1465877"/>
                  </a:cubicBezTo>
                  <a:cubicBezTo>
                    <a:pt x="3685687" y="1437101"/>
                    <a:pt x="3653849" y="1422309"/>
                    <a:pt x="3625074" y="1432768"/>
                  </a:cubicBezTo>
                  <a:cubicBezTo>
                    <a:pt x="3608144" y="1438950"/>
                    <a:pt x="3596125" y="1452529"/>
                    <a:pt x="3591156" y="1468477"/>
                  </a:cubicBezTo>
                  <a:lnTo>
                    <a:pt x="2070854" y="1206147"/>
                  </a:lnTo>
                  <a:cubicBezTo>
                    <a:pt x="2070912" y="1199675"/>
                    <a:pt x="2069930" y="1193030"/>
                    <a:pt x="2067561" y="1186616"/>
                  </a:cubicBezTo>
                  <a:cubicBezTo>
                    <a:pt x="2059818" y="1165353"/>
                    <a:pt x="2040345" y="1151716"/>
                    <a:pt x="2019081" y="1150271"/>
                  </a:cubicBezTo>
                  <a:lnTo>
                    <a:pt x="1993079" y="498144"/>
                  </a:lnTo>
                  <a:cubicBezTo>
                    <a:pt x="1995333" y="497624"/>
                    <a:pt x="1997529" y="497046"/>
                    <a:pt x="1999724" y="496237"/>
                  </a:cubicBezTo>
                  <a:cubicBezTo>
                    <a:pt x="2028500" y="485778"/>
                    <a:pt x="2043292" y="453941"/>
                    <a:pt x="2032833" y="425165"/>
                  </a:cubicBezTo>
                  <a:cubicBezTo>
                    <a:pt x="2022375" y="396390"/>
                    <a:pt x="1990537" y="381598"/>
                    <a:pt x="1961762" y="392056"/>
                  </a:cubicBezTo>
                  <a:cubicBezTo>
                    <a:pt x="1946392" y="397661"/>
                    <a:pt x="1935066" y="409333"/>
                    <a:pt x="1929404" y="423432"/>
                  </a:cubicBezTo>
                  <a:lnTo>
                    <a:pt x="110716" y="59232"/>
                  </a:lnTo>
                  <a:cubicBezTo>
                    <a:pt x="111236" y="51720"/>
                    <a:pt x="110253" y="43977"/>
                    <a:pt x="107538" y="36466"/>
                  </a:cubicBezTo>
                  <a:cubicBezTo>
                    <a:pt x="97079" y="7690"/>
                    <a:pt x="65241" y="-7102"/>
                    <a:pt x="36466" y="3357"/>
                  </a:cubicBezTo>
                  <a:cubicBezTo>
                    <a:pt x="7690" y="13815"/>
                    <a:pt x="-7102" y="45653"/>
                    <a:pt x="3357" y="74428"/>
                  </a:cubicBezTo>
                  <a:close/>
                  <a:moveTo>
                    <a:pt x="70037" y="108867"/>
                  </a:moveTo>
                  <a:cubicBezTo>
                    <a:pt x="71482" y="108462"/>
                    <a:pt x="72984" y="108058"/>
                    <a:pt x="74428" y="107538"/>
                  </a:cubicBezTo>
                  <a:cubicBezTo>
                    <a:pt x="84656" y="103839"/>
                    <a:pt x="93034" y="97368"/>
                    <a:pt x="99217" y="89394"/>
                  </a:cubicBezTo>
                  <a:lnTo>
                    <a:pt x="1321306" y="805891"/>
                  </a:lnTo>
                  <a:lnTo>
                    <a:pt x="288280" y="1386542"/>
                  </a:lnTo>
                  <a:cubicBezTo>
                    <a:pt x="277705" y="1372385"/>
                    <a:pt x="260949" y="1364180"/>
                    <a:pt x="243441" y="1364296"/>
                  </a:cubicBezTo>
                  <a:lnTo>
                    <a:pt x="70037" y="108867"/>
                  </a:lnTo>
                  <a:close/>
                  <a:moveTo>
                    <a:pt x="1964824" y="1183207"/>
                  </a:moveTo>
                  <a:cubicBezTo>
                    <a:pt x="1962051" y="1189448"/>
                    <a:pt x="1960375" y="1196208"/>
                    <a:pt x="1960028" y="1203200"/>
                  </a:cubicBezTo>
                  <a:lnTo>
                    <a:pt x="297582" y="1405957"/>
                  </a:lnTo>
                  <a:cubicBezTo>
                    <a:pt x="297120" y="1404223"/>
                    <a:pt x="296600" y="1402490"/>
                    <a:pt x="295965" y="1400756"/>
                  </a:cubicBezTo>
                  <a:cubicBezTo>
                    <a:pt x="295733" y="1400179"/>
                    <a:pt x="295445" y="1399601"/>
                    <a:pt x="295213" y="1399023"/>
                  </a:cubicBezTo>
                  <a:lnTo>
                    <a:pt x="1335520" y="814269"/>
                  </a:lnTo>
                  <a:lnTo>
                    <a:pt x="1964824" y="1183207"/>
                  </a:lnTo>
                  <a:close/>
                  <a:moveTo>
                    <a:pt x="3617389" y="1533597"/>
                  </a:moveTo>
                  <a:lnTo>
                    <a:pt x="3125376" y="2794054"/>
                  </a:lnTo>
                  <a:cubicBezTo>
                    <a:pt x="3115032" y="2791454"/>
                    <a:pt x="3103823" y="2791858"/>
                    <a:pt x="3093075" y="2795787"/>
                  </a:cubicBezTo>
                  <a:cubicBezTo>
                    <a:pt x="3091111" y="2796481"/>
                    <a:pt x="3089262" y="2797289"/>
                    <a:pt x="3087471" y="2798214"/>
                  </a:cubicBezTo>
                  <a:lnTo>
                    <a:pt x="2746094" y="2287017"/>
                  </a:lnTo>
                  <a:lnTo>
                    <a:pt x="3607566" y="1526779"/>
                  </a:lnTo>
                  <a:cubicBezTo>
                    <a:pt x="3610571" y="1529379"/>
                    <a:pt x="3613864" y="1531633"/>
                    <a:pt x="3617389" y="1533597"/>
                  </a:cubicBezTo>
                  <a:close/>
                  <a:moveTo>
                    <a:pt x="11650530" y="1059323"/>
                  </a:moveTo>
                  <a:lnTo>
                    <a:pt x="11313141" y="1442995"/>
                  </a:lnTo>
                  <a:cubicBezTo>
                    <a:pt x="11298926" y="1433461"/>
                    <a:pt x="11280552" y="1430572"/>
                    <a:pt x="11263275" y="1436870"/>
                  </a:cubicBezTo>
                  <a:cubicBezTo>
                    <a:pt x="11263160" y="1436928"/>
                    <a:pt x="11263102" y="1436928"/>
                    <a:pt x="11262986" y="1436986"/>
                  </a:cubicBezTo>
                  <a:lnTo>
                    <a:pt x="10882261" y="743775"/>
                  </a:lnTo>
                  <a:cubicBezTo>
                    <a:pt x="10886248" y="740135"/>
                    <a:pt x="10889599" y="735917"/>
                    <a:pt x="10892315" y="731352"/>
                  </a:cubicBezTo>
                  <a:lnTo>
                    <a:pt x="11650530" y="1059323"/>
                  </a:lnTo>
                  <a:close/>
                  <a:moveTo>
                    <a:pt x="9507512" y="2924005"/>
                  </a:moveTo>
                  <a:lnTo>
                    <a:pt x="10543716" y="2106448"/>
                  </a:lnTo>
                  <a:cubicBezTo>
                    <a:pt x="10546259" y="2108933"/>
                    <a:pt x="10549032" y="2111128"/>
                    <a:pt x="10551979" y="2113093"/>
                  </a:cubicBezTo>
                  <a:lnTo>
                    <a:pt x="10086776" y="3069963"/>
                  </a:lnTo>
                  <a:cubicBezTo>
                    <a:pt x="10075278" y="3066091"/>
                    <a:pt x="10062450" y="3065918"/>
                    <a:pt x="10050200" y="3070425"/>
                  </a:cubicBezTo>
                  <a:cubicBezTo>
                    <a:pt x="10036217" y="3075510"/>
                    <a:pt x="10025528" y="3085680"/>
                    <a:pt x="10019460" y="3098045"/>
                  </a:cubicBezTo>
                  <a:lnTo>
                    <a:pt x="9507512" y="2924005"/>
                  </a:lnTo>
                  <a:close/>
                  <a:moveTo>
                    <a:pt x="2309725" y="6034873"/>
                  </a:moveTo>
                  <a:cubicBezTo>
                    <a:pt x="2303484" y="6037126"/>
                    <a:pt x="2297995" y="6040477"/>
                    <a:pt x="2293199" y="6044464"/>
                  </a:cubicBezTo>
                  <a:lnTo>
                    <a:pt x="1851167" y="5636697"/>
                  </a:lnTo>
                  <a:lnTo>
                    <a:pt x="2594532" y="5294454"/>
                  </a:lnTo>
                  <a:lnTo>
                    <a:pt x="2339887" y="6032677"/>
                  </a:lnTo>
                  <a:cubicBezTo>
                    <a:pt x="2330122" y="6030712"/>
                    <a:pt x="2319779" y="6031232"/>
                    <a:pt x="2309725" y="6034873"/>
                  </a:cubicBezTo>
                  <a:close/>
                  <a:moveTo>
                    <a:pt x="2019544" y="1260982"/>
                  </a:moveTo>
                  <a:lnTo>
                    <a:pt x="2316948" y="2587367"/>
                  </a:lnTo>
                  <a:cubicBezTo>
                    <a:pt x="2311978" y="2589159"/>
                    <a:pt x="2307471" y="2591643"/>
                    <a:pt x="2303369" y="2594590"/>
                  </a:cubicBezTo>
                  <a:lnTo>
                    <a:pt x="1517129" y="1762356"/>
                  </a:lnTo>
                  <a:lnTo>
                    <a:pt x="1981928" y="1249830"/>
                  </a:lnTo>
                  <a:cubicBezTo>
                    <a:pt x="1992559" y="1257919"/>
                    <a:pt x="2005907" y="1262022"/>
                    <a:pt x="2019544" y="1260982"/>
                  </a:cubicBezTo>
                  <a:close/>
                  <a:moveTo>
                    <a:pt x="5421574" y="1826090"/>
                  </a:moveTo>
                  <a:cubicBezTo>
                    <a:pt x="5424348" y="1825107"/>
                    <a:pt x="5426948" y="1823836"/>
                    <a:pt x="5429433" y="1822449"/>
                  </a:cubicBezTo>
                  <a:lnTo>
                    <a:pt x="5491432" y="1906638"/>
                  </a:lnTo>
                  <a:lnTo>
                    <a:pt x="5255335" y="2624117"/>
                  </a:lnTo>
                  <a:lnTo>
                    <a:pt x="5399790" y="1829383"/>
                  </a:lnTo>
                  <a:cubicBezTo>
                    <a:pt x="5407013" y="1829788"/>
                    <a:pt x="5414409" y="1828748"/>
                    <a:pt x="5421574" y="1826090"/>
                  </a:cubicBezTo>
                  <a:close/>
                  <a:moveTo>
                    <a:pt x="5794961" y="1055567"/>
                  </a:moveTo>
                  <a:lnTo>
                    <a:pt x="5917922" y="2435805"/>
                  </a:lnTo>
                  <a:cubicBezTo>
                    <a:pt x="5915610" y="2436325"/>
                    <a:pt x="5913241" y="2436961"/>
                    <a:pt x="5910930" y="2437770"/>
                  </a:cubicBezTo>
                  <a:cubicBezTo>
                    <a:pt x="5908156" y="2438752"/>
                    <a:pt x="5905556" y="2440023"/>
                    <a:pt x="5903071" y="2441410"/>
                  </a:cubicBezTo>
                  <a:lnTo>
                    <a:pt x="5507265" y="1904038"/>
                  </a:lnTo>
                  <a:lnTo>
                    <a:pt x="5786756" y="1054527"/>
                  </a:lnTo>
                  <a:cubicBezTo>
                    <a:pt x="5789472" y="1055105"/>
                    <a:pt x="5792188" y="1055451"/>
                    <a:pt x="5794961" y="1055567"/>
                  </a:cubicBezTo>
                  <a:close/>
                  <a:moveTo>
                    <a:pt x="6972038" y="1497194"/>
                  </a:moveTo>
                  <a:lnTo>
                    <a:pt x="7080033" y="2398478"/>
                  </a:lnTo>
                  <a:cubicBezTo>
                    <a:pt x="7078241" y="2398940"/>
                    <a:pt x="7076451" y="2399461"/>
                    <a:pt x="7074659" y="2400154"/>
                  </a:cubicBezTo>
                  <a:cubicBezTo>
                    <a:pt x="7070210" y="2401772"/>
                    <a:pt x="7066107" y="2403967"/>
                    <a:pt x="7062351" y="2406510"/>
                  </a:cubicBezTo>
                  <a:lnTo>
                    <a:pt x="6570685" y="1855847"/>
                  </a:lnTo>
                  <a:lnTo>
                    <a:pt x="6938871" y="1485812"/>
                  </a:lnTo>
                  <a:cubicBezTo>
                    <a:pt x="6948348" y="1493034"/>
                    <a:pt x="6959962" y="1497079"/>
                    <a:pt x="6972038" y="1497194"/>
                  </a:cubicBezTo>
                  <a:close/>
                  <a:moveTo>
                    <a:pt x="8636159" y="2411132"/>
                  </a:moveTo>
                  <a:lnTo>
                    <a:pt x="8461080" y="2690393"/>
                  </a:lnTo>
                  <a:cubicBezTo>
                    <a:pt x="8448252" y="2684499"/>
                    <a:pt x="8433229" y="2683459"/>
                    <a:pt x="8418957" y="2688659"/>
                  </a:cubicBezTo>
                  <a:cubicBezTo>
                    <a:pt x="8416299" y="2689642"/>
                    <a:pt x="8413872" y="2690797"/>
                    <a:pt x="8411445" y="2692126"/>
                  </a:cubicBezTo>
                  <a:lnTo>
                    <a:pt x="7760820" y="1795407"/>
                  </a:lnTo>
                  <a:cubicBezTo>
                    <a:pt x="7761571" y="1794598"/>
                    <a:pt x="7762265" y="1793790"/>
                    <a:pt x="7762958" y="1792981"/>
                  </a:cubicBezTo>
                  <a:lnTo>
                    <a:pt x="8636159" y="2411132"/>
                  </a:lnTo>
                  <a:close/>
                  <a:moveTo>
                    <a:pt x="9112803" y="1721273"/>
                  </a:moveTo>
                  <a:lnTo>
                    <a:pt x="9206121" y="2428814"/>
                  </a:lnTo>
                  <a:lnTo>
                    <a:pt x="9254658" y="2796943"/>
                  </a:lnTo>
                  <a:cubicBezTo>
                    <a:pt x="9253098" y="2797347"/>
                    <a:pt x="9251537" y="2797810"/>
                    <a:pt x="9249977" y="2798387"/>
                  </a:cubicBezTo>
                  <a:cubicBezTo>
                    <a:pt x="9241368" y="2801508"/>
                    <a:pt x="9234029" y="2806592"/>
                    <a:pt x="9228251" y="2812891"/>
                  </a:cubicBezTo>
                  <a:lnTo>
                    <a:pt x="8655400" y="2407319"/>
                  </a:lnTo>
                  <a:lnTo>
                    <a:pt x="9088939" y="1715842"/>
                  </a:lnTo>
                  <a:cubicBezTo>
                    <a:pt x="9096335" y="1719366"/>
                    <a:pt x="9104483" y="1721215"/>
                    <a:pt x="9112803" y="1721273"/>
                  </a:cubicBezTo>
                  <a:close/>
                  <a:moveTo>
                    <a:pt x="9762966" y="893026"/>
                  </a:moveTo>
                  <a:lnTo>
                    <a:pt x="10729370" y="1273636"/>
                  </a:lnTo>
                  <a:lnTo>
                    <a:pt x="10585897" y="2011512"/>
                  </a:lnTo>
                  <a:cubicBezTo>
                    <a:pt x="10578501" y="2011050"/>
                    <a:pt x="10570873" y="2012032"/>
                    <a:pt x="10563478" y="2014748"/>
                  </a:cubicBezTo>
                  <a:cubicBezTo>
                    <a:pt x="10560877" y="2015672"/>
                    <a:pt x="10558451" y="2016886"/>
                    <a:pt x="10556082" y="2018099"/>
                  </a:cubicBezTo>
                  <a:lnTo>
                    <a:pt x="9754934" y="907414"/>
                  </a:lnTo>
                  <a:cubicBezTo>
                    <a:pt x="9758286" y="903022"/>
                    <a:pt x="9761001" y="898169"/>
                    <a:pt x="9762966" y="893026"/>
                  </a:cubicBezTo>
                  <a:close/>
                  <a:moveTo>
                    <a:pt x="10863655" y="755158"/>
                  </a:moveTo>
                  <a:cubicBezTo>
                    <a:pt x="10866024" y="754291"/>
                    <a:pt x="10868278" y="753251"/>
                    <a:pt x="10870474" y="752096"/>
                  </a:cubicBezTo>
                  <a:lnTo>
                    <a:pt x="11250332" y="1443746"/>
                  </a:lnTo>
                  <a:cubicBezTo>
                    <a:pt x="11244728" y="1447675"/>
                    <a:pt x="11240047" y="1452529"/>
                    <a:pt x="11236349" y="1458018"/>
                  </a:cubicBezTo>
                  <a:lnTo>
                    <a:pt x="10745607" y="1264738"/>
                  </a:lnTo>
                  <a:lnTo>
                    <a:pt x="10844067" y="758452"/>
                  </a:lnTo>
                  <a:cubicBezTo>
                    <a:pt x="10850538" y="758510"/>
                    <a:pt x="10857183" y="757469"/>
                    <a:pt x="10863655" y="755158"/>
                  </a:cubicBezTo>
                  <a:close/>
                  <a:moveTo>
                    <a:pt x="10599880" y="2014228"/>
                  </a:moveTo>
                  <a:lnTo>
                    <a:pt x="10742833" y="1278894"/>
                  </a:lnTo>
                  <a:lnTo>
                    <a:pt x="11229877" y="1470730"/>
                  </a:lnTo>
                  <a:cubicBezTo>
                    <a:pt x="11225833" y="1482345"/>
                    <a:pt x="11225601" y="1495403"/>
                    <a:pt x="11230109" y="1507884"/>
                  </a:cubicBezTo>
                  <a:cubicBezTo>
                    <a:pt x="11230802" y="1509733"/>
                    <a:pt x="11231553" y="1511524"/>
                    <a:pt x="11232420" y="1513258"/>
                  </a:cubicBezTo>
                  <a:lnTo>
                    <a:pt x="10619873" y="2026015"/>
                  </a:lnTo>
                  <a:cubicBezTo>
                    <a:pt x="10614095" y="2020757"/>
                    <a:pt x="10607276" y="2016712"/>
                    <a:pt x="10599880" y="2014228"/>
                  </a:cubicBezTo>
                  <a:close/>
                  <a:moveTo>
                    <a:pt x="10530311" y="2085762"/>
                  </a:moveTo>
                  <a:cubicBezTo>
                    <a:pt x="10530715" y="2086802"/>
                    <a:pt x="10531177" y="2087784"/>
                    <a:pt x="10531582" y="2088767"/>
                  </a:cubicBezTo>
                  <a:lnTo>
                    <a:pt x="10107809" y="2341621"/>
                  </a:lnTo>
                  <a:lnTo>
                    <a:pt x="9312498" y="2816126"/>
                  </a:lnTo>
                  <a:cubicBezTo>
                    <a:pt x="9306084" y="2807979"/>
                    <a:pt x="9297590" y="2801912"/>
                    <a:pt x="9288056" y="2798387"/>
                  </a:cubicBezTo>
                  <a:lnTo>
                    <a:pt x="9517508" y="1782926"/>
                  </a:lnTo>
                  <a:lnTo>
                    <a:pt x="10527480" y="2059182"/>
                  </a:lnTo>
                  <a:cubicBezTo>
                    <a:pt x="10526266" y="2067849"/>
                    <a:pt x="10527075" y="2076979"/>
                    <a:pt x="10530311" y="2085762"/>
                  </a:cubicBezTo>
                  <a:close/>
                  <a:moveTo>
                    <a:pt x="9220047" y="2824505"/>
                  </a:moveTo>
                  <a:cubicBezTo>
                    <a:pt x="9218081" y="2828203"/>
                    <a:pt x="9216522" y="2832074"/>
                    <a:pt x="9215424" y="2836119"/>
                  </a:cubicBezTo>
                  <a:lnTo>
                    <a:pt x="8493207" y="2740779"/>
                  </a:lnTo>
                  <a:cubicBezTo>
                    <a:pt x="8493207" y="2734423"/>
                    <a:pt x="8492224" y="2728009"/>
                    <a:pt x="8489913" y="2721653"/>
                  </a:cubicBezTo>
                  <a:cubicBezTo>
                    <a:pt x="8486388" y="2712003"/>
                    <a:pt x="8480437" y="2703972"/>
                    <a:pt x="8473041" y="2697904"/>
                  </a:cubicBezTo>
                  <a:lnTo>
                    <a:pt x="8647716" y="2419280"/>
                  </a:lnTo>
                  <a:lnTo>
                    <a:pt x="9220047" y="2824505"/>
                  </a:lnTo>
                  <a:close/>
                  <a:moveTo>
                    <a:pt x="5249846" y="3973326"/>
                  </a:moveTo>
                  <a:lnTo>
                    <a:pt x="5717302" y="2990859"/>
                  </a:lnTo>
                  <a:lnTo>
                    <a:pt x="6087454" y="3184487"/>
                  </a:lnTo>
                  <a:cubicBezTo>
                    <a:pt x="6082831" y="3196563"/>
                    <a:pt x="6082311" y="3210257"/>
                    <a:pt x="6087049" y="3223316"/>
                  </a:cubicBezTo>
                  <a:cubicBezTo>
                    <a:pt x="6088551" y="3227361"/>
                    <a:pt x="6090459" y="3231117"/>
                    <a:pt x="6092712" y="3234583"/>
                  </a:cubicBezTo>
                  <a:lnTo>
                    <a:pt x="5256144" y="3978007"/>
                  </a:lnTo>
                  <a:cubicBezTo>
                    <a:pt x="5254122" y="3976273"/>
                    <a:pt x="5252042" y="3974713"/>
                    <a:pt x="5249846" y="3973326"/>
                  </a:cubicBezTo>
                  <a:close/>
                  <a:moveTo>
                    <a:pt x="5236152" y="3006056"/>
                  </a:moveTo>
                  <a:lnTo>
                    <a:pt x="5238232" y="2779088"/>
                  </a:lnTo>
                  <a:cubicBezTo>
                    <a:pt x="5241814" y="2778568"/>
                    <a:pt x="5245397" y="2777644"/>
                    <a:pt x="5248922" y="2776372"/>
                  </a:cubicBezTo>
                  <a:cubicBezTo>
                    <a:pt x="5258976" y="2772732"/>
                    <a:pt x="5267238" y="2766434"/>
                    <a:pt x="5273421" y="2758633"/>
                  </a:cubicBezTo>
                  <a:lnTo>
                    <a:pt x="5704648" y="2984214"/>
                  </a:lnTo>
                  <a:lnTo>
                    <a:pt x="5236961" y="3967144"/>
                  </a:lnTo>
                  <a:cubicBezTo>
                    <a:pt x="5233840" y="3966162"/>
                    <a:pt x="5230662" y="3965353"/>
                    <a:pt x="5227427" y="3964890"/>
                  </a:cubicBezTo>
                  <a:lnTo>
                    <a:pt x="5236152" y="3006056"/>
                  </a:lnTo>
                  <a:close/>
                  <a:moveTo>
                    <a:pt x="1262080" y="5035937"/>
                  </a:moveTo>
                  <a:cubicBezTo>
                    <a:pt x="1257977" y="5024670"/>
                    <a:pt x="1250581" y="5015598"/>
                    <a:pt x="1241451" y="5009300"/>
                  </a:cubicBezTo>
                  <a:lnTo>
                    <a:pt x="1666438" y="4182208"/>
                  </a:lnTo>
                  <a:lnTo>
                    <a:pt x="2608458" y="5224769"/>
                  </a:lnTo>
                  <a:cubicBezTo>
                    <a:pt x="2603200" y="5230952"/>
                    <a:pt x="2599386" y="5238174"/>
                    <a:pt x="2597248" y="5245917"/>
                  </a:cubicBezTo>
                  <a:lnTo>
                    <a:pt x="1265373" y="5055583"/>
                  </a:lnTo>
                  <a:cubicBezTo>
                    <a:pt x="1265431" y="5049112"/>
                    <a:pt x="1264449" y="5042467"/>
                    <a:pt x="1262080" y="5035937"/>
                  </a:cubicBezTo>
                  <a:close/>
                  <a:moveTo>
                    <a:pt x="1075155" y="3530659"/>
                  </a:moveTo>
                  <a:cubicBezTo>
                    <a:pt x="1072555" y="3523493"/>
                    <a:pt x="1068568" y="3517138"/>
                    <a:pt x="1063656" y="3511880"/>
                  </a:cubicBezTo>
                  <a:lnTo>
                    <a:pt x="1534290" y="2945096"/>
                  </a:lnTo>
                  <a:cubicBezTo>
                    <a:pt x="1541802" y="2949834"/>
                    <a:pt x="1550412" y="2952781"/>
                    <a:pt x="1559368" y="2953474"/>
                  </a:cubicBezTo>
                  <a:lnTo>
                    <a:pt x="1569018" y="3528405"/>
                  </a:lnTo>
                  <a:lnTo>
                    <a:pt x="1077755" y="3541059"/>
                  </a:lnTo>
                  <a:cubicBezTo>
                    <a:pt x="1077293" y="3537592"/>
                    <a:pt x="1076426" y="3534125"/>
                    <a:pt x="1075155" y="3530659"/>
                  </a:cubicBezTo>
                  <a:close/>
                  <a:moveTo>
                    <a:pt x="1231628" y="1502510"/>
                  </a:moveTo>
                  <a:cubicBezTo>
                    <a:pt x="1236598" y="1500719"/>
                    <a:pt x="1241105" y="1498235"/>
                    <a:pt x="1245207" y="1495230"/>
                  </a:cubicBezTo>
                  <a:lnTo>
                    <a:pt x="1497715" y="1762529"/>
                  </a:lnTo>
                  <a:lnTo>
                    <a:pt x="1210596" y="2079175"/>
                  </a:lnTo>
                  <a:cubicBezTo>
                    <a:pt x="1203778" y="2074494"/>
                    <a:pt x="1195919" y="2071316"/>
                    <a:pt x="1187656" y="2070045"/>
                  </a:cubicBezTo>
                  <a:lnTo>
                    <a:pt x="1216952" y="1505688"/>
                  </a:lnTo>
                  <a:cubicBezTo>
                    <a:pt x="1221863" y="1505284"/>
                    <a:pt x="1226775" y="1504302"/>
                    <a:pt x="1231628" y="1502510"/>
                  </a:cubicBezTo>
                  <a:close/>
                  <a:moveTo>
                    <a:pt x="3110814" y="2903204"/>
                  </a:moveTo>
                  <a:lnTo>
                    <a:pt x="3143692" y="3571048"/>
                  </a:lnTo>
                  <a:cubicBezTo>
                    <a:pt x="3142999" y="3571279"/>
                    <a:pt x="3142248" y="3571453"/>
                    <a:pt x="3141554" y="3571684"/>
                  </a:cubicBezTo>
                  <a:cubicBezTo>
                    <a:pt x="3137683" y="3573128"/>
                    <a:pt x="3134043" y="3574920"/>
                    <a:pt x="3130691" y="3577057"/>
                  </a:cubicBezTo>
                  <a:lnTo>
                    <a:pt x="2723964" y="3091516"/>
                  </a:lnTo>
                  <a:lnTo>
                    <a:pt x="3068749" y="2882402"/>
                  </a:lnTo>
                  <a:cubicBezTo>
                    <a:pt x="3079034" y="2895230"/>
                    <a:pt x="3094462" y="2902857"/>
                    <a:pt x="3110814" y="2903204"/>
                  </a:cubicBezTo>
                  <a:close/>
                  <a:moveTo>
                    <a:pt x="7739094" y="1809795"/>
                  </a:moveTo>
                  <a:cubicBezTo>
                    <a:pt x="7742908" y="1808408"/>
                    <a:pt x="7746490" y="1806617"/>
                    <a:pt x="7749784" y="1804537"/>
                  </a:cubicBezTo>
                  <a:lnTo>
                    <a:pt x="8399831" y="2700447"/>
                  </a:lnTo>
                  <a:cubicBezTo>
                    <a:pt x="8393417" y="2706514"/>
                    <a:pt x="8388564" y="2714026"/>
                    <a:pt x="8385617" y="2722231"/>
                  </a:cubicBezTo>
                  <a:lnTo>
                    <a:pt x="7505193" y="2533284"/>
                  </a:lnTo>
                  <a:lnTo>
                    <a:pt x="7714710" y="1812800"/>
                  </a:lnTo>
                  <a:cubicBezTo>
                    <a:pt x="7722742" y="1813609"/>
                    <a:pt x="7731062" y="1812684"/>
                    <a:pt x="7739094" y="1809795"/>
                  </a:cubicBezTo>
                  <a:close/>
                  <a:moveTo>
                    <a:pt x="7227897" y="3435838"/>
                  </a:moveTo>
                  <a:cubicBezTo>
                    <a:pt x="7225239" y="3435434"/>
                    <a:pt x="7222581" y="3435261"/>
                    <a:pt x="7219865" y="3435203"/>
                  </a:cubicBezTo>
                  <a:lnTo>
                    <a:pt x="7153300" y="2885407"/>
                  </a:lnTo>
                  <a:lnTo>
                    <a:pt x="7107364" y="2505895"/>
                  </a:lnTo>
                  <a:cubicBezTo>
                    <a:pt x="7109155" y="2505433"/>
                    <a:pt x="7110888" y="2504913"/>
                    <a:pt x="7112621" y="2504277"/>
                  </a:cubicBezTo>
                  <a:cubicBezTo>
                    <a:pt x="7128801" y="2498383"/>
                    <a:pt x="7140588" y="2485729"/>
                    <a:pt x="7145904" y="2470706"/>
                  </a:cubicBezTo>
                  <a:lnTo>
                    <a:pt x="7487280" y="2543973"/>
                  </a:lnTo>
                  <a:lnTo>
                    <a:pt x="7227897" y="3435838"/>
                  </a:lnTo>
                  <a:close/>
                  <a:moveTo>
                    <a:pt x="5723427" y="2977974"/>
                  </a:moveTo>
                  <a:lnTo>
                    <a:pt x="5929305" y="2545244"/>
                  </a:lnTo>
                  <a:cubicBezTo>
                    <a:pt x="5935834" y="2545302"/>
                    <a:pt x="5942421" y="2544320"/>
                    <a:pt x="5948951" y="2541951"/>
                  </a:cubicBezTo>
                  <a:cubicBezTo>
                    <a:pt x="5952648" y="2540622"/>
                    <a:pt x="5956058" y="2538888"/>
                    <a:pt x="5959293" y="2536924"/>
                  </a:cubicBezTo>
                  <a:lnTo>
                    <a:pt x="6118425" y="3152995"/>
                  </a:lnTo>
                  <a:cubicBezTo>
                    <a:pt x="6108429" y="3157040"/>
                    <a:pt x="6100166" y="3163685"/>
                    <a:pt x="6094214" y="3171890"/>
                  </a:cubicBezTo>
                  <a:lnTo>
                    <a:pt x="5723427" y="2977974"/>
                  </a:lnTo>
                  <a:close/>
                  <a:moveTo>
                    <a:pt x="6132177" y="3149355"/>
                  </a:moveTo>
                  <a:lnTo>
                    <a:pt x="5971312" y="2526696"/>
                  </a:lnTo>
                  <a:cubicBezTo>
                    <a:pt x="5975125" y="2522421"/>
                    <a:pt x="5978188" y="2517625"/>
                    <a:pt x="5980499" y="2512482"/>
                  </a:cubicBezTo>
                  <a:lnTo>
                    <a:pt x="6489616" y="2918169"/>
                  </a:lnTo>
                  <a:lnTo>
                    <a:pt x="6177074" y="3163974"/>
                  </a:lnTo>
                  <a:cubicBezTo>
                    <a:pt x="6165170" y="3152822"/>
                    <a:pt x="6148760" y="3147275"/>
                    <a:pt x="6132177" y="3149355"/>
                  </a:cubicBezTo>
                  <a:close/>
                  <a:moveTo>
                    <a:pt x="5984775" y="2497690"/>
                  </a:moveTo>
                  <a:cubicBezTo>
                    <a:pt x="5985295" y="2494165"/>
                    <a:pt x="5985468" y="2490640"/>
                    <a:pt x="5985237" y="2487058"/>
                  </a:cubicBezTo>
                  <a:lnTo>
                    <a:pt x="7038834" y="2460767"/>
                  </a:lnTo>
                  <a:cubicBezTo>
                    <a:pt x="7039354" y="2464292"/>
                    <a:pt x="7040279" y="2467759"/>
                    <a:pt x="7041492" y="2471226"/>
                  </a:cubicBezTo>
                  <a:cubicBezTo>
                    <a:pt x="7042705" y="2474577"/>
                    <a:pt x="7044208" y="2477697"/>
                    <a:pt x="7045999" y="2480586"/>
                  </a:cubicBezTo>
                  <a:lnTo>
                    <a:pt x="6501057" y="2909155"/>
                  </a:lnTo>
                  <a:lnTo>
                    <a:pt x="5984775" y="2497690"/>
                  </a:lnTo>
                  <a:close/>
                  <a:moveTo>
                    <a:pt x="7054897" y="2491796"/>
                  </a:moveTo>
                  <a:cubicBezTo>
                    <a:pt x="7065067" y="2501735"/>
                    <a:pt x="7078819" y="2507513"/>
                    <a:pt x="7093149" y="2507628"/>
                  </a:cubicBezTo>
                  <a:lnTo>
                    <a:pt x="7140011" y="2894421"/>
                  </a:lnTo>
                  <a:lnTo>
                    <a:pt x="7205709" y="3436878"/>
                  </a:lnTo>
                  <a:cubicBezTo>
                    <a:pt x="7203917" y="3437341"/>
                    <a:pt x="7202184" y="3437860"/>
                    <a:pt x="7200451" y="3438496"/>
                  </a:cubicBezTo>
                  <a:cubicBezTo>
                    <a:pt x="7192881" y="3441270"/>
                    <a:pt x="7186351" y="3445488"/>
                    <a:pt x="7180920" y="3450746"/>
                  </a:cubicBezTo>
                  <a:lnTo>
                    <a:pt x="6512671" y="2918227"/>
                  </a:lnTo>
                  <a:lnTo>
                    <a:pt x="7054897" y="2491796"/>
                  </a:lnTo>
                  <a:close/>
                  <a:moveTo>
                    <a:pt x="5879670" y="2513175"/>
                  </a:moveTo>
                  <a:cubicBezTo>
                    <a:pt x="5886604" y="2528141"/>
                    <a:pt x="5899547" y="2538715"/>
                    <a:pt x="5914512" y="2543049"/>
                  </a:cubicBezTo>
                  <a:lnTo>
                    <a:pt x="5710773" y="2971329"/>
                  </a:lnTo>
                  <a:lnTo>
                    <a:pt x="5280702" y="2746383"/>
                  </a:lnTo>
                  <a:cubicBezTo>
                    <a:pt x="5284515" y="2737543"/>
                    <a:pt x="5286075" y="2727778"/>
                    <a:pt x="5284920" y="2717897"/>
                  </a:cubicBezTo>
                  <a:lnTo>
                    <a:pt x="5879670" y="2513175"/>
                  </a:lnTo>
                  <a:close/>
                  <a:moveTo>
                    <a:pt x="1591726" y="4027006"/>
                  </a:moveTo>
                  <a:lnTo>
                    <a:pt x="1583579" y="3542330"/>
                  </a:lnTo>
                  <a:lnTo>
                    <a:pt x="1941596" y="3533085"/>
                  </a:lnTo>
                  <a:cubicBezTo>
                    <a:pt x="1942174" y="3536552"/>
                    <a:pt x="1943040" y="3540077"/>
                    <a:pt x="1944254" y="3543486"/>
                  </a:cubicBezTo>
                  <a:cubicBezTo>
                    <a:pt x="1947258" y="3551749"/>
                    <a:pt x="1952054" y="3558799"/>
                    <a:pt x="1958006" y="3564519"/>
                  </a:cubicBezTo>
                  <a:lnTo>
                    <a:pt x="1612296" y="4033593"/>
                  </a:lnTo>
                  <a:cubicBezTo>
                    <a:pt x="1605998" y="4030068"/>
                    <a:pt x="1599006" y="4027815"/>
                    <a:pt x="1591726" y="4027006"/>
                  </a:cubicBezTo>
                  <a:close/>
                  <a:moveTo>
                    <a:pt x="1582885" y="2950412"/>
                  </a:moveTo>
                  <a:cubicBezTo>
                    <a:pt x="1585832" y="2949314"/>
                    <a:pt x="1588606" y="2947985"/>
                    <a:pt x="1591264" y="2946483"/>
                  </a:cubicBezTo>
                  <a:lnTo>
                    <a:pt x="1959393" y="3483277"/>
                  </a:lnTo>
                  <a:cubicBezTo>
                    <a:pt x="1949107" y="3492465"/>
                    <a:pt x="1942694" y="3505235"/>
                    <a:pt x="1941249" y="3518813"/>
                  </a:cubicBezTo>
                  <a:lnTo>
                    <a:pt x="1583290" y="3528058"/>
                  </a:lnTo>
                  <a:lnTo>
                    <a:pt x="1573640" y="2952839"/>
                  </a:lnTo>
                  <a:cubicBezTo>
                    <a:pt x="1576760" y="2952261"/>
                    <a:pt x="1579823" y="2951510"/>
                    <a:pt x="1582885" y="2950412"/>
                  </a:cubicBezTo>
                  <a:close/>
                  <a:moveTo>
                    <a:pt x="1602704" y="2937873"/>
                  </a:moveTo>
                  <a:cubicBezTo>
                    <a:pt x="1614145" y="2926606"/>
                    <a:pt x="1620328" y="2910773"/>
                    <a:pt x="1619172" y="2894537"/>
                  </a:cubicBezTo>
                  <a:lnTo>
                    <a:pt x="1889188" y="3355695"/>
                  </a:lnTo>
                  <a:lnTo>
                    <a:pt x="1602704" y="2937873"/>
                  </a:lnTo>
                  <a:close/>
                  <a:moveTo>
                    <a:pt x="3156116" y="3679043"/>
                  </a:moveTo>
                  <a:lnTo>
                    <a:pt x="3200839" y="4459793"/>
                  </a:lnTo>
                  <a:cubicBezTo>
                    <a:pt x="3197950" y="4460371"/>
                    <a:pt x="3195003" y="4461064"/>
                    <a:pt x="3192114" y="4462104"/>
                  </a:cubicBezTo>
                  <a:cubicBezTo>
                    <a:pt x="3184775" y="4464762"/>
                    <a:pt x="3178304" y="4468865"/>
                    <a:pt x="3172988" y="4473950"/>
                  </a:cubicBezTo>
                  <a:lnTo>
                    <a:pt x="2958039" y="4298870"/>
                  </a:lnTo>
                  <a:lnTo>
                    <a:pt x="3150915" y="3678407"/>
                  </a:lnTo>
                  <a:cubicBezTo>
                    <a:pt x="3152706" y="3678696"/>
                    <a:pt x="3154382" y="3678869"/>
                    <a:pt x="3156116" y="3679043"/>
                  </a:cubicBezTo>
                  <a:close/>
                  <a:moveTo>
                    <a:pt x="3108388" y="3642756"/>
                  </a:moveTo>
                  <a:cubicBezTo>
                    <a:pt x="3113646" y="3657259"/>
                    <a:pt x="3124335" y="3668180"/>
                    <a:pt x="3137336" y="3674131"/>
                  </a:cubicBezTo>
                  <a:lnTo>
                    <a:pt x="2946136" y="4289105"/>
                  </a:lnTo>
                  <a:lnTo>
                    <a:pt x="2043465" y="3553714"/>
                  </a:lnTo>
                  <a:cubicBezTo>
                    <a:pt x="2046759" y="3548340"/>
                    <a:pt x="2049128" y="3542504"/>
                    <a:pt x="2050515" y="3536321"/>
                  </a:cubicBezTo>
                  <a:lnTo>
                    <a:pt x="3105152" y="3626288"/>
                  </a:lnTo>
                  <a:cubicBezTo>
                    <a:pt x="3105383" y="3631777"/>
                    <a:pt x="3106423" y="3637324"/>
                    <a:pt x="3108388" y="3642756"/>
                  </a:cubicBezTo>
                  <a:close/>
                  <a:moveTo>
                    <a:pt x="2034451" y="3564750"/>
                  </a:moveTo>
                  <a:lnTo>
                    <a:pt x="2941571" y="4303782"/>
                  </a:lnTo>
                  <a:lnTo>
                    <a:pt x="2660924" y="5206394"/>
                  </a:lnTo>
                  <a:cubicBezTo>
                    <a:pt x="2653817" y="5205007"/>
                    <a:pt x="2646363" y="5205065"/>
                    <a:pt x="2638967" y="5206626"/>
                  </a:cubicBezTo>
                  <a:lnTo>
                    <a:pt x="2022433" y="3573359"/>
                  </a:lnTo>
                  <a:cubicBezTo>
                    <a:pt x="2026882" y="3570990"/>
                    <a:pt x="2030927" y="3568101"/>
                    <a:pt x="2034451" y="3564750"/>
                  </a:cubicBezTo>
                  <a:close/>
                  <a:moveTo>
                    <a:pt x="2678374" y="5212866"/>
                  </a:moveTo>
                  <a:cubicBezTo>
                    <a:pt x="2677103" y="5212115"/>
                    <a:pt x="2675832" y="5211479"/>
                    <a:pt x="2674502" y="5210843"/>
                  </a:cubicBezTo>
                  <a:lnTo>
                    <a:pt x="2953474" y="4313489"/>
                  </a:lnTo>
                  <a:lnTo>
                    <a:pt x="3163974" y="4484986"/>
                  </a:lnTo>
                  <a:cubicBezTo>
                    <a:pt x="3155364" y="4498911"/>
                    <a:pt x="3152937" y="4516535"/>
                    <a:pt x="3159005" y="4533119"/>
                  </a:cubicBezTo>
                  <a:cubicBezTo>
                    <a:pt x="3161951" y="4541208"/>
                    <a:pt x="3166632" y="4548142"/>
                    <a:pt x="3172410" y="4553804"/>
                  </a:cubicBezTo>
                  <a:lnTo>
                    <a:pt x="3034253" y="4738071"/>
                  </a:lnTo>
                  <a:lnTo>
                    <a:pt x="2678374" y="5212866"/>
                  </a:lnTo>
                  <a:close/>
                  <a:moveTo>
                    <a:pt x="3215111" y="4458926"/>
                  </a:moveTo>
                  <a:lnTo>
                    <a:pt x="3170734" y="3678234"/>
                  </a:lnTo>
                  <a:cubicBezTo>
                    <a:pt x="3173681" y="3677656"/>
                    <a:pt x="3176570" y="3676962"/>
                    <a:pt x="3179459" y="3675922"/>
                  </a:cubicBezTo>
                  <a:cubicBezTo>
                    <a:pt x="3192923" y="3671011"/>
                    <a:pt x="3203208" y="3661477"/>
                    <a:pt x="3209448" y="3649747"/>
                  </a:cubicBezTo>
                  <a:lnTo>
                    <a:pt x="3497260" y="3776868"/>
                  </a:lnTo>
                  <a:lnTo>
                    <a:pt x="3224818" y="4460487"/>
                  </a:lnTo>
                  <a:cubicBezTo>
                    <a:pt x="3221698" y="4459678"/>
                    <a:pt x="3218404" y="4459157"/>
                    <a:pt x="3215111" y="4458926"/>
                  </a:cubicBezTo>
                  <a:close/>
                  <a:moveTo>
                    <a:pt x="3214475" y="3636342"/>
                  </a:moveTo>
                  <a:cubicBezTo>
                    <a:pt x="3216844" y="3626230"/>
                    <a:pt x="3216382" y="3615367"/>
                    <a:pt x="3212568" y="3604851"/>
                  </a:cubicBezTo>
                  <a:cubicBezTo>
                    <a:pt x="3210430" y="3599015"/>
                    <a:pt x="3207426" y="3593814"/>
                    <a:pt x="3203786" y="3589249"/>
                  </a:cubicBezTo>
                  <a:lnTo>
                    <a:pt x="3818066" y="2952550"/>
                  </a:lnTo>
                  <a:cubicBezTo>
                    <a:pt x="3820030" y="2953994"/>
                    <a:pt x="3822053" y="2955266"/>
                    <a:pt x="3824133" y="2956421"/>
                  </a:cubicBezTo>
                  <a:lnTo>
                    <a:pt x="3502576" y="3763520"/>
                  </a:lnTo>
                  <a:lnTo>
                    <a:pt x="3214475" y="3636342"/>
                  </a:lnTo>
                  <a:close/>
                  <a:moveTo>
                    <a:pt x="3798940" y="2927010"/>
                  </a:moveTo>
                  <a:cubicBezTo>
                    <a:pt x="3801020" y="2932788"/>
                    <a:pt x="3804025" y="2937931"/>
                    <a:pt x="3807608" y="2942496"/>
                  </a:cubicBezTo>
                  <a:lnTo>
                    <a:pt x="3191074" y="3577635"/>
                  </a:lnTo>
                  <a:cubicBezTo>
                    <a:pt x="3188473" y="3575902"/>
                    <a:pt x="3185700" y="3574399"/>
                    <a:pt x="3182811" y="3573128"/>
                  </a:cubicBezTo>
                  <a:lnTo>
                    <a:pt x="3388572" y="2873735"/>
                  </a:lnTo>
                  <a:lnTo>
                    <a:pt x="3795647" y="2910253"/>
                  </a:lnTo>
                  <a:cubicBezTo>
                    <a:pt x="3795878" y="2915858"/>
                    <a:pt x="3796918" y="2921463"/>
                    <a:pt x="3798940" y="2927010"/>
                  </a:cubicBezTo>
                  <a:close/>
                  <a:moveTo>
                    <a:pt x="3119770" y="3586302"/>
                  </a:moveTo>
                  <a:cubicBezTo>
                    <a:pt x="3113126" y="3593583"/>
                    <a:pt x="3108503" y="3602482"/>
                    <a:pt x="3106423" y="3612073"/>
                  </a:cubicBezTo>
                  <a:lnTo>
                    <a:pt x="2051786" y="3522165"/>
                  </a:lnTo>
                  <a:cubicBezTo>
                    <a:pt x="2051555" y="3516675"/>
                    <a:pt x="2050457" y="3511071"/>
                    <a:pt x="2048492" y="3505639"/>
                  </a:cubicBezTo>
                  <a:cubicBezTo>
                    <a:pt x="2048088" y="3504483"/>
                    <a:pt x="2047568" y="3503328"/>
                    <a:pt x="2047048" y="3502230"/>
                  </a:cubicBezTo>
                  <a:lnTo>
                    <a:pt x="2711656" y="3099142"/>
                  </a:lnTo>
                  <a:lnTo>
                    <a:pt x="3119770" y="3586302"/>
                  </a:lnTo>
                  <a:close/>
                  <a:moveTo>
                    <a:pt x="2039652" y="3489922"/>
                  </a:moveTo>
                  <a:cubicBezTo>
                    <a:pt x="2034971" y="3484029"/>
                    <a:pt x="2029193" y="3479290"/>
                    <a:pt x="2022722" y="3475823"/>
                  </a:cubicBezTo>
                  <a:lnTo>
                    <a:pt x="2322957" y="2693282"/>
                  </a:lnTo>
                  <a:cubicBezTo>
                    <a:pt x="2333242" y="2695767"/>
                    <a:pt x="2344278" y="2695362"/>
                    <a:pt x="2354968" y="2691491"/>
                  </a:cubicBezTo>
                  <a:cubicBezTo>
                    <a:pt x="2358840" y="2690104"/>
                    <a:pt x="2362480" y="2688255"/>
                    <a:pt x="2365831" y="2686117"/>
                  </a:cubicBezTo>
                  <a:lnTo>
                    <a:pt x="2702469" y="3087991"/>
                  </a:lnTo>
                  <a:lnTo>
                    <a:pt x="2039652" y="3489922"/>
                  </a:lnTo>
                  <a:close/>
                  <a:moveTo>
                    <a:pt x="2288577" y="2610654"/>
                  </a:moveTo>
                  <a:lnTo>
                    <a:pt x="1231686" y="2142388"/>
                  </a:lnTo>
                  <a:cubicBezTo>
                    <a:pt x="1235558" y="2130890"/>
                    <a:pt x="1235673" y="2118120"/>
                    <a:pt x="1231224" y="2105870"/>
                  </a:cubicBezTo>
                  <a:cubicBezTo>
                    <a:pt x="1228855" y="2099398"/>
                    <a:pt x="1225388" y="2093678"/>
                    <a:pt x="1221170" y="2088767"/>
                  </a:cubicBezTo>
                  <a:lnTo>
                    <a:pt x="1507537" y="1772988"/>
                  </a:lnTo>
                  <a:lnTo>
                    <a:pt x="2293026" y="2604413"/>
                  </a:lnTo>
                  <a:cubicBezTo>
                    <a:pt x="2291408" y="2606378"/>
                    <a:pt x="2289906" y="2608458"/>
                    <a:pt x="2288577" y="2610654"/>
                  </a:cubicBezTo>
                  <a:close/>
                  <a:moveTo>
                    <a:pt x="1225446" y="2155216"/>
                  </a:moveTo>
                  <a:lnTo>
                    <a:pt x="2282856" y="2623712"/>
                  </a:lnTo>
                  <a:cubicBezTo>
                    <a:pt x="2279563" y="2634691"/>
                    <a:pt x="2279620" y="2646767"/>
                    <a:pt x="2283839" y="2658382"/>
                  </a:cubicBezTo>
                  <a:cubicBezTo>
                    <a:pt x="2288692" y="2671671"/>
                    <a:pt x="2298053" y="2681899"/>
                    <a:pt x="2309609" y="2688139"/>
                  </a:cubicBezTo>
                  <a:lnTo>
                    <a:pt x="2009374" y="3470681"/>
                  </a:lnTo>
                  <a:cubicBezTo>
                    <a:pt x="1999147" y="3468196"/>
                    <a:pt x="1988052" y="3468601"/>
                    <a:pt x="1977363" y="3472472"/>
                  </a:cubicBezTo>
                  <a:cubicBezTo>
                    <a:pt x="1976438" y="3472819"/>
                    <a:pt x="1975629" y="3473223"/>
                    <a:pt x="1974763" y="3473570"/>
                  </a:cubicBezTo>
                  <a:lnTo>
                    <a:pt x="1211405" y="2169835"/>
                  </a:lnTo>
                  <a:cubicBezTo>
                    <a:pt x="1217010" y="2165848"/>
                    <a:pt x="1221748" y="2160821"/>
                    <a:pt x="1225446" y="2155216"/>
                  </a:cubicBezTo>
                  <a:close/>
                  <a:moveTo>
                    <a:pt x="1594326" y="2852009"/>
                  </a:moveTo>
                  <a:cubicBezTo>
                    <a:pt x="1580978" y="2843284"/>
                    <a:pt x="1564106" y="2840395"/>
                    <a:pt x="1547869" y="2845306"/>
                  </a:cubicBezTo>
                  <a:lnTo>
                    <a:pt x="1285770" y="2325095"/>
                  </a:lnTo>
                  <a:lnTo>
                    <a:pt x="1594326" y="2852009"/>
                  </a:lnTo>
                  <a:close/>
                  <a:moveTo>
                    <a:pt x="1078159" y="3555331"/>
                  </a:moveTo>
                  <a:lnTo>
                    <a:pt x="1569306" y="3542677"/>
                  </a:lnTo>
                  <a:lnTo>
                    <a:pt x="1577454" y="4027179"/>
                  </a:lnTo>
                  <a:cubicBezTo>
                    <a:pt x="1573813" y="4027699"/>
                    <a:pt x="1570173" y="4028624"/>
                    <a:pt x="1566533" y="4029953"/>
                  </a:cubicBezTo>
                  <a:cubicBezTo>
                    <a:pt x="1560524" y="4032149"/>
                    <a:pt x="1555208" y="4035269"/>
                    <a:pt x="1550527" y="4039082"/>
                  </a:cubicBezTo>
                  <a:lnTo>
                    <a:pt x="1067874" y="3582258"/>
                  </a:lnTo>
                  <a:cubicBezTo>
                    <a:pt x="1073595" y="3574399"/>
                    <a:pt x="1077119" y="3565097"/>
                    <a:pt x="1078159" y="3555331"/>
                  </a:cubicBezTo>
                  <a:close/>
                  <a:moveTo>
                    <a:pt x="1637605" y="4063062"/>
                  </a:moveTo>
                  <a:cubicBezTo>
                    <a:pt x="1634600" y="4054799"/>
                    <a:pt x="1629804" y="4047750"/>
                    <a:pt x="1623853" y="4042029"/>
                  </a:cubicBezTo>
                  <a:lnTo>
                    <a:pt x="1949454" y="3600170"/>
                  </a:lnTo>
                  <a:lnTo>
                    <a:pt x="1663202" y="4157304"/>
                  </a:lnTo>
                  <a:lnTo>
                    <a:pt x="1627666" y="4117955"/>
                  </a:lnTo>
                  <a:cubicBezTo>
                    <a:pt x="1640147" y="4103336"/>
                    <a:pt x="1644654" y="4082477"/>
                    <a:pt x="1637605" y="4063062"/>
                  </a:cubicBezTo>
                  <a:close/>
                  <a:moveTo>
                    <a:pt x="1977594" y="3576653"/>
                  </a:moveTo>
                  <a:cubicBezTo>
                    <a:pt x="1987475" y="3580235"/>
                    <a:pt x="1998338" y="3580987"/>
                    <a:pt x="2009085" y="3578444"/>
                  </a:cubicBezTo>
                  <a:lnTo>
                    <a:pt x="2624290" y="5208070"/>
                  </a:lnTo>
                  <a:lnTo>
                    <a:pt x="2622614" y="5212981"/>
                  </a:lnTo>
                  <a:cubicBezTo>
                    <a:pt x="2621401" y="5213675"/>
                    <a:pt x="2620245" y="5214484"/>
                    <a:pt x="2619090" y="5215235"/>
                  </a:cubicBezTo>
                  <a:lnTo>
                    <a:pt x="1673429" y="4168687"/>
                  </a:lnTo>
                  <a:lnTo>
                    <a:pt x="1977594" y="3576653"/>
                  </a:lnTo>
                  <a:close/>
                  <a:moveTo>
                    <a:pt x="3260296" y="4488684"/>
                  </a:moveTo>
                  <a:cubicBezTo>
                    <a:pt x="3255154" y="4478803"/>
                    <a:pt x="3247353" y="4470945"/>
                    <a:pt x="3238108" y="4465802"/>
                  </a:cubicBezTo>
                  <a:lnTo>
                    <a:pt x="3510319" y="3782588"/>
                  </a:lnTo>
                  <a:lnTo>
                    <a:pt x="4239470" y="4104665"/>
                  </a:lnTo>
                  <a:cubicBezTo>
                    <a:pt x="4236870" y="4113506"/>
                    <a:pt x="4236408" y="4122982"/>
                    <a:pt x="4238545" y="4132400"/>
                  </a:cubicBezTo>
                  <a:lnTo>
                    <a:pt x="3260296" y="4488684"/>
                  </a:lnTo>
                  <a:close/>
                  <a:moveTo>
                    <a:pt x="4245191" y="4091606"/>
                  </a:moveTo>
                  <a:lnTo>
                    <a:pt x="3515577" y="3769298"/>
                  </a:lnTo>
                  <a:lnTo>
                    <a:pt x="3837307" y="2961737"/>
                  </a:lnTo>
                  <a:cubicBezTo>
                    <a:pt x="3845570" y="2963875"/>
                    <a:pt x="3854411" y="2964048"/>
                    <a:pt x="3863136" y="2962084"/>
                  </a:cubicBezTo>
                  <a:lnTo>
                    <a:pt x="4267032" y="4071151"/>
                  </a:lnTo>
                  <a:cubicBezTo>
                    <a:pt x="4257787" y="4075947"/>
                    <a:pt x="4250333" y="4083112"/>
                    <a:pt x="4245191" y="4091606"/>
                  </a:cubicBezTo>
                  <a:close/>
                  <a:moveTo>
                    <a:pt x="6191172" y="3185353"/>
                  </a:moveTo>
                  <a:cubicBezTo>
                    <a:pt x="6189843" y="3181655"/>
                    <a:pt x="6188110" y="3178189"/>
                    <a:pt x="6186145" y="3175010"/>
                  </a:cubicBezTo>
                  <a:lnTo>
                    <a:pt x="6501057" y="2927357"/>
                  </a:lnTo>
                  <a:lnTo>
                    <a:pt x="7171964" y="3461956"/>
                  </a:lnTo>
                  <a:cubicBezTo>
                    <a:pt x="7170461" y="3464383"/>
                    <a:pt x="7169248" y="3466983"/>
                    <a:pt x="7168151" y="3469641"/>
                  </a:cubicBezTo>
                  <a:lnTo>
                    <a:pt x="6194119" y="3210604"/>
                  </a:lnTo>
                  <a:cubicBezTo>
                    <a:pt x="6195044" y="3202341"/>
                    <a:pt x="6194235" y="3193732"/>
                    <a:pt x="6191172" y="3185353"/>
                  </a:cubicBezTo>
                  <a:close/>
                  <a:moveTo>
                    <a:pt x="7241591" y="3439883"/>
                  </a:moveTo>
                  <a:lnTo>
                    <a:pt x="7501263" y="2547036"/>
                  </a:lnTo>
                  <a:lnTo>
                    <a:pt x="8382728" y="2736156"/>
                  </a:lnTo>
                  <a:cubicBezTo>
                    <a:pt x="8382092" y="2743899"/>
                    <a:pt x="8383017" y="2751931"/>
                    <a:pt x="8385848" y="2759673"/>
                  </a:cubicBezTo>
                  <a:cubicBezTo>
                    <a:pt x="8386310" y="2760945"/>
                    <a:pt x="8386888" y="2762158"/>
                    <a:pt x="8387408" y="2763429"/>
                  </a:cubicBezTo>
                  <a:lnTo>
                    <a:pt x="7262450" y="3455773"/>
                  </a:lnTo>
                  <a:cubicBezTo>
                    <a:pt x="7256788" y="3448781"/>
                    <a:pt x="7249623" y="3443408"/>
                    <a:pt x="7241591" y="3439883"/>
                  </a:cubicBezTo>
                  <a:close/>
                  <a:moveTo>
                    <a:pt x="7700785" y="1809622"/>
                  </a:moveTo>
                  <a:lnTo>
                    <a:pt x="7491209" y="2530279"/>
                  </a:lnTo>
                  <a:lnTo>
                    <a:pt x="7148793" y="2456780"/>
                  </a:lnTo>
                  <a:cubicBezTo>
                    <a:pt x="7149429" y="2449037"/>
                    <a:pt x="7148505" y="2441063"/>
                    <a:pt x="7145673" y="2433263"/>
                  </a:cubicBezTo>
                  <a:cubicBezTo>
                    <a:pt x="7143362" y="2426849"/>
                    <a:pt x="7139895" y="2421186"/>
                    <a:pt x="7135734" y="2416333"/>
                  </a:cubicBezTo>
                  <a:lnTo>
                    <a:pt x="7690037" y="1804190"/>
                  </a:lnTo>
                  <a:cubicBezTo>
                    <a:pt x="7693446" y="1806386"/>
                    <a:pt x="7697029" y="1808177"/>
                    <a:pt x="7700785" y="1809622"/>
                  </a:cubicBezTo>
                  <a:close/>
                  <a:moveTo>
                    <a:pt x="7051720" y="2415986"/>
                  </a:moveTo>
                  <a:cubicBezTo>
                    <a:pt x="7044323" y="2424538"/>
                    <a:pt x="7039758" y="2435170"/>
                    <a:pt x="7038545" y="2446437"/>
                  </a:cubicBezTo>
                  <a:lnTo>
                    <a:pt x="6337707" y="2463945"/>
                  </a:lnTo>
                  <a:lnTo>
                    <a:pt x="5982579" y="2472786"/>
                  </a:lnTo>
                  <a:cubicBezTo>
                    <a:pt x="5982348" y="2472150"/>
                    <a:pt x="5982233" y="2471515"/>
                    <a:pt x="5982002" y="2470879"/>
                  </a:cubicBezTo>
                  <a:cubicBezTo>
                    <a:pt x="5979979" y="2465332"/>
                    <a:pt x="5977148" y="2460363"/>
                    <a:pt x="5973739" y="2455913"/>
                  </a:cubicBezTo>
                  <a:lnTo>
                    <a:pt x="6560631" y="1866017"/>
                  </a:lnTo>
                  <a:lnTo>
                    <a:pt x="7051720" y="2415986"/>
                  </a:lnTo>
                  <a:close/>
                  <a:moveTo>
                    <a:pt x="5891573" y="2449846"/>
                  </a:moveTo>
                  <a:cubicBezTo>
                    <a:pt x="5878399" y="2462443"/>
                    <a:pt x="5872100" y="2481106"/>
                    <a:pt x="5875394" y="2499539"/>
                  </a:cubicBezTo>
                  <a:lnTo>
                    <a:pt x="5281395" y="2703972"/>
                  </a:lnTo>
                  <a:cubicBezTo>
                    <a:pt x="5276079" y="2690451"/>
                    <a:pt x="5266025" y="2680165"/>
                    <a:pt x="5253833" y="2674329"/>
                  </a:cubicBezTo>
                  <a:lnTo>
                    <a:pt x="5501775" y="1920679"/>
                  </a:lnTo>
                  <a:lnTo>
                    <a:pt x="5891573" y="2449846"/>
                  </a:lnTo>
                  <a:close/>
                  <a:moveTo>
                    <a:pt x="5174729" y="2728876"/>
                  </a:moveTo>
                  <a:lnTo>
                    <a:pt x="4242475" y="2849987"/>
                  </a:lnTo>
                  <a:lnTo>
                    <a:pt x="3904623" y="2893901"/>
                  </a:lnTo>
                  <a:cubicBezTo>
                    <a:pt x="3904219" y="2892283"/>
                    <a:pt x="3903699" y="2890665"/>
                    <a:pt x="3903121" y="2889105"/>
                  </a:cubicBezTo>
                  <a:cubicBezTo>
                    <a:pt x="3892720" y="2860561"/>
                    <a:pt x="3861345" y="2845769"/>
                    <a:pt x="3832800" y="2855765"/>
                  </a:cubicBezTo>
                  <a:lnTo>
                    <a:pt x="3579889" y="2351848"/>
                  </a:lnTo>
                  <a:cubicBezTo>
                    <a:pt x="3590521" y="2345954"/>
                    <a:pt x="3598610" y="2336883"/>
                    <a:pt x="3603348" y="2326308"/>
                  </a:cubicBezTo>
                  <a:lnTo>
                    <a:pt x="5174556" y="2721768"/>
                  </a:lnTo>
                  <a:cubicBezTo>
                    <a:pt x="5174441" y="2724080"/>
                    <a:pt x="5174498" y="2726506"/>
                    <a:pt x="5174729" y="2728876"/>
                  </a:cubicBezTo>
                  <a:close/>
                  <a:moveTo>
                    <a:pt x="3566599" y="2357222"/>
                  </a:moveTo>
                  <a:lnTo>
                    <a:pt x="3820030" y="2862179"/>
                  </a:lnTo>
                  <a:cubicBezTo>
                    <a:pt x="3808127" y="2870210"/>
                    <a:pt x="3800038" y="2882402"/>
                    <a:pt x="3796975" y="2896039"/>
                  </a:cubicBezTo>
                  <a:lnTo>
                    <a:pt x="3392675" y="2859752"/>
                  </a:lnTo>
                  <a:lnTo>
                    <a:pt x="3540481" y="2357511"/>
                  </a:lnTo>
                  <a:cubicBezTo>
                    <a:pt x="3548860" y="2359417"/>
                    <a:pt x="3557816" y="2359475"/>
                    <a:pt x="3566599" y="2357222"/>
                  </a:cubicBezTo>
                  <a:close/>
                  <a:moveTo>
                    <a:pt x="3169174" y="3569084"/>
                  </a:moveTo>
                  <a:cubicBezTo>
                    <a:pt x="3165476" y="3568506"/>
                    <a:pt x="3161662" y="3568275"/>
                    <a:pt x="3157849" y="3568448"/>
                  </a:cubicBezTo>
                  <a:lnTo>
                    <a:pt x="3125029" y="2901701"/>
                  </a:lnTo>
                  <a:cubicBezTo>
                    <a:pt x="3127051" y="2901239"/>
                    <a:pt x="3129016" y="2900661"/>
                    <a:pt x="3131038" y="2899910"/>
                  </a:cubicBezTo>
                  <a:cubicBezTo>
                    <a:pt x="3151551" y="2892456"/>
                    <a:pt x="3164898" y="2874140"/>
                    <a:pt x="3167094" y="2853858"/>
                  </a:cubicBezTo>
                  <a:lnTo>
                    <a:pt x="3374127" y="2872406"/>
                  </a:lnTo>
                  <a:lnTo>
                    <a:pt x="3169174" y="3569084"/>
                  </a:lnTo>
                  <a:close/>
                  <a:moveTo>
                    <a:pt x="3059966" y="2866801"/>
                  </a:moveTo>
                  <a:cubicBezTo>
                    <a:pt x="3060371" y="2867957"/>
                    <a:pt x="3060891" y="2869055"/>
                    <a:pt x="3061411" y="2870210"/>
                  </a:cubicBezTo>
                  <a:lnTo>
                    <a:pt x="2714719" y="3080479"/>
                  </a:lnTo>
                  <a:lnTo>
                    <a:pt x="2376694" y="2676930"/>
                  </a:lnTo>
                  <a:cubicBezTo>
                    <a:pt x="2381143" y="2672076"/>
                    <a:pt x="2384668" y="2666529"/>
                    <a:pt x="2387153" y="2660520"/>
                  </a:cubicBezTo>
                  <a:lnTo>
                    <a:pt x="3057193" y="2840453"/>
                  </a:lnTo>
                  <a:cubicBezTo>
                    <a:pt x="3055979" y="2849062"/>
                    <a:pt x="3056788" y="2858076"/>
                    <a:pt x="3059966" y="2866801"/>
                  </a:cubicBezTo>
                  <a:close/>
                  <a:moveTo>
                    <a:pt x="1507306" y="1751955"/>
                  </a:moveTo>
                  <a:lnTo>
                    <a:pt x="1255550" y="1485465"/>
                  </a:lnTo>
                  <a:cubicBezTo>
                    <a:pt x="1265489" y="1473273"/>
                    <a:pt x="1269996" y="1457152"/>
                    <a:pt x="1267222" y="1441088"/>
                  </a:cubicBezTo>
                  <a:lnTo>
                    <a:pt x="1964131" y="1226544"/>
                  </a:lnTo>
                  <a:cubicBezTo>
                    <a:pt x="1966095" y="1231397"/>
                    <a:pt x="1968638" y="1235847"/>
                    <a:pt x="1971700" y="1239776"/>
                  </a:cubicBezTo>
                  <a:lnTo>
                    <a:pt x="1507306" y="1751955"/>
                  </a:lnTo>
                  <a:close/>
                  <a:moveTo>
                    <a:pt x="1263062" y="1427509"/>
                  </a:moveTo>
                  <a:cubicBezTo>
                    <a:pt x="1251216" y="1401450"/>
                    <a:pt x="1221112" y="1388449"/>
                    <a:pt x="1193723" y="1398387"/>
                  </a:cubicBezTo>
                  <a:cubicBezTo>
                    <a:pt x="1174193" y="1405495"/>
                    <a:pt x="1161134" y="1422425"/>
                    <a:pt x="1158014" y="1441608"/>
                  </a:cubicBezTo>
                  <a:lnTo>
                    <a:pt x="337105" y="1415549"/>
                  </a:lnTo>
                  <a:lnTo>
                    <a:pt x="1935182" y="1220592"/>
                  </a:lnTo>
                  <a:lnTo>
                    <a:pt x="1263062" y="1427509"/>
                  </a:lnTo>
                  <a:close/>
                  <a:moveTo>
                    <a:pt x="298565" y="1428550"/>
                  </a:moveTo>
                  <a:lnTo>
                    <a:pt x="1157552" y="1455823"/>
                  </a:lnTo>
                  <a:cubicBezTo>
                    <a:pt x="1158014" y="1460387"/>
                    <a:pt x="1158939" y="1464894"/>
                    <a:pt x="1160557" y="1469401"/>
                  </a:cubicBezTo>
                  <a:cubicBezTo>
                    <a:pt x="1163619" y="1477838"/>
                    <a:pt x="1168530" y="1485003"/>
                    <a:pt x="1174655" y="1490723"/>
                  </a:cubicBezTo>
                  <a:lnTo>
                    <a:pt x="883319" y="1892828"/>
                  </a:lnTo>
                  <a:lnTo>
                    <a:pt x="292035" y="1447098"/>
                  </a:lnTo>
                  <a:cubicBezTo>
                    <a:pt x="295271" y="1441377"/>
                    <a:pt x="297525" y="1435079"/>
                    <a:pt x="298565" y="1428550"/>
                  </a:cubicBezTo>
                  <a:close/>
                  <a:moveTo>
                    <a:pt x="1186212" y="1499101"/>
                  </a:moveTo>
                  <a:cubicBezTo>
                    <a:pt x="1191354" y="1501875"/>
                    <a:pt x="1196901" y="1503840"/>
                    <a:pt x="1202680" y="1504937"/>
                  </a:cubicBezTo>
                  <a:lnTo>
                    <a:pt x="1173384" y="2069756"/>
                  </a:lnTo>
                  <a:cubicBezTo>
                    <a:pt x="1168993" y="2070219"/>
                    <a:pt x="1164543" y="2071143"/>
                    <a:pt x="1160210" y="2072761"/>
                  </a:cubicBezTo>
                  <a:cubicBezTo>
                    <a:pt x="1152178" y="2075708"/>
                    <a:pt x="1145244" y="2080330"/>
                    <a:pt x="1139639" y="2086109"/>
                  </a:cubicBezTo>
                  <a:lnTo>
                    <a:pt x="894759" y="1901495"/>
                  </a:lnTo>
                  <a:lnTo>
                    <a:pt x="1186212" y="1499101"/>
                  </a:lnTo>
                  <a:close/>
                  <a:moveTo>
                    <a:pt x="1131030" y="2097434"/>
                  </a:moveTo>
                  <a:cubicBezTo>
                    <a:pt x="1123287" y="2111071"/>
                    <a:pt x="1121323" y="2127885"/>
                    <a:pt x="1127101" y="2143775"/>
                  </a:cubicBezTo>
                  <a:cubicBezTo>
                    <a:pt x="1128199" y="2146780"/>
                    <a:pt x="1129585" y="2149611"/>
                    <a:pt x="1131088" y="2152269"/>
                  </a:cubicBezTo>
                  <a:lnTo>
                    <a:pt x="209812" y="2850333"/>
                  </a:lnTo>
                  <a:cubicBezTo>
                    <a:pt x="209349" y="2849871"/>
                    <a:pt x="208829" y="2849351"/>
                    <a:pt x="208367" y="2848889"/>
                  </a:cubicBezTo>
                  <a:lnTo>
                    <a:pt x="886381" y="1912994"/>
                  </a:lnTo>
                  <a:lnTo>
                    <a:pt x="1131030" y="2097434"/>
                  </a:lnTo>
                  <a:close/>
                  <a:moveTo>
                    <a:pt x="222408" y="2870268"/>
                  </a:moveTo>
                  <a:cubicBezTo>
                    <a:pt x="221310" y="2867263"/>
                    <a:pt x="219923" y="2864432"/>
                    <a:pt x="218421" y="2861774"/>
                  </a:cubicBezTo>
                  <a:lnTo>
                    <a:pt x="1139697" y="2163710"/>
                  </a:lnTo>
                  <a:cubicBezTo>
                    <a:pt x="1146978" y="2171106"/>
                    <a:pt x="1156107" y="2176306"/>
                    <a:pt x="1166104" y="2178733"/>
                  </a:cubicBezTo>
                  <a:lnTo>
                    <a:pt x="1088387" y="2888123"/>
                  </a:lnTo>
                  <a:lnTo>
                    <a:pt x="225355" y="2882460"/>
                  </a:lnTo>
                  <a:cubicBezTo>
                    <a:pt x="224835" y="2878358"/>
                    <a:pt x="223910" y="2874255"/>
                    <a:pt x="222408" y="2870268"/>
                  </a:cubicBezTo>
                  <a:close/>
                  <a:moveTo>
                    <a:pt x="1180260" y="2180178"/>
                  </a:moveTo>
                  <a:cubicBezTo>
                    <a:pt x="1185345" y="2180062"/>
                    <a:pt x="1190488" y="2179253"/>
                    <a:pt x="1195515" y="2177693"/>
                  </a:cubicBezTo>
                  <a:lnTo>
                    <a:pt x="1534810" y="2851142"/>
                  </a:lnTo>
                  <a:cubicBezTo>
                    <a:pt x="1520538" y="2859925"/>
                    <a:pt x="1511236" y="2874660"/>
                    <a:pt x="1509040" y="2890838"/>
                  </a:cubicBezTo>
                  <a:lnTo>
                    <a:pt x="1102717" y="2888181"/>
                  </a:lnTo>
                  <a:lnTo>
                    <a:pt x="1180260" y="2180178"/>
                  </a:lnTo>
                  <a:close/>
                  <a:moveTo>
                    <a:pt x="1508982" y="2905053"/>
                  </a:moveTo>
                  <a:cubicBezTo>
                    <a:pt x="1509502" y="2909155"/>
                    <a:pt x="1510426" y="2913200"/>
                    <a:pt x="1511871" y="2917245"/>
                  </a:cubicBezTo>
                  <a:cubicBezTo>
                    <a:pt x="1514471" y="2924410"/>
                    <a:pt x="1518458" y="2930766"/>
                    <a:pt x="1523312" y="2936024"/>
                  </a:cubicBezTo>
                  <a:lnTo>
                    <a:pt x="1052678" y="3502808"/>
                  </a:lnTo>
                  <a:cubicBezTo>
                    <a:pt x="1047593" y="3499572"/>
                    <a:pt x="1042046" y="3497203"/>
                    <a:pt x="1036152" y="3495758"/>
                  </a:cubicBezTo>
                  <a:lnTo>
                    <a:pt x="1101157" y="2902395"/>
                  </a:lnTo>
                  <a:lnTo>
                    <a:pt x="1508982" y="2905053"/>
                  </a:lnTo>
                  <a:close/>
                  <a:moveTo>
                    <a:pt x="1604496" y="4134134"/>
                  </a:moveTo>
                  <a:cubicBezTo>
                    <a:pt x="1609060" y="4132458"/>
                    <a:pt x="1613221" y="4130204"/>
                    <a:pt x="1617034" y="4127604"/>
                  </a:cubicBezTo>
                  <a:lnTo>
                    <a:pt x="1656211" y="4170941"/>
                  </a:lnTo>
                  <a:lnTo>
                    <a:pt x="1264969" y="4932392"/>
                  </a:lnTo>
                  <a:lnTo>
                    <a:pt x="1572369" y="4135925"/>
                  </a:lnTo>
                  <a:cubicBezTo>
                    <a:pt x="1582654" y="4138410"/>
                    <a:pt x="1593806" y="4138005"/>
                    <a:pt x="1604496" y="4134134"/>
                  </a:cubicBezTo>
                  <a:close/>
                  <a:moveTo>
                    <a:pt x="1263351" y="5069740"/>
                  </a:moveTo>
                  <a:lnTo>
                    <a:pt x="2595226" y="5260074"/>
                  </a:lnTo>
                  <a:cubicBezTo>
                    <a:pt x="2595168" y="5265794"/>
                    <a:pt x="2595977" y="5271572"/>
                    <a:pt x="2597768" y="5277235"/>
                  </a:cubicBezTo>
                  <a:lnTo>
                    <a:pt x="1839784" y="5626238"/>
                  </a:lnTo>
                  <a:lnTo>
                    <a:pt x="1255203" y="5086959"/>
                  </a:lnTo>
                  <a:cubicBezTo>
                    <a:pt x="1258901" y="5081701"/>
                    <a:pt x="1261617" y="5075923"/>
                    <a:pt x="1263351" y="5069740"/>
                  </a:cubicBezTo>
                  <a:close/>
                  <a:moveTo>
                    <a:pt x="2689699" y="5221591"/>
                  </a:moveTo>
                  <a:lnTo>
                    <a:pt x="3183909" y="4562414"/>
                  </a:lnTo>
                  <a:cubicBezTo>
                    <a:pt x="3197545" y="4570099"/>
                    <a:pt x="3214244" y="4572064"/>
                    <a:pt x="3230134" y="4566285"/>
                  </a:cubicBezTo>
                  <a:cubicBezTo>
                    <a:pt x="3254460" y="4557445"/>
                    <a:pt x="3268733" y="4533292"/>
                    <a:pt x="3266248" y="4508677"/>
                  </a:cubicBezTo>
                  <a:lnTo>
                    <a:pt x="3448319" y="4698086"/>
                  </a:lnTo>
                  <a:lnTo>
                    <a:pt x="2691722" y="5223613"/>
                  </a:lnTo>
                  <a:cubicBezTo>
                    <a:pt x="2691028" y="5222920"/>
                    <a:pt x="2690335" y="5222227"/>
                    <a:pt x="2689699" y="5221591"/>
                  </a:cubicBezTo>
                  <a:close/>
                  <a:moveTo>
                    <a:pt x="3275955" y="4498160"/>
                  </a:moveTo>
                  <a:lnTo>
                    <a:pt x="4243284" y="4145863"/>
                  </a:lnTo>
                  <a:lnTo>
                    <a:pt x="3460164" y="4689823"/>
                  </a:lnTo>
                  <a:lnTo>
                    <a:pt x="3275955" y="4498160"/>
                  </a:lnTo>
                  <a:close/>
                  <a:moveTo>
                    <a:pt x="4280437" y="4066298"/>
                  </a:moveTo>
                  <a:lnTo>
                    <a:pt x="3876541" y="2957230"/>
                  </a:lnTo>
                  <a:cubicBezTo>
                    <a:pt x="3881222" y="2954803"/>
                    <a:pt x="3885498" y="2951799"/>
                    <a:pt x="3889196" y="2948274"/>
                  </a:cubicBezTo>
                  <a:lnTo>
                    <a:pt x="4655038" y="3570355"/>
                  </a:lnTo>
                  <a:lnTo>
                    <a:pt x="4317302" y="4070863"/>
                  </a:lnTo>
                  <a:cubicBezTo>
                    <a:pt x="4306208" y="4065257"/>
                    <a:pt x="4293207" y="4063408"/>
                    <a:pt x="4280437" y="4066298"/>
                  </a:cubicBezTo>
                  <a:close/>
                  <a:moveTo>
                    <a:pt x="3898152" y="2937122"/>
                  </a:moveTo>
                  <a:cubicBezTo>
                    <a:pt x="3903468" y="2928455"/>
                    <a:pt x="3906415" y="2918401"/>
                    <a:pt x="3906415" y="2908058"/>
                  </a:cubicBezTo>
                  <a:lnTo>
                    <a:pt x="4604190" y="2817398"/>
                  </a:lnTo>
                  <a:lnTo>
                    <a:pt x="4809143" y="2790760"/>
                  </a:lnTo>
                  <a:lnTo>
                    <a:pt x="5177734" y="2742859"/>
                  </a:lnTo>
                  <a:cubicBezTo>
                    <a:pt x="5177792" y="2742974"/>
                    <a:pt x="5177792" y="2743090"/>
                    <a:pt x="5177850" y="2743263"/>
                  </a:cubicBezTo>
                  <a:cubicBezTo>
                    <a:pt x="5181605" y="2753549"/>
                    <a:pt x="5188135" y="2762043"/>
                    <a:pt x="5196224" y="2768225"/>
                  </a:cubicBezTo>
                  <a:lnTo>
                    <a:pt x="4663070" y="3558394"/>
                  </a:lnTo>
                  <a:lnTo>
                    <a:pt x="3898152" y="2937122"/>
                  </a:lnTo>
                  <a:close/>
                  <a:moveTo>
                    <a:pt x="5208590" y="2775390"/>
                  </a:moveTo>
                  <a:cubicBezTo>
                    <a:pt x="5213443" y="2777413"/>
                    <a:pt x="5218586" y="2778741"/>
                    <a:pt x="5223902" y="2779319"/>
                  </a:cubicBezTo>
                  <a:lnTo>
                    <a:pt x="5221937" y="2996002"/>
                  </a:lnTo>
                  <a:lnTo>
                    <a:pt x="5213155" y="3964775"/>
                  </a:lnTo>
                  <a:cubicBezTo>
                    <a:pt x="5209052" y="3965295"/>
                    <a:pt x="5204892" y="3966219"/>
                    <a:pt x="5200847" y="3967664"/>
                  </a:cubicBezTo>
                  <a:cubicBezTo>
                    <a:pt x="5193451" y="3970380"/>
                    <a:pt x="5187037" y="3974482"/>
                    <a:pt x="5181663" y="3979567"/>
                  </a:cubicBezTo>
                  <a:lnTo>
                    <a:pt x="4674222" y="3567408"/>
                  </a:lnTo>
                  <a:lnTo>
                    <a:pt x="5208590" y="2775390"/>
                  </a:lnTo>
                  <a:close/>
                  <a:moveTo>
                    <a:pt x="5265563" y="3988696"/>
                  </a:moveTo>
                  <a:lnTo>
                    <a:pt x="6101899" y="3245447"/>
                  </a:lnTo>
                  <a:cubicBezTo>
                    <a:pt x="6116633" y="3258736"/>
                    <a:pt x="6138071" y="3263706"/>
                    <a:pt x="6158005" y="3256425"/>
                  </a:cubicBezTo>
                  <a:cubicBezTo>
                    <a:pt x="6164246" y="3254172"/>
                    <a:pt x="6169793" y="3250820"/>
                    <a:pt x="6174647" y="3246776"/>
                  </a:cubicBezTo>
                  <a:lnTo>
                    <a:pt x="6606509" y="3643796"/>
                  </a:lnTo>
                  <a:lnTo>
                    <a:pt x="5268856" y="3994244"/>
                  </a:lnTo>
                  <a:cubicBezTo>
                    <a:pt x="5267932" y="3992279"/>
                    <a:pt x="5266776" y="3990430"/>
                    <a:pt x="5265563" y="3988696"/>
                  </a:cubicBezTo>
                  <a:close/>
                  <a:moveTo>
                    <a:pt x="6184354" y="3236259"/>
                  </a:moveTo>
                  <a:cubicBezTo>
                    <a:pt x="6186954" y="3232561"/>
                    <a:pt x="6189034" y="3228632"/>
                    <a:pt x="6190652" y="3224414"/>
                  </a:cubicBezTo>
                  <a:lnTo>
                    <a:pt x="7164395" y="3483335"/>
                  </a:lnTo>
                  <a:cubicBezTo>
                    <a:pt x="7163759" y="3488016"/>
                    <a:pt x="7163759" y="3492811"/>
                    <a:pt x="7164395" y="3497607"/>
                  </a:cubicBezTo>
                  <a:lnTo>
                    <a:pt x="6622919" y="3639462"/>
                  </a:lnTo>
                  <a:lnTo>
                    <a:pt x="6184354" y="3236259"/>
                  </a:lnTo>
                  <a:close/>
                  <a:moveTo>
                    <a:pt x="7168093" y="3511417"/>
                  </a:moveTo>
                  <a:cubicBezTo>
                    <a:pt x="7177973" y="3535743"/>
                    <a:pt x="7203340" y="3549495"/>
                    <a:pt x="7228532" y="3545220"/>
                  </a:cubicBezTo>
                  <a:lnTo>
                    <a:pt x="7494907" y="4421310"/>
                  </a:lnTo>
                  <a:cubicBezTo>
                    <a:pt x="7490170" y="4423448"/>
                    <a:pt x="7485894" y="4426164"/>
                    <a:pt x="7482138" y="4429342"/>
                  </a:cubicBezTo>
                  <a:lnTo>
                    <a:pt x="6635458" y="3650903"/>
                  </a:lnTo>
                  <a:lnTo>
                    <a:pt x="7168093" y="3511417"/>
                  </a:lnTo>
                  <a:close/>
                  <a:moveTo>
                    <a:pt x="7508544" y="4417208"/>
                  </a:moveTo>
                  <a:lnTo>
                    <a:pt x="7242169" y="3541117"/>
                  </a:lnTo>
                  <a:cubicBezTo>
                    <a:pt x="7268344" y="3529329"/>
                    <a:pt x="7281461" y="3499110"/>
                    <a:pt x="7271465" y="3471663"/>
                  </a:cubicBezTo>
                  <a:cubicBezTo>
                    <a:pt x="7271002" y="3470392"/>
                    <a:pt x="7270424" y="3469179"/>
                    <a:pt x="7269905" y="3467907"/>
                  </a:cubicBezTo>
                  <a:lnTo>
                    <a:pt x="8394862" y="2775563"/>
                  </a:lnTo>
                  <a:cubicBezTo>
                    <a:pt x="8398040" y="2779493"/>
                    <a:pt x="8401738" y="2782960"/>
                    <a:pt x="8405782" y="2785849"/>
                  </a:cubicBezTo>
                  <a:lnTo>
                    <a:pt x="7537204" y="4419924"/>
                  </a:lnTo>
                  <a:cubicBezTo>
                    <a:pt x="7528248" y="4416572"/>
                    <a:pt x="7518425" y="4415532"/>
                    <a:pt x="7508544" y="4417208"/>
                  </a:cubicBezTo>
                  <a:close/>
                  <a:moveTo>
                    <a:pt x="8491416" y="2754993"/>
                  </a:moveTo>
                  <a:lnTo>
                    <a:pt x="9213575" y="2850333"/>
                  </a:lnTo>
                  <a:cubicBezTo>
                    <a:pt x="9213575" y="2856689"/>
                    <a:pt x="9214557" y="2863103"/>
                    <a:pt x="9216868" y="2869401"/>
                  </a:cubicBezTo>
                  <a:cubicBezTo>
                    <a:pt x="9223629" y="2887949"/>
                    <a:pt x="9239230" y="2900661"/>
                    <a:pt x="9257200" y="2904533"/>
                  </a:cubicBezTo>
                  <a:lnTo>
                    <a:pt x="9243563" y="3065745"/>
                  </a:lnTo>
                  <a:cubicBezTo>
                    <a:pt x="9238074" y="3065976"/>
                    <a:pt x="9232527" y="3067074"/>
                    <a:pt x="9227096" y="3069038"/>
                  </a:cubicBezTo>
                  <a:cubicBezTo>
                    <a:pt x="9215192" y="3073372"/>
                    <a:pt x="9205717" y="3081404"/>
                    <a:pt x="9199418" y="3091284"/>
                  </a:cubicBezTo>
                  <a:lnTo>
                    <a:pt x="8490607" y="2757593"/>
                  </a:lnTo>
                  <a:cubicBezTo>
                    <a:pt x="8490895" y="2756784"/>
                    <a:pt x="8491184" y="2755860"/>
                    <a:pt x="8491416" y="2754993"/>
                  </a:cubicBezTo>
                  <a:close/>
                  <a:moveTo>
                    <a:pt x="9257778" y="3067016"/>
                  </a:moveTo>
                  <a:lnTo>
                    <a:pt x="9271415" y="2905804"/>
                  </a:lnTo>
                  <a:cubicBezTo>
                    <a:pt x="9276904" y="2905573"/>
                    <a:pt x="9282451" y="2904475"/>
                    <a:pt x="9287883" y="2902511"/>
                  </a:cubicBezTo>
                  <a:cubicBezTo>
                    <a:pt x="9301865" y="2897426"/>
                    <a:pt x="9312556" y="2887256"/>
                    <a:pt x="9318622" y="2874891"/>
                  </a:cubicBezTo>
                  <a:lnTo>
                    <a:pt x="9477985" y="2929090"/>
                  </a:lnTo>
                  <a:lnTo>
                    <a:pt x="9284704" y="3081577"/>
                  </a:lnTo>
                  <a:cubicBezTo>
                    <a:pt x="9277308" y="3074238"/>
                    <a:pt x="9267947" y="3069269"/>
                    <a:pt x="9257778" y="3067016"/>
                  </a:cubicBezTo>
                  <a:close/>
                  <a:moveTo>
                    <a:pt x="9323245" y="2861370"/>
                  </a:moveTo>
                  <a:cubicBezTo>
                    <a:pt x="9325209" y="2851720"/>
                    <a:pt x="9324690" y="2841435"/>
                    <a:pt x="9321049" y="2831496"/>
                  </a:cubicBezTo>
                  <a:cubicBezTo>
                    <a:pt x="9320644" y="2830456"/>
                    <a:pt x="9320182" y="2829474"/>
                    <a:pt x="9319778" y="2828492"/>
                  </a:cubicBezTo>
                  <a:lnTo>
                    <a:pt x="10491944" y="2129156"/>
                  </a:lnTo>
                  <a:lnTo>
                    <a:pt x="9491391" y="2918574"/>
                  </a:lnTo>
                  <a:lnTo>
                    <a:pt x="9323245" y="2861370"/>
                  </a:lnTo>
                  <a:close/>
                  <a:moveTo>
                    <a:pt x="10564749" y="2119333"/>
                  </a:moveTo>
                  <a:cubicBezTo>
                    <a:pt x="10576247" y="2123205"/>
                    <a:pt x="10589075" y="2123378"/>
                    <a:pt x="10601325" y="2118871"/>
                  </a:cubicBezTo>
                  <a:cubicBezTo>
                    <a:pt x="10614037" y="2114248"/>
                    <a:pt x="10623975" y="2105466"/>
                    <a:pt x="10630273" y="2094603"/>
                  </a:cubicBezTo>
                  <a:lnTo>
                    <a:pt x="10774671" y="2155100"/>
                  </a:lnTo>
                  <a:lnTo>
                    <a:pt x="10109426" y="3055922"/>
                  </a:lnTo>
                  <a:lnTo>
                    <a:pt x="10564749" y="2119333"/>
                  </a:lnTo>
                  <a:close/>
                  <a:moveTo>
                    <a:pt x="10635763" y="2081428"/>
                  </a:moveTo>
                  <a:cubicBezTo>
                    <a:pt x="10638710" y="2070739"/>
                    <a:pt x="10638537" y="2059067"/>
                    <a:pt x="10634434" y="2047799"/>
                  </a:cubicBezTo>
                  <a:cubicBezTo>
                    <a:pt x="10633047" y="2043928"/>
                    <a:pt x="10631198" y="2040288"/>
                    <a:pt x="10629060" y="2036994"/>
                  </a:cubicBezTo>
                  <a:lnTo>
                    <a:pt x="11238776" y="1526663"/>
                  </a:lnTo>
                  <a:lnTo>
                    <a:pt x="10783396" y="2143255"/>
                  </a:lnTo>
                  <a:lnTo>
                    <a:pt x="10635763" y="2081428"/>
                  </a:lnTo>
                  <a:close/>
                  <a:moveTo>
                    <a:pt x="10790330" y="713382"/>
                  </a:moveTo>
                  <a:cubicBezTo>
                    <a:pt x="10790908" y="716271"/>
                    <a:pt x="10791601" y="719160"/>
                    <a:pt x="10792641" y="721991"/>
                  </a:cubicBezTo>
                  <a:cubicBezTo>
                    <a:pt x="10798997" y="739441"/>
                    <a:pt x="10813269" y="751749"/>
                    <a:pt x="10829910" y="756372"/>
                  </a:cubicBezTo>
                  <a:lnTo>
                    <a:pt x="10732143" y="1259306"/>
                  </a:lnTo>
                  <a:lnTo>
                    <a:pt x="9766259" y="878869"/>
                  </a:lnTo>
                  <a:cubicBezTo>
                    <a:pt x="9766664" y="874998"/>
                    <a:pt x="9766606" y="871011"/>
                    <a:pt x="9766144" y="867082"/>
                  </a:cubicBezTo>
                  <a:lnTo>
                    <a:pt x="10006806" y="830968"/>
                  </a:lnTo>
                  <a:lnTo>
                    <a:pt x="10790330" y="713382"/>
                  </a:lnTo>
                  <a:close/>
                  <a:moveTo>
                    <a:pt x="9730088" y="925557"/>
                  </a:moveTo>
                  <a:cubicBezTo>
                    <a:pt x="9735462" y="923593"/>
                    <a:pt x="9740315" y="920877"/>
                    <a:pt x="9744649" y="917641"/>
                  </a:cubicBezTo>
                  <a:lnTo>
                    <a:pt x="10544409" y="2026420"/>
                  </a:lnTo>
                  <a:cubicBezTo>
                    <a:pt x="10538689" y="2031794"/>
                    <a:pt x="10534240" y="2038323"/>
                    <a:pt x="10531293" y="2045430"/>
                  </a:cubicBezTo>
                  <a:lnTo>
                    <a:pt x="9520686" y="1769001"/>
                  </a:lnTo>
                  <a:lnTo>
                    <a:pt x="9710558" y="928851"/>
                  </a:lnTo>
                  <a:cubicBezTo>
                    <a:pt x="9717029" y="928966"/>
                    <a:pt x="9723617" y="927926"/>
                    <a:pt x="9730088" y="925557"/>
                  </a:cubicBezTo>
                  <a:close/>
                  <a:moveTo>
                    <a:pt x="9274130" y="2795267"/>
                  </a:moveTo>
                  <a:cubicBezTo>
                    <a:pt x="9272397" y="2795094"/>
                    <a:pt x="9270664" y="2795036"/>
                    <a:pt x="9268872" y="2795036"/>
                  </a:cubicBezTo>
                  <a:lnTo>
                    <a:pt x="9219757" y="2422689"/>
                  </a:lnTo>
                  <a:lnTo>
                    <a:pt x="9126960" y="1719424"/>
                  </a:lnTo>
                  <a:cubicBezTo>
                    <a:pt x="9128635" y="1718962"/>
                    <a:pt x="9130253" y="1718500"/>
                    <a:pt x="9131929" y="1717922"/>
                  </a:cubicBezTo>
                  <a:cubicBezTo>
                    <a:pt x="9147414" y="1712317"/>
                    <a:pt x="9158740" y="1700472"/>
                    <a:pt x="9164402" y="1686315"/>
                  </a:cubicBezTo>
                  <a:lnTo>
                    <a:pt x="9503756" y="1779113"/>
                  </a:lnTo>
                  <a:lnTo>
                    <a:pt x="9274130" y="2795267"/>
                  </a:lnTo>
                  <a:close/>
                  <a:moveTo>
                    <a:pt x="9060857" y="1684813"/>
                  </a:moveTo>
                  <a:cubicBezTo>
                    <a:pt x="9064266" y="1694173"/>
                    <a:pt x="9069929" y="1701974"/>
                    <a:pt x="9076978" y="1707983"/>
                  </a:cubicBezTo>
                  <a:lnTo>
                    <a:pt x="8643729" y="2398998"/>
                  </a:lnTo>
                  <a:lnTo>
                    <a:pt x="7770528" y="1780789"/>
                  </a:lnTo>
                  <a:cubicBezTo>
                    <a:pt x="7773475" y="1774317"/>
                    <a:pt x="7775208" y="1767325"/>
                    <a:pt x="7775555" y="1760103"/>
                  </a:cubicBezTo>
                  <a:lnTo>
                    <a:pt x="9058430" y="1675452"/>
                  </a:lnTo>
                  <a:cubicBezTo>
                    <a:pt x="9058950" y="1678630"/>
                    <a:pt x="9059759" y="1681750"/>
                    <a:pt x="9060857" y="1684813"/>
                  </a:cubicBezTo>
                  <a:close/>
                  <a:moveTo>
                    <a:pt x="7668080" y="1776686"/>
                  </a:moveTo>
                  <a:cubicBezTo>
                    <a:pt x="7670623" y="1783678"/>
                    <a:pt x="7674436" y="1789803"/>
                    <a:pt x="7679174" y="1795003"/>
                  </a:cubicBezTo>
                  <a:lnTo>
                    <a:pt x="7125218" y="2406799"/>
                  </a:lnTo>
                  <a:cubicBezTo>
                    <a:pt x="7116147" y="2400558"/>
                    <a:pt x="7105399" y="2397034"/>
                    <a:pt x="7094189" y="2396918"/>
                  </a:cubicBezTo>
                  <a:lnTo>
                    <a:pt x="6986195" y="1495634"/>
                  </a:lnTo>
                  <a:cubicBezTo>
                    <a:pt x="6987986" y="1495172"/>
                    <a:pt x="6989778" y="1494652"/>
                    <a:pt x="6991511" y="1494017"/>
                  </a:cubicBezTo>
                  <a:cubicBezTo>
                    <a:pt x="7004165" y="1489394"/>
                    <a:pt x="7014104" y="1480669"/>
                    <a:pt x="7020402" y="1469921"/>
                  </a:cubicBezTo>
                  <a:lnTo>
                    <a:pt x="7666751" y="1742999"/>
                  </a:lnTo>
                  <a:cubicBezTo>
                    <a:pt x="7663804" y="1753631"/>
                    <a:pt x="7663977" y="1765361"/>
                    <a:pt x="7668080" y="1776686"/>
                  </a:cubicBezTo>
                  <a:close/>
                  <a:moveTo>
                    <a:pt x="6920496" y="1460792"/>
                  </a:moveTo>
                  <a:cubicBezTo>
                    <a:pt x="6922519" y="1466339"/>
                    <a:pt x="6925351" y="1471308"/>
                    <a:pt x="6928759" y="1475757"/>
                  </a:cubicBezTo>
                  <a:lnTo>
                    <a:pt x="6561208" y="1845215"/>
                  </a:lnTo>
                  <a:lnTo>
                    <a:pt x="5839107" y="1036441"/>
                  </a:lnTo>
                  <a:cubicBezTo>
                    <a:pt x="5841823" y="1033263"/>
                    <a:pt x="5844134" y="1029854"/>
                    <a:pt x="5846098" y="1026214"/>
                  </a:cubicBezTo>
                  <a:lnTo>
                    <a:pt x="6918705" y="1429243"/>
                  </a:lnTo>
                  <a:cubicBezTo>
                    <a:pt x="6916278" y="1439355"/>
                    <a:pt x="6916683" y="1450276"/>
                    <a:pt x="6920496" y="1460792"/>
                  </a:cubicBezTo>
                  <a:close/>
                  <a:moveTo>
                    <a:pt x="6551154" y="1855327"/>
                  </a:moveTo>
                  <a:lnTo>
                    <a:pt x="5963627" y="2445859"/>
                  </a:lnTo>
                  <a:cubicBezTo>
                    <a:pt x="5954613" y="2438983"/>
                    <a:pt x="5943634" y="2434939"/>
                    <a:pt x="5932194" y="2434476"/>
                  </a:cubicBezTo>
                  <a:lnTo>
                    <a:pt x="5809176" y="1054238"/>
                  </a:lnTo>
                  <a:cubicBezTo>
                    <a:pt x="5811487" y="1053718"/>
                    <a:pt x="5813856" y="1053082"/>
                    <a:pt x="5816167" y="1052273"/>
                  </a:cubicBezTo>
                  <a:cubicBezTo>
                    <a:pt x="5820617" y="1050655"/>
                    <a:pt x="5824719" y="1048460"/>
                    <a:pt x="5828475" y="1045917"/>
                  </a:cubicBezTo>
                  <a:lnTo>
                    <a:pt x="6551154" y="1855327"/>
                  </a:lnTo>
                  <a:close/>
                  <a:moveTo>
                    <a:pt x="5496922" y="1889997"/>
                  </a:moveTo>
                  <a:lnTo>
                    <a:pt x="5440989" y="1814013"/>
                  </a:lnTo>
                  <a:cubicBezTo>
                    <a:pt x="5456359" y="1799279"/>
                    <a:pt x="5462484" y="1776339"/>
                    <a:pt x="5454741" y="1755018"/>
                  </a:cubicBezTo>
                  <a:cubicBezTo>
                    <a:pt x="5450638" y="1743692"/>
                    <a:pt x="5443185" y="1734621"/>
                    <a:pt x="5433939" y="1728322"/>
                  </a:cubicBezTo>
                  <a:lnTo>
                    <a:pt x="5761448" y="1086018"/>
                  </a:lnTo>
                  <a:lnTo>
                    <a:pt x="5496922" y="1889997"/>
                  </a:lnTo>
                  <a:close/>
                  <a:moveTo>
                    <a:pt x="5385807" y="1826783"/>
                  </a:moveTo>
                  <a:lnTo>
                    <a:pt x="5232742" y="2668956"/>
                  </a:lnTo>
                  <a:cubicBezTo>
                    <a:pt x="5225520" y="2668609"/>
                    <a:pt x="5218182" y="2669649"/>
                    <a:pt x="5210959" y="2672249"/>
                  </a:cubicBezTo>
                  <a:cubicBezTo>
                    <a:pt x="5194144" y="2678374"/>
                    <a:pt x="5182126" y="2691837"/>
                    <a:pt x="5177098" y="2707670"/>
                  </a:cubicBezTo>
                  <a:lnTo>
                    <a:pt x="3607451" y="2312614"/>
                  </a:lnTo>
                  <a:cubicBezTo>
                    <a:pt x="3608606" y="2305738"/>
                    <a:pt x="3608433" y="2298515"/>
                    <a:pt x="3606815" y="2291408"/>
                  </a:cubicBezTo>
                  <a:lnTo>
                    <a:pt x="5351774" y="1795870"/>
                  </a:lnTo>
                  <a:cubicBezTo>
                    <a:pt x="5358303" y="1811124"/>
                    <a:pt x="5370957" y="1822045"/>
                    <a:pt x="5385807" y="1826783"/>
                  </a:cubicBezTo>
                  <a:close/>
                  <a:moveTo>
                    <a:pt x="3527076" y="2352484"/>
                  </a:moveTo>
                  <a:lnTo>
                    <a:pt x="3378230" y="2858423"/>
                  </a:lnTo>
                  <a:lnTo>
                    <a:pt x="3166863" y="2839470"/>
                  </a:lnTo>
                  <a:cubicBezTo>
                    <a:pt x="3166343" y="2835888"/>
                    <a:pt x="3165418" y="2832363"/>
                    <a:pt x="3164147" y="2828838"/>
                  </a:cubicBezTo>
                  <a:cubicBezTo>
                    <a:pt x="3161258" y="2820922"/>
                    <a:pt x="3156751" y="2814104"/>
                    <a:pt x="3151146" y="2808557"/>
                  </a:cubicBezTo>
                  <a:lnTo>
                    <a:pt x="3521876" y="2349363"/>
                  </a:lnTo>
                  <a:cubicBezTo>
                    <a:pt x="3523551" y="2350519"/>
                    <a:pt x="3525284" y="2351559"/>
                    <a:pt x="3527076" y="2352484"/>
                  </a:cubicBezTo>
                  <a:close/>
                  <a:moveTo>
                    <a:pt x="3075625" y="2806130"/>
                  </a:moveTo>
                  <a:cubicBezTo>
                    <a:pt x="3069153" y="2811793"/>
                    <a:pt x="3064126" y="2818900"/>
                    <a:pt x="3060891" y="2826701"/>
                  </a:cubicBezTo>
                  <a:lnTo>
                    <a:pt x="2390851" y="2646767"/>
                  </a:lnTo>
                  <a:cubicBezTo>
                    <a:pt x="2392006" y="2638158"/>
                    <a:pt x="2391197" y="2629144"/>
                    <a:pt x="2388019" y="2620419"/>
                  </a:cubicBezTo>
                  <a:cubicBezTo>
                    <a:pt x="2386459" y="2616085"/>
                    <a:pt x="2384321" y="2612098"/>
                    <a:pt x="2381837" y="2608400"/>
                  </a:cubicBezTo>
                  <a:lnTo>
                    <a:pt x="2735289" y="2296493"/>
                  </a:lnTo>
                  <a:lnTo>
                    <a:pt x="3075625" y="2806130"/>
                  </a:lnTo>
                  <a:close/>
                  <a:moveTo>
                    <a:pt x="2372418" y="2597711"/>
                  </a:moveTo>
                  <a:cubicBezTo>
                    <a:pt x="2361151" y="2587888"/>
                    <a:pt x="2346128" y="2582860"/>
                    <a:pt x="2330873" y="2584305"/>
                  </a:cubicBezTo>
                  <a:lnTo>
                    <a:pt x="2033527" y="1258093"/>
                  </a:lnTo>
                  <a:cubicBezTo>
                    <a:pt x="2033816" y="1257977"/>
                    <a:pt x="2034105" y="1257919"/>
                    <a:pt x="2034394" y="1257804"/>
                  </a:cubicBezTo>
                  <a:cubicBezTo>
                    <a:pt x="2036300" y="1257110"/>
                    <a:pt x="2038150" y="1256301"/>
                    <a:pt x="2039941" y="1255435"/>
                  </a:cubicBezTo>
                  <a:lnTo>
                    <a:pt x="2727257" y="2284532"/>
                  </a:lnTo>
                  <a:lnTo>
                    <a:pt x="2372418" y="2597711"/>
                  </a:lnTo>
                  <a:close/>
                  <a:moveTo>
                    <a:pt x="248237" y="1474891"/>
                  </a:moveTo>
                  <a:cubicBezTo>
                    <a:pt x="253090" y="1474486"/>
                    <a:pt x="258002" y="1473504"/>
                    <a:pt x="262798" y="1471771"/>
                  </a:cubicBezTo>
                  <a:cubicBezTo>
                    <a:pt x="270829" y="1468824"/>
                    <a:pt x="277763" y="1464201"/>
                    <a:pt x="283368" y="1458423"/>
                  </a:cubicBezTo>
                  <a:lnTo>
                    <a:pt x="874882" y="1904384"/>
                  </a:lnTo>
                  <a:lnTo>
                    <a:pt x="196753" y="2840568"/>
                  </a:lnTo>
                  <a:cubicBezTo>
                    <a:pt x="191610" y="2837795"/>
                    <a:pt x="186005" y="2835772"/>
                    <a:pt x="180169" y="2834732"/>
                  </a:cubicBezTo>
                  <a:lnTo>
                    <a:pt x="248237" y="1474891"/>
                  </a:lnTo>
                  <a:close/>
                  <a:moveTo>
                    <a:pt x="218190" y="2917245"/>
                  </a:moveTo>
                  <a:cubicBezTo>
                    <a:pt x="221888" y="2910947"/>
                    <a:pt x="224257" y="2904013"/>
                    <a:pt x="225297" y="2896732"/>
                  </a:cubicBezTo>
                  <a:lnTo>
                    <a:pt x="1086885" y="2902337"/>
                  </a:lnTo>
                  <a:lnTo>
                    <a:pt x="1022053" y="3494256"/>
                  </a:lnTo>
                  <a:cubicBezTo>
                    <a:pt x="1016102" y="3494371"/>
                    <a:pt x="1010092" y="3495411"/>
                    <a:pt x="1004198" y="3497549"/>
                  </a:cubicBezTo>
                  <a:cubicBezTo>
                    <a:pt x="996398" y="3500381"/>
                    <a:pt x="989637" y="3504830"/>
                    <a:pt x="984090" y="3510377"/>
                  </a:cubicBezTo>
                  <a:lnTo>
                    <a:pt x="218190" y="2917245"/>
                  </a:lnTo>
                  <a:close/>
                  <a:moveTo>
                    <a:pt x="1228566" y="5107125"/>
                  </a:moveTo>
                  <a:cubicBezTo>
                    <a:pt x="1228682" y="5107067"/>
                    <a:pt x="1228855" y="5107067"/>
                    <a:pt x="1228970" y="5107009"/>
                  </a:cubicBezTo>
                  <a:cubicBezTo>
                    <a:pt x="1235211" y="5104756"/>
                    <a:pt x="1240700" y="5101404"/>
                    <a:pt x="1245554" y="5097417"/>
                  </a:cubicBezTo>
                  <a:lnTo>
                    <a:pt x="1825801" y="5632710"/>
                  </a:lnTo>
                  <a:lnTo>
                    <a:pt x="1427683" y="5815994"/>
                  </a:lnTo>
                  <a:cubicBezTo>
                    <a:pt x="1416646" y="5798429"/>
                    <a:pt x="1396654" y="5788548"/>
                    <a:pt x="1376141" y="5790282"/>
                  </a:cubicBezTo>
                  <a:lnTo>
                    <a:pt x="1228566" y="5107125"/>
                  </a:lnTo>
                  <a:close/>
                  <a:moveTo>
                    <a:pt x="1435657" y="5852050"/>
                  </a:moveTo>
                  <a:cubicBezTo>
                    <a:pt x="1436581" y="5844481"/>
                    <a:pt x="1435946" y="5836622"/>
                    <a:pt x="1433519" y="5828938"/>
                  </a:cubicBezTo>
                  <a:lnTo>
                    <a:pt x="1837126" y="5643168"/>
                  </a:lnTo>
                  <a:lnTo>
                    <a:pt x="2283492" y="6054981"/>
                  </a:lnTo>
                  <a:cubicBezTo>
                    <a:pt x="2280949" y="6058563"/>
                    <a:pt x="2278869" y="6062434"/>
                    <a:pt x="2277251" y="6066537"/>
                  </a:cubicBezTo>
                  <a:lnTo>
                    <a:pt x="1435657" y="5852050"/>
                  </a:lnTo>
                  <a:close/>
                  <a:moveTo>
                    <a:pt x="2372129" y="6052554"/>
                  </a:moveTo>
                  <a:cubicBezTo>
                    <a:pt x="2366987" y="6046082"/>
                    <a:pt x="2360573" y="6040939"/>
                    <a:pt x="2353350" y="6037357"/>
                  </a:cubicBezTo>
                  <a:lnTo>
                    <a:pt x="2608689" y="5296996"/>
                  </a:lnTo>
                  <a:cubicBezTo>
                    <a:pt x="2623308" y="5313869"/>
                    <a:pt x="2647287" y="5320918"/>
                    <a:pt x="2669533" y="5312829"/>
                  </a:cubicBezTo>
                  <a:cubicBezTo>
                    <a:pt x="2691317" y="5304913"/>
                    <a:pt x="2705069" y="5284689"/>
                    <a:pt x="2705936" y="5262905"/>
                  </a:cubicBezTo>
                  <a:lnTo>
                    <a:pt x="3860478" y="5158146"/>
                  </a:lnTo>
                  <a:lnTo>
                    <a:pt x="2372129" y="6052554"/>
                  </a:lnTo>
                  <a:close/>
                  <a:moveTo>
                    <a:pt x="2704607" y="5248748"/>
                  </a:moveTo>
                  <a:cubicBezTo>
                    <a:pt x="2704087" y="5246437"/>
                    <a:pt x="2703451" y="5244126"/>
                    <a:pt x="2702642" y="5241872"/>
                  </a:cubicBezTo>
                  <a:cubicBezTo>
                    <a:pt x="2701833" y="5239619"/>
                    <a:pt x="2700793" y="5237481"/>
                    <a:pt x="2699753" y="5235401"/>
                  </a:cubicBezTo>
                  <a:lnTo>
                    <a:pt x="3458257" y="4708545"/>
                  </a:lnTo>
                  <a:lnTo>
                    <a:pt x="3875386" y="5142545"/>
                  </a:lnTo>
                  <a:lnTo>
                    <a:pt x="2704607" y="5248748"/>
                  </a:lnTo>
                  <a:close/>
                  <a:moveTo>
                    <a:pt x="3470161" y="4700224"/>
                  </a:moveTo>
                  <a:lnTo>
                    <a:pt x="4251489" y="4157536"/>
                  </a:lnTo>
                  <a:cubicBezTo>
                    <a:pt x="4255649" y="4162158"/>
                    <a:pt x="4260560" y="4165914"/>
                    <a:pt x="4265934" y="4168861"/>
                  </a:cubicBezTo>
                  <a:lnTo>
                    <a:pt x="3888271" y="5135265"/>
                  </a:lnTo>
                  <a:lnTo>
                    <a:pt x="3470161" y="4700224"/>
                  </a:lnTo>
                  <a:close/>
                  <a:moveTo>
                    <a:pt x="4346425" y="4107323"/>
                  </a:moveTo>
                  <a:cubicBezTo>
                    <a:pt x="4345962" y="4105358"/>
                    <a:pt x="4345385" y="4103336"/>
                    <a:pt x="4344633" y="4101371"/>
                  </a:cubicBezTo>
                  <a:cubicBezTo>
                    <a:pt x="4341340" y="4092357"/>
                    <a:pt x="4335966" y="4084672"/>
                    <a:pt x="4329205" y="4078779"/>
                  </a:cubicBezTo>
                  <a:lnTo>
                    <a:pt x="4666190" y="3579369"/>
                  </a:lnTo>
                  <a:lnTo>
                    <a:pt x="5172707" y="3990776"/>
                  </a:lnTo>
                  <a:cubicBezTo>
                    <a:pt x="5167564" y="3999097"/>
                    <a:pt x="5164675" y="4008747"/>
                    <a:pt x="5164444" y="4018685"/>
                  </a:cubicBezTo>
                  <a:lnTo>
                    <a:pt x="4346425" y="4107323"/>
                  </a:lnTo>
                  <a:close/>
                  <a:moveTo>
                    <a:pt x="5302948" y="4000080"/>
                  </a:moveTo>
                  <a:lnTo>
                    <a:pt x="6619048" y="3655294"/>
                  </a:lnTo>
                  <a:lnTo>
                    <a:pt x="7472488" y="4439916"/>
                  </a:lnTo>
                  <a:cubicBezTo>
                    <a:pt x="7469541" y="4444134"/>
                    <a:pt x="7467115" y="4448699"/>
                    <a:pt x="7465439" y="4453611"/>
                  </a:cubicBezTo>
                  <a:lnTo>
                    <a:pt x="5302948" y="4000080"/>
                  </a:lnTo>
                  <a:close/>
                  <a:moveTo>
                    <a:pt x="9300999" y="3114108"/>
                  </a:moveTo>
                  <a:cubicBezTo>
                    <a:pt x="9300479" y="3110121"/>
                    <a:pt x="9299555" y="3106134"/>
                    <a:pt x="9298110" y="3102205"/>
                  </a:cubicBezTo>
                  <a:cubicBezTo>
                    <a:pt x="9296896" y="3098854"/>
                    <a:pt x="9295336" y="3095676"/>
                    <a:pt x="9293603" y="3092729"/>
                  </a:cubicBezTo>
                  <a:lnTo>
                    <a:pt x="9494106" y="2934522"/>
                  </a:lnTo>
                  <a:lnTo>
                    <a:pt x="10014780" y="3111566"/>
                  </a:lnTo>
                  <a:cubicBezTo>
                    <a:pt x="10014549" y="3112779"/>
                    <a:pt x="10014318" y="3113992"/>
                    <a:pt x="10014144" y="3115264"/>
                  </a:cubicBezTo>
                  <a:lnTo>
                    <a:pt x="9300999" y="3114108"/>
                  </a:lnTo>
                  <a:close/>
                  <a:moveTo>
                    <a:pt x="10110351" y="3085448"/>
                  </a:moveTo>
                  <a:cubicBezTo>
                    <a:pt x="10109426" y="3084408"/>
                    <a:pt x="10108502" y="3083484"/>
                    <a:pt x="10107520" y="3082559"/>
                  </a:cubicBezTo>
                  <a:lnTo>
                    <a:pt x="10788250" y="2160763"/>
                  </a:lnTo>
                  <a:lnTo>
                    <a:pt x="11163544" y="2317930"/>
                  </a:lnTo>
                  <a:cubicBezTo>
                    <a:pt x="11160597" y="2328620"/>
                    <a:pt x="11160770" y="2340292"/>
                    <a:pt x="11164873" y="2351559"/>
                  </a:cubicBezTo>
                  <a:cubicBezTo>
                    <a:pt x="11165682" y="2353755"/>
                    <a:pt x="11166606" y="2355835"/>
                    <a:pt x="11167646" y="2357857"/>
                  </a:cubicBezTo>
                  <a:lnTo>
                    <a:pt x="10110351" y="3085448"/>
                  </a:lnTo>
                  <a:close/>
                  <a:moveTo>
                    <a:pt x="11213872" y="2277251"/>
                  </a:moveTo>
                  <a:cubicBezTo>
                    <a:pt x="11208556" y="2277540"/>
                    <a:pt x="11203182" y="2278580"/>
                    <a:pt x="11197924" y="2280487"/>
                  </a:cubicBezTo>
                  <a:cubicBezTo>
                    <a:pt x="11185212" y="2285110"/>
                    <a:pt x="11175274" y="2293893"/>
                    <a:pt x="11168975" y="2304756"/>
                  </a:cubicBezTo>
                  <a:lnTo>
                    <a:pt x="10796974" y="2148918"/>
                  </a:lnTo>
                  <a:lnTo>
                    <a:pt x="11250736" y="1534464"/>
                  </a:lnTo>
                  <a:cubicBezTo>
                    <a:pt x="11256110" y="1538162"/>
                    <a:pt x="11262119" y="1540935"/>
                    <a:pt x="11268418" y="1542611"/>
                  </a:cubicBezTo>
                  <a:lnTo>
                    <a:pt x="11213872" y="2277251"/>
                  </a:lnTo>
                  <a:close/>
                  <a:moveTo>
                    <a:pt x="11334347" y="1470037"/>
                  </a:moveTo>
                  <a:cubicBezTo>
                    <a:pt x="11334347" y="1470037"/>
                    <a:pt x="11334347" y="1470037"/>
                    <a:pt x="11334347" y="1470037"/>
                  </a:cubicBezTo>
                  <a:cubicBezTo>
                    <a:pt x="11331920" y="1463334"/>
                    <a:pt x="11328280" y="1457441"/>
                    <a:pt x="11323889" y="1452414"/>
                  </a:cubicBezTo>
                  <a:lnTo>
                    <a:pt x="11664340" y="1065274"/>
                  </a:lnTo>
                  <a:lnTo>
                    <a:pt x="12081469" y="1245670"/>
                  </a:lnTo>
                  <a:cubicBezTo>
                    <a:pt x="12079851" y="1251159"/>
                    <a:pt x="12079041" y="1256879"/>
                    <a:pt x="12079215" y="1262715"/>
                  </a:cubicBezTo>
                  <a:lnTo>
                    <a:pt x="11332498" y="1463103"/>
                  </a:lnTo>
                  <a:lnTo>
                    <a:pt x="11334347" y="1470037"/>
                  </a:lnTo>
                  <a:close/>
                  <a:moveTo>
                    <a:pt x="12087131" y="1232611"/>
                  </a:moveTo>
                  <a:lnTo>
                    <a:pt x="11674221" y="1054007"/>
                  </a:lnTo>
                  <a:lnTo>
                    <a:pt x="11858199" y="844836"/>
                  </a:lnTo>
                  <a:cubicBezTo>
                    <a:pt x="11872413" y="854370"/>
                    <a:pt x="11890731" y="857259"/>
                    <a:pt x="11908065" y="850961"/>
                  </a:cubicBezTo>
                  <a:lnTo>
                    <a:pt x="12098688" y="1219090"/>
                  </a:lnTo>
                  <a:cubicBezTo>
                    <a:pt x="12094065" y="1223019"/>
                    <a:pt x="12090193" y="1227584"/>
                    <a:pt x="12087131" y="1232611"/>
                  </a:cubicBezTo>
                  <a:close/>
                  <a:moveTo>
                    <a:pt x="11833699" y="800979"/>
                  </a:moveTo>
                  <a:cubicBezTo>
                    <a:pt x="11833930" y="806584"/>
                    <a:pt x="11834970" y="812305"/>
                    <a:pt x="11836993" y="817852"/>
                  </a:cubicBezTo>
                  <a:cubicBezTo>
                    <a:pt x="11839419" y="824497"/>
                    <a:pt x="11843003" y="830390"/>
                    <a:pt x="11847452" y="835417"/>
                  </a:cubicBezTo>
                  <a:lnTo>
                    <a:pt x="11660469" y="1048055"/>
                  </a:lnTo>
                  <a:lnTo>
                    <a:pt x="10897978" y="718293"/>
                  </a:lnTo>
                  <a:cubicBezTo>
                    <a:pt x="10898266" y="717253"/>
                    <a:pt x="10898556" y="716213"/>
                    <a:pt x="10898786" y="715173"/>
                  </a:cubicBezTo>
                  <a:lnTo>
                    <a:pt x="11833699" y="800979"/>
                  </a:lnTo>
                  <a:close/>
                  <a:moveTo>
                    <a:pt x="9684556" y="922090"/>
                  </a:moveTo>
                  <a:cubicBezTo>
                    <a:pt x="9688311" y="924113"/>
                    <a:pt x="9692241" y="925731"/>
                    <a:pt x="9696343" y="926886"/>
                  </a:cubicBezTo>
                  <a:lnTo>
                    <a:pt x="9506876" y="1765245"/>
                  </a:lnTo>
                  <a:lnTo>
                    <a:pt x="9167927" y="1672505"/>
                  </a:lnTo>
                  <a:cubicBezTo>
                    <a:pt x="9168967" y="1664127"/>
                    <a:pt x="9168101" y="1655402"/>
                    <a:pt x="9165038" y="1646908"/>
                  </a:cubicBezTo>
                  <a:cubicBezTo>
                    <a:pt x="9161975" y="1638587"/>
                    <a:pt x="9157122" y="1631422"/>
                    <a:pt x="9151112" y="1625702"/>
                  </a:cubicBezTo>
                  <a:lnTo>
                    <a:pt x="9684556" y="922090"/>
                  </a:lnTo>
                  <a:close/>
                  <a:moveTo>
                    <a:pt x="8851455" y="1180607"/>
                  </a:moveTo>
                  <a:lnTo>
                    <a:pt x="9081196" y="1620501"/>
                  </a:lnTo>
                  <a:cubicBezTo>
                    <a:pt x="9067618" y="1629978"/>
                    <a:pt x="9059124" y="1645001"/>
                    <a:pt x="9057736" y="1661238"/>
                  </a:cubicBezTo>
                  <a:lnTo>
                    <a:pt x="7774225" y="1745946"/>
                  </a:lnTo>
                  <a:cubicBezTo>
                    <a:pt x="7773705" y="1743577"/>
                    <a:pt x="7773070" y="1741150"/>
                    <a:pt x="7772203" y="1738781"/>
                  </a:cubicBezTo>
                  <a:lnTo>
                    <a:pt x="8851455" y="1180607"/>
                  </a:lnTo>
                  <a:close/>
                  <a:moveTo>
                    <a:pt x="3551807" y="2248129"/>
                  </a:moveTo>
                  <a:cubicBezTo>
                    <a:pt x="3545855" y="2248245"/>
                    <a:pt x="3539788" y="2249285"/>
                    <a:pt x="3533836" y="2251423"/>
                  </a:cubicBezTo>
                  <a:cubicBezTo>
                    <a:pt x="3505061" y="2261882"/>
                    <a:pt x="3490269" y="2293719"/>
                    <a:pt x="3500727" y="2322495"/>
                  </a:cubicBezTo>
                  <a:cubicBezTo>
                    <a:pt x="3503154" y="2329140"/>
                    <a:pt x="3506737" y="2334976"/>
                    <a:pt x="3511128" y="2339945"/>
                  </a:cubicBezTo>
                  <a:lnTo>
                    <a:pt x="3139763" y="2799890"/>
                  </a:lnTo>
                  <a:cubicBezTo>
                    <a:pt x="3139417" y="2799658"/>
                    <a:pt x="3139012" y="2799485"/>
                    <a:pt x="3138607" y="2799312"/>
                  </a:cubicBezTo>
                  <a:lnTo>
                    <a:pt x="3630621" y="1538855"/>
                  </a:lnTo>
                  <a:cubicBezTo>
                    <a:pt x="3630679" y="1538855"/>
                    <a:pt x="3630737" y="1538855"/>
                    <a:pt x="3630794" y="1538913"/>
                  </a:cubicBezTo>
                  <a:lnTo>
                    <a:pt x="3551807" y="2248129"/>
                  </a:lnTo>
                  <a:close/>
                  <a:moveTo>
                    <a:pt x="3588614" y="1482691"/>
                  </a:moveTo>
                  <a:cubicBezTo>
                    <a:pt x="3588325" y="1489741"/>
                    <a:pt x="3589365" y="1496963"/>
                    <a:pt x="3591907" y="1503955"/>
                  </a:cubicBezTo>
                  <a:cubicBezTo>
                    <a:pt x="3593467" y="1508289"/>
                    <a:pt x="3595605" y="1512276"/>
                    <a:pt x="3598090" y="1515974"/>
                  </a:cubicBezTo>
                  <a:lnTo>
                    <a:pt x="2738063" y="2274998"/>
                  </a:lnTo>
                  <a:lnTo>
                    <a:pt x="2051844" y="1247519"/>
                  </a:lnTo>
                  <a:cubicBezTo>
                    <a:pt x="2060107" y="1240296"/>
                    <a:pt x="2065943" y="1230877"/>
                    <a:pt x="2068832" y="1220477"/>
                  </a:cubicBezTo>
                  <a:lnTo>
                    <a:pt x="3588614" y="1482691"/>
                  </a:lnTo>
                  <a:close/>
                  <a:moveTo>
                    <a:pt x="2004809" y="1151427"/>
                  </a:moveTo>
                  <a:cubicBezTo>
                    <a:pt x="2002036" y="1152005"/>
                    <a:pt x="1999204" y="1152698"/>
                    <a:pt x="1996431" y="1153681"/>
                  </a:cubicBezTo>
                  <a:cubicBezTo>
                    <a:pt x="1986550" y="1157263"/>
                    <a:pt x="1978403" y="1163388"/>
                    <a:pt x="1972278" y="1171015"/>
                  </a:cubicBezTo>
                  <a:lnTo>
                    <a:pt x="1349908" y="806122"/>
                  </a:lnTo>
                  <a:lnTo>
                    <a:pt x="1935817" y="476764"/>
                  </a:lnTo>
                  <a:cubicBezTo>
                    <a:pt x="1945872" y="490690"/>
                    <a:pt x="1961819" y="499068"/>
                    <a:pt x="1978807" y="499646"/>
                  </a:cubicBezTo>
                  <a:lnTo>
                    <a:pt x="2004809" y="1151427"/>
                  </a:lnTo>
                  <a:close/>
                  <a:moveTo>
                    <a:pt x="1925821" y="437415"/>
                  </a:moveTo>
                  <a:cubicBezTo>
                    <a:pt x="1924723" y="445851"/>
                    <a:pt x="1925590" y="454692"/>
                    <a:pt x="1928710" y="463301"/>
                  </a:cubicBezTo>
                  <a:cubicBezTo>
                    <a:pt x="1928826" y="463648"/>
                    <a:pt x="1928999" y="463937"/>
                    <a:pt x="1929115" y="464284"/>
                  </a:cubicBezTo>
                  <a:lnTo>
                    <a:pt x="1335752" y="797801"/>
                  </a:lnTo>
                  <a:lnTo>
                    <a:pt x="106440" y="77086"/>
                  </a:lnTo>
                  <a:cubicBezTo>
                    <a:pt x="106960" y="75815"/>
                    <a:pt x="107480" y="74544"/>
                    <a:pt x="107942" y="73273"/>
                  </a:cubicBezTo>
                  <a:lnTo>
                    <a:pt x="1925821" y="437415"/>
                  </a:lnTo>
                  <a:close/>
                </a:path>
              </a:pathLst>
            </a:custGeom>
            <a:grpFill/>
            <a:ln w="5778" cap="flat">
              <a:noFill/>
              <a:prstDash val="solid"/>
              <a:miter/>
            </a:ln>
          </p:spPr>
          <p:txBody>
            <a:bodyPr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endParaRPr lang="zh-CN" altLang="en-US" sz="1350">
                <a:solidFill>
                  <a:schemeClr val="accent1"/>
                </a:solidFill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2691394" y="1761581"/>
            <a:ext cx="5001462" cy="21776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reflection blurRad="50800" stA="17000" endPos="25000" dist="38100" dir="5400000" sy="-100000" algn="bl" rotWithShape="0"/>
                </a:effectLst>
                <a:latin typeface="+mj-ea"/>
                <a:ea typeface="+mj-ea"/>
              </a:rPr>
              <a:t>综合能力的提升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reflection blurRad="50800" stA="17000" endPos="25000" dist="38100" dir="5400000" sy="-100000" algn="bl" rotWithShape="0"/>
                </a:effectLst>
                <a:latin typeface="+mj-ea"/>
                <a:ea typeface="+mj-ea"/>
              </a:rPr>
              <a:t>自我的深入了解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reflection blurRad="50800" stA="17000" endPos="25000" dist="38100" dir="5400000" sy="-100000" algn="bl" rotWithShape="0"/>
                </a:effectLst>
                <a:latin typeface="+mj-ea"/>
                <a:ea typeface="+mj-ea"/>
              </a:rPr>
              <a:t>某个职业目标的全面探索和了解</a:t>
            </a: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effectLst>
                  <a:reflection blurRad="50800" stA="17000" endPos="25000" dist="38100" dir="5400000" sy="-100000" algn="bl" rotWithShape="0"/>
                </a:effectLst>
                <a:latin typeface="+mj-ea"/>
                <a:ea typeface="+mj-ea"/>
              </a:rPr>
              <a:t>完美的职业规划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83568" y="1101766"/>
            <a:ext cx="2725520" cy="1158940"/>
            <a:chOff x="6819" y="3813"/>
            <a:chExt cx="5564" cy="2114"/>
          </a:xfrm>
        </p:grpSpPr>
        <p:sp>
          <p:nvSpPr>
            <p:cNvPr id="7" name="矩形: 圆角 6"/>
            <p:cNvSpPr/>
            <p:nvPr/>
          </p:nvSpPr>
          <p:spPr>
            <a:xfrm>
              <a:off x="6819" y="3813"/>
              <a:ext cx="5564" cy="2114"/>
            </a:xfrm>
            <a:custGeom>
              <a:avLst/>
              <a:gdLst>
                <a:gd name="connsiteX0" fmla="*/ 0 w 3533307"/>
                <a:gd name="connsiteY0" fmla="*/ 85851 h 515094"/>
                <a:gd name="connsiteX1" fmla="*/ 85851 w 3533307"/>
                <a:gd name="connsiteY1" fmla="*/ 0 h 515094"/>
                <a:gd name="connsiteX2" fmla="*/ 657324 w 3533307"/>
                <a:gd name="connsiteY2" fmla="*/ 0 h 515094"/>
                <a:gd name="connsiteX3" fmla="*/ 1296029 w 3533307"/>
                <a:gd name="connsiteY3" fmla="*/ 0 h 515094"/>
                <a:gd name="connsiteX4" fmla="*/ 1968350 w 3533307"/>
                <a:gd name="connsiteY4" fmla="*/ 0 h 515094"/>
                <a:gd name="connsiteX5" fmla="*/ 2674287 w 3533307"/>
                <a:gd name="connsiteY5" fmla="*/ 0 h 515094"/>
                <a:gd name="connsiteX6" fmla="*/ 3447456 w 3533307"/>
                <a:gd name="connsiteY6" fmla="*/ 0 h 515094"/>
                <a:gd name="connsiteX7" fmla="*/ 3533307 w 3533307"/>
                <a:gd name="connsiteY7" fmla="*/ 85851 h 515094"/>
                <a:gd name="connsiteX8" fmla="*/ 3533307 w 3533307"/>
                <a:gd name="connsiteY8" fmla="*/ 429243 h 515094"/>
                <a:gd name="connsiteX9" fmla="*/ 3447456 w 3533307"/>
                <a:gd name="connsiteY9" fmla="*/ 515094 h 515094"/>
                <a:gd name="connsiteX10" fmla="*/ 2808751 w 3533307"/>
                <a:gd name="connsiteY10" fmla="*/ 515094 h 515094"/>
                <a:gd name="connsiteX11" fmla="*/ 2136430 w 3533307"/>
                <a:gd name="connsiteY11" fmla="*/ 515094 h 515094"/>
                <a:gd name="connsiteX12" fmla="*/ 1531341 w 3533307"/>
                <a:gd name="connsiteY12" fmla="*/ 515094 h 515094"/>
                <a:gd name="connsiteX13" fmla="*/ 825404 w 3533307"/>
                <a:gd name="connsiteY13" fmla="*/ 515094 h 515094"/>
                <a:gd name="connsiteX14" fmla="*/ 85851 w 3533307"/>
                <a:gd name="connsiteY14" fmla="*/ 515094 h 515094"/>
                <a:gd name="connsiteX15" fmla="*/ 0 w 3533307"/>
                <a:gd name="connsiteY15" fmla="*/ 429243 h 515094"/>
                <a:gd name="connsiteX16" fmla="*/ 0 w 3533307"/>
                <a:gd name="connsiteY16" fmla="*/ 85851 h 51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33307" h="515094" fill="none" extrusionOk="0">
                  <a:moveTo>
                    <a:pt x="0" y="85851"/>
                  </a:moveTo>
                  <a:cubicBezTo>
                    <a:pt x="-5847" y="37964"/>
                    <a:pt x="34484" y="-8187"/>
                    <a:pt x="85851" y="0"/>
                  </a:cubicBezTo>
                  <a:cubicBezTo>
                    <a:pt x="339441" y="-6963"/>
                    <a:pt x="461482" y="21968"/>
                    <a:pt x="657324" y="0"/>
                  </a:cubicBezTo>
                  <a:cubicBezTo>
                    <a:pt x="853166" y="-21968"/>
                    <a:pt x="980360" y="31055"/>
                    <a:pt x="1296029" y="0"/>
                  </a:cubicBezTo>
                  <a:cubicBezTo>
                    <a:pt x="1611698" y="-31055"/>
                    <a:pt x="1803655" y="-7968"/>
                    <a:pt x="1968350" y="0"/>
                  </a:cubicBezTo>
                  <a:cubicBezTo>
                    <a:pt x="2133045" y="7968"/>
                    <a:pt x="2431684" y="22353"/>
                    <a:pt x="2674287" y="0"/>
                  </a:cubicBezTo>
                  <a:cubicBezTo>
                    <a:pt x="2916890" y="-22353"/>
                    <a:pt x="3240467" y="21496"/>
                    <a:pt x="3447456" y="0"/>
                  </a:cubicBezTo>
                  <a:cubicBezTo>
                    <a:pt x="3489205" y="2274"/>
                    <a:pt x="3536428" y="41805"/>
                    <a:pt x="3533307" y="85851"/>
                  </a:cubicBezTo>
                  <a:cubicBezTo>
                    <a:pt x="3534992" y="220629"/>
                    <a:pt x="3522441" y="354140"/>
                    <a:pt x="3533307" y="429243"/>
                  </a:cubicBezTo>
                  <a:cubicBezTo>
                    <a:pt x="3529897" y="479885"/>
                    <a:pt x="3491272" y="513151"/>
                    <a:pt x="3447456" y="515094"/>
                  </a:cubicBezTo>
                  <a:cubicBezTo>
                    <a:pt x="3150424" y="528538"/>
                    <a:pt x="3014714" y="489267"/>
                    <a:pt x="2808751" y="515094"/>
                  </a:cubicBezTo>
                  <a:cubicBezTo>
                    <a:pt x="2602789" y="540921"/>
                    <a:pt x="2444177" y="502699"/>
                    <a:pt x="2136430" y="515094"/>
                  </a:cubicBezTo>
                  <a:cubicBezTo>
                    <a:pt x="1828683" y="527489"/>
                    <a:pt x="1714624" y="518799"/>
                    <a:pt x="1531341" y="515094"/>
                  </a:cubicBezTo>
                  <a:cubicBezTo>
                    <a:pt x="1348058" y="511389"/>
                    <a:pt x="1059378" y="548387"/>
                    <a:pt x="825404" y="515094"/>
                  </a:cubicBezTo>
                  <a:cubicBezTo>
                    <a:pt x="591430" y="481801"/>
                    <a:pt x="340264" y="520019"/>
                    <a:pt x="85851" y="515094"/>
                  </a:cubicBezTo>
                  <a:cubicBezTo>
                    <a:pt x="39457" y="506860"/>
                    <a:pt x="-1859" y="477115"/>
                    <a:pt x="0" y="429243"/>
                  </a:cubicBezTo>
                  <a:cubicBezTo>
                    <a:pt x="-564" y="316229"/>
                    <a:pt x="-1614" y="249855"/>
                    <a:pt x="0" y="85851"/>
                  </a:cubicBezTo>
                  <a:close/>
                </a:path>
                <a:path w="3533307" h="515094" stroke="0" extrusionOk="0">
                  <a:moveTo>
                    <a:pt x="0" y="85851"/>
                  </a:moveTo>
                  <a:cubicBezTo>
                    <a:pt x="182" y="40704"/>
                    <a:pt x="37648" y="8077"/>
                    <a:pt x="85851" y="0"/>
                  </a:cubicBezTo>
                  <a:cubicBezTo>
                    <a:pt x="401667" y="14768"/>
                    <a:pt x="588349" y="-3925"/>
                    <a:pt x="825404" y="0"/>
                  </a:cubicBezTo>
                  <a:cubicBezTo>
                    <a:pt x="1062459" y="3925"/>
                    <a:pt x="1167178" y="-23775"/>
                    <a:pt x="1464109" y="0"/>
                  </a:cubicBezTo>
                  <a:cubicBezTo>
                    <a:pt x="1761041" y="23775"/>
                    <a:pt x="1953501" y="-19600"/>
                    <a:pt x="2203662" y="0"/>
                  </a:cubicBezTo>
                  <a:cubicBezTo>
                    <a:pt x="2453823" y="19600"/>
                    <a:pt x="2591689" y="5066"/>
                    <a:pt x="2775135" y="0"/>
                  </a:cubicBezTo>
                  <a:cubicBezTo>
                    <a:pt x="2958581" y="-5066"/>
                    <a:pt x="3144887" y="5118"/>
                    <a:pt x="3447456" y="0"/>
                  </a:cubicBezTo>
                  <a:cubicBezTo>
                    <a:pt x="3486269" y="2440"/>
                    <a:pt x="3544046" y="35032"/>
                    <a:pt x="3533307" y="85851"/>
                  </a:cubicBezTo>
                  <a:cubicBezTo>
                    <a:pt x="3524893" y="229760"/>
                    <a:pt x="3524301" y="258224"/>
                    <a:pt x="3533307" y="429243"/>
                  </a:cubicBezTo>
                  <a:cubicBezTo>
                    <a:pt x="3521714" y="475187"/>
                    <a:pt x="3490145" y="517427"/>
                    <a:pt x="3447456" y="515094"/>
                  </a:cubicBezTo>
                  <a:cubicBezTo>
                    <a:pt x="3150709" y="542552"/>
                    <a:pt x="2936124" y="492988"/>
                    <a:pt x="2775135" y="515094"/>
                  </a:cubicBezTo>
                  <a:cubicBezTo>
                    <a:pt x="2614146" y="537200"/>
                    <a:pt x="2465840" y="496155"/>
                    <a:pt x="2203662" y="515094"/>
                  </a:cubicBezTo>
                  <a:cubicBezTo>
                    <a:pt x="1941484" y="534033"/>
                    <a:pt x="1802694" y="514977"/>
                    <a:pt x="1598573" y="515094"/>
                  </a:cubicBezTo>
                  <a:cubicBezTo>
                    <a:pt x="1394452" y="515211"/>
                    <a:pt x="1159383" y="522379"/>
                    <a:pt x="993484" y="515094"/>
                  </a:cubicBezTo>
                  <a:cubicBezTo>
                    <a:pt x="827585" y="507809"/>
                    <a:pt x="393870" y="487602"/>
                    <a:pt x="85851" y="515094"/>
                  </a:cubicBezTo>
                  <a:cubicBezTo>
                    <a:pt x="46369" y="521046"/>
                    <a:pt x="-2760" y="477173"/>
                    <a:pt x="0" y="429243"/>
                  </a:cubicBezTo>
                  <a:cubicBezTo>
                    <a:pt x="-9555" y="280869"/>
                    <a:pt x="10728" y="234386"/>
                    <a:pt x="0" y="85851"/>
                  </a:cubicBezTo>
                  <a:close/>
                </a:path>
              </a:pathLst>
            </a:custGeom>
            <a:gradFill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 scaled="0"/>
            </a:gradFill>
            <a:ln w="12700">
              <a:noFill/>
            </a:ln>
            <a:effectLst>
              <a:outerShdw blurRad="152400" dist="1270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6946" y="4038"/>
              <a:ext cx="5225" cy="1681"/>
            </a:xfrm>
            <a:prstGeom prst="rect">
              <a:avLst/>
            </a:prstGeom>
            <a:gradFill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 scaled="0"/>
            </a:gradFill>
            <a:ln w="12700">
              <a:noFill/>
            </a:ln>
            <a:effectLst>
              <a:outerShdw blurRad="152400" dist="1270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2400" b="1" dirty="0">
                  <a:solidFill>
                    <a:srgbClr val="21212F"/>
                  </a:solidFill>
                </a:rPr>
                <a:t>作品是自己的</a:t>
              </a:r>
              <a:endParaRPr lang="zh-CN" altLang="en-US" dirty="0"/>
            </a:p>
            <a:p>
              <a:r>
                <a:rPr lang="zh-CN" altLang="en-US" dirty="0"/>
                <a:t>借助参赛契机好好梳理自己的过往，规划未来</a:t>
              </a:r>
            </a:p>
          </p:txBody>
        </p:sp>
      </p:grp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23134" y="188047"/>
            <a:ext cx="4101161" cy="479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6C5B3"/>
                </a:solidFill>
                <a:latin typeface="Impact" panose="020B0806030902050204" pitchFamily="34" charset="0"/>
              </a:rPr>
              <a:t>参赛价值</a:t>
            </a:r>
          </a:p>
        </p:txBody>
      </p:sp>
      <p:sp>
        <p:nvSpPr>
          <p:cNvPr id="4" name="椭圆 3"/>
          <p:cNvSpPr/>
          <p:nvPr>
            <p:custDataLst>
              <p:tags r:id="rId4"/>
            </p:custDataLst>
          </p:nvPr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5"/>
            </p:custDataLst>
          </p:nvPr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228437" y="221261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691480" y="2247696"/>
            <a:ext cx="2060908" cy="865039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3" name="文本框 2"/>
          <p:cNvSpPr txBox="1"/>
          <p:nvPr/>
        </p:nvSpPr>
        <p:spPr>
          <a:xfrm>
            <a:off x="725890" y="2340437"/>
            <a:ext cx="21342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50" dirty="0">
                <a:solidFill>
                  <a:schemeClr val="bg1"/>
                </a:solidFill>
              </a:rPr>
              <a:t>求职综合能力</a:t>
            </a:r>
            <a:endParaRPr lang="en-US" altLang="zh-CN" sz="1350" dirty="0">
              <a:solidFill>
                <a:schemeClr val="bg1"/>
              </a:solidFill>
            </a:endParaRPr>
          </a:p>
          <a:p>
            <a:r>
              <a:rPr lang="zh-CN" altLang="en-US" sz="1350" dirty="0">
                <a:solidFill>
                  <a:schemeClr val="bg1"/>
                </a:solidFill>
              </a:rPr>
              <a:t>（参赛竞争力）初阶优化</a:t>
            </a:r>
            <a:endParaRPr lang="en-US" altLang="zh-CN" sz="1350" dirty="0">
              <a:solidFill>
                <a:schemeClr val="bg1"/>
              </a:solidFill>
            </a:endParaRPr>
          </a:p>
          <a:p>
            <a:r>
              <a:rPr lang="en-US" altLang="zh-CN" sz="1350" dirty="0">
                <a:solidFill>
                  <a:schemeClr val="bg1"/>
                </a:solidFill>
              </a:rPr>
              <a:t>2023</a:t>
            </a:r>
            <a:r>
              <a:rPr lang="zh-CN" altLang="en-US" sz="1350" dirty="0">
                <a:solidFill>
                  <a:schemeClr val="bg1"/>
                </a:solidFill>
              </a:rPr>
              <a:t>年</a:t>
            </a:r>
            <a:r>
              <a:rPr lang="en-US" altLang="zh-CN" sz="1350" dirty="0">
                <a:solidFill>
                  <a:schemeClr val="bg1"/>
                </a:solidFill>
              </a:rPr>
              <a:t>11</a:t>
            </a:r>
            <a:r>
              <a:rPr lang="zh-CN" altLang="en-US" sz="1350" dirty="0">
                <a:solidFill>
                  <a:schemeClr val="bg1"/>
                </a:solidFill>
              </a:rPr>
              <a:t>月</a:t>
            </a:r>
            <a:r>
              <a:rPr lang="en-US" altLang="zh-CN" sz="1350" dirty="0">
                <a:solidFill>
                  <a:schemeClr val="bg1"/>
                </a:solidFill>
              </a:rPr>
              <a:t>20</a:t>
            </a:r>
            <a:r>
              <a:rPr lang="zh-CN" altLang="en-US" sz="1350" dirty="0">
                <a:solidFill>
                  <a:schemeClr val="bg1"/>
                </a:solidFill>
              </a:rPr>
              <a:t>日前完成</a:t>
            </a:r>
          </a:p>
          <a:p>
            <a:endParaRPr lang="zh-CN" altLang="en-US" sz="1350" dirty="0">
              <a:solidFill>
                <a:schemeClr val="bg1"/>
              </a:solidFill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2771795" y="919067"/>
            <a:ext cx="961548" cy="3596105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: 圆角 6"/>
          <p:cNvSpPr/>
          <p:nvPr/>
        </p:nvSpPr>
        <p:spPr>
          <a:xfrm>
            <a:off x="3487564" y="1159185"/>
            <a:ext cx="1735528" cy="35788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招聘考测体系认知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3487564" y="1857440"/>
            <a:ext cx="1735528" cy="33065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 dirty="0"/>
          </a:p>
          <a:p>
            <a:pPr algn="ctr"/>
            <a:r>
              <a:rPr lang="zh-CN" altLang="en-US" sz="1100" dirty="0"/>
              <a:t>高端能力优化训练</a:t>
            </a:r>
          </a:p>
          <a:p>
            <a:pPr algn="ctr"/>
            <a:endParaRPr lang="zh-CN" altLang="en-US" sz="1100" dirty="0"/>
          </a:p>
        </p:txBody>
      </p:sp>
      <p:sp>
        <p:nvSpPr>
          <p:cNvPr id="9" name="矩形: 圆角 8"/>
          <p:cNvSpPr/>
          <p:nvPr/>
        </p:nvSpPr>
        <p:spPr>
          <a:xfrm>
            <a:off x="3487564" y="2538177"/>
            <a:ext cx="1735529" cy="35788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/>
              <a:t>求职资历提炼与增强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3487564" y="3191681"/>
            <a:ext cx="1735528" cy="35788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应聘技法学习训练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3487564" y="3899653"/>
            <a:ext cx="1735528" cy="35788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参赛模拟训练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5417127" y="1023225"/>
            <a:ext cx="1388424" cy="62980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社会组织对人才的本质需求（即优秀的创造力）</a:t>
            </a:r>
          </a:p>
        </p:txBody>
      </p:sp>
      <p:cxnSp>
        <p:nvCxnSpPr>
          <p:cNvPr id="14" name="直接箭头连接符 13"/>
          <p:cNvCxnSpPr>
            <a:endCxn id="12" idx="1"/>
          </p:cNvCxnSpPr>
          <p:nvPr/>
        </p:nvCxnSpPr>
        <p:spPr>
          <a:xfrm>
            <a:off x="5223093" y="1338127"/>
            <a:ext cx="1940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左大括号 16"/>
          <p:cNvSpPr/>
          <p:nvPr/>
        </p:nvSpPr>
        <p:spPr>
          <a:xfrm>
            <a:off x="6799083" y="882161"/>
            <a:ext cx="340639" cy="951848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矩形: 圆角 17"/>
          <p:cNvSpPr/>
          <p:nvPr/>
        </p:nvSpPr>
        <p:spPr>
          <a:xfrm>
            <a:off x="7139721" y="882162"/>
            <a:ext cx="1680751" cy="33065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/>
              <a:t>创造力原理</a:t>
            </a:r>
            <a:endParaRPr lang="en-US" altLang="zh-CN" sz="1100" dirty="0"/>
          </a:p>
          <a:p>
            <a:pPr algn="ctr"/>
            <a:r>
              <a:rPr lang="zh-CN" altLang="en-US" sz="1100" dirty="0"/>
              <a:t>  （高端能力结构）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7139721" y="1487703"/>
            <a:ext cx="1680751" cy="33065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社会组织针对大学生的高端能力指标测评模型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5410658" y="1778763"/>
            <a:ext cx="1388424" cy="62980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社会组织对人才的本质需求（即优秀的创造力）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223093" y="2022766"/>
            <a:ext cx="1940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76537" y="15522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45"/>
          <p:cNvSpPr txBox="1"/>
          <p:nvPr/>
        </p:nvSpPr>
        <p:spPr>
          <a:xfrm>
            <a:off x="139685" y="227254"/>
            <a:ext cx="631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" name="标题 19"/>
          <p:cNvSpPr txBox="1"/>
          <p:nvPr/>
        </p:nvSpPr>
        <p:spPr>
          <a:xfrm>
            <a:off x="747536" y="227254"/>
            <a:ext cx="7518400" cy="442912"/>
          </a:xfr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参加比赛计划表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cs typeface="+mn-cs"/>
              </a:rPr>
              <a:t>—11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月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cs typeface="+mn-cs"/>
              </a:rPr>
              <a:t>20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日之前完成（基于通用模版创作）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3739" y="2746832"/>
            <a:ext cx="862375" cy="672949"/>
          </a:xfrm>
          <a:prstGeom prst="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100" dirty="0"/>
              <a:t>职业规划大赛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1907583" y="897079"/>
            <a:ext cx="754335" cy="4044540"/>
          </a:xfrm>
          <a:prstGeom prst="leftBrac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6" name="矩形: 圆角 5"/>
          <p:cNvSpPr/>
          <p:nvPr/>
        </p:nvSpPr>
        <p:spPr>
          <a:xfrm>
            <a:off x="2411827" y="2481215"/>
            <a:ext cx="1477010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基本就业目标适配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2447722" y="4432589"/>
            <a:ext cx="1405220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锁定适配分项赛道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3895805" y="1251968"/>
            <a:ext cx="638539" cy="2837860"/>
          </a:xfrm>
          <a:prstGeom prst="leftBrac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10" name="矩形: 圆角 9"/>
          <p:cNvSpPr/>
          <p:nvPr/>
        </p:nvSpPr>
        <p:spPr>
          <a:xfrm>
            <a:off x="4381279" y="1876419"/>
            <a:ext cx="1488617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行业与企业职能认知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4390360" y="1156224"/>
            <a:ext cx="1454233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基本就业目标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4383834" y="2325864"/>
            <a:ext cx="1460761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学科专业与企业职能契合度适配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4408514" y="3565010"/>
            <a:ext cx="1418065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企业职能兴趣度测评适配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4390360" y="2746832"/>
            <a:ext cx="1454235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企业职能兴趣度测评适配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4390360" y="3144189"/>
            <a:ext cx="1454233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行业场景擅长度测评适配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4436855" y="4026157"/>
            <a:ext cx="1380687" cy="3450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高适配度基本就业目标锁定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5882017" y="1037953"/>
            <a:ext cx="267336" cy="552089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18" name="矩形: 圆角 17"/>
          <p:cNvSpPr/>
          <p:nvPr/>
        </p:nvSpPr>
        <p:spPr>
          <a:xfrm>
            <a:off x="6184417" y="817003"/>
            <a:ext cx="1915975" cy="2379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X</a:t>
            </a:r>
            <a:r>
              <a:rPr lang="zh-CN" altLang="en-US" sz="1100" dirty="0"/>
              <a:t>：行业类别（</a:t>
            </a:r>
            <a:r>
              <a:rPr lang="en-US" altLang="zh-CN" sz="1100" dirty="0"/>
              <a:t>72</a:t>
            </a:r>
            <a:r>
              <a:rPr lang="zh-CN" altLang="en-US" sz="1100" dirty="0"/>
              <a:t>个行业）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6186773" y="1135971"/>
            <a:ext cx="1415753" cy="23793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Y</a:t>
            </a:r>
            <a:r>
              <a:rPr lang="zh-CN" altLang="en-US" sz="1100" dirty="0"/>
              <a:t>：企业职能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6184417" y="1426584"/>
            <a:ext cx="2053730" cy="323333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72</a:t>
            </a:r>
            <a:r>
              <a:rPr lang="zh-CN" altLang="en-US" sz="1100" dirty="0"/>
              <a:t>个行业类别</a:t>
            </a:r>
            <a:r>
              <a:rPr lang="en-US" altLang="zh-CN" sz="1100" dirty="0"/>
              <a:t>×6</a:t>
            </a:r>
            <a:r>
              <a:rPr lang="zh-CN" altLang="en-US" sz="1100" dirty="0"/>
              <a:t>类企业职能</a:t>
            </a:r>
            <a:r>
              <a:rPr lang="en-US" altLang="zh-CN" sz="1100" dirty="0"/>
              <a:t>=432</a:t>
            </a:r>
            <a:r>
              <a:rPr lang="zh-CN" altLang="en-US" sz="1100" dirty="0"/>
              <a:t>个就业目标</a:t>
            </a:r>
          </a:p>
        </p:txBody>
      </p:sp>
      <p:sp>
        <p:nvSpPr>
          <p:cNvPr id="21" name="左大括号 20"/>
          <p:cNvSpPr/>
          <p:nvPr/>
        </p:nvSpPr>
        <p:spPr>
          <a:xfrm>
            <a:off x="5882017" y="1799397"/>
            <a:ext cx="267336" cy="47615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0"/>
          </a:p>
        </p:txBody>
      </p:sp>
      <p:sp>
        <p:nvSpPr>
          <p:cNvPr id="22" name="矩形: 圆角 21"/>
          <p:cNvSpPr/>
          <p:nvPr/>
        </p:nvSpPr>
        <p:spPr>
          <a:xfrm>
            <a:off x="6142514" y="1782410"/>
            <a:ext cx="1418111" cy="248895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行业精要解析报告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6142514" y="2073486"/>
            <a:ext cx="1460012" cy="233784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企业职能解析通告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823763" y="2502816"/>
            <a:ext cx="22289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矩形: 圆角 28"/>
          <p:cNvSpPr/>
          <p:nvPr/>
        </p:nvSpPr>
        <p:spPr>
          <a:xfrm>
            <a:off x="6047626" y="2407317"/>
            <a:ext cx="1836742" cy="256137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基于知识关联的能力反馈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6053296" y="3597922"/>
            <a:ext cx="2608964" cy="34503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基于行业内涵与场景认知的情感反馈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6046663" y="3213084"/>
            <a:ext cx="2053730" cy="285269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/>
              <a:t>甚于职能内涵认知与初级模拟任务的能力</a:t>
            </a:r>
          </a:p>
        </p:txBody>
      </p:sp>
      <p:sp>
        <p:nvSpPr>
          <p:cNvPr id="32" name="矩形: 圆角 31"/>
          <p:cNvSpPr/>
          <p:nvPr/>
        </p:nvSpPr>
        <p:spPr>
          <a:xfrm>
            <a:off x="6046662" y="2806597"/>
            <a:ext cx="2053730" cy="27956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基于职能内涵认知的情感反馈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5823763" y="3337522"/>
            <a:ext cx="22289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826579" y="2903821"/>
            <a:ext cx="22289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802933" y="3737527"/>
            <a:ext cx="22289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45"/>
          <p:cNvSpPr txBox="1"/>
          <p:nvPr/>
        </p:nvSpPr>
        <p:spPr>
          <a:xfrm>
            <a:off x="216896" y="203119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6" name="标题 19"/>
          <p:cNvSpPr txBox="1"/>
          <p:nvPr/>
        </p:nvSpPr>
        <p:spPr>
          <a:xfrm>
            <a:off x="747395" y="227330"/>
            <a:ext cx="4332605" cy="442595"/>
          </a:xfrm>
        </p:spPr>
        <p:txBody>
          <a:bodyPr>
            <a:normAutofit fontScale="8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参加比赛计划表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cs typeface="+mn-cs"/>
              </a:rPr>
              <a:t>—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基于通用模版创作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386041" y="2301004"/>
            <a:ext cx="1326167" cy="553253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创造力原理</a:t>
            </a:r>
            <a:endParaRPr lang="en-US" altLang="zh-CN" sz="1100" dirty="0"/>
          </a:p>
          <a:p>
            <a:pPr algn="ctr"/>
            <a:r>
              <a:rPr lang="zh-CN" altLang="en-US" sz="1100" dirty="0"/>
              <a:t>（高端能力结构）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747739" y="1624707"/>
            <a:ext cx="457059" cy="1905849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: 圆角 3"/>
          <p:cNvSpPr/>
          <p:nvPr/>
        </p:nvSpPr>
        <p:spPr>
          <a:xfrm>
            <a:off x="2074562" y="1769489"/>
            <a:ext cx="1552276" cy="672653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高端能力（人类为社会组织创造价值的三类最重要能力）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2027832" y="2688756"/>
            <a:ext cx="1595394" cy="672653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最优适配高端能力结构，实现目标职业领域最优发展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3757142" y="2156618"/>
            <a:ext cx="1405584" cy="75106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社会组织针对大学生的高端能力指标测评模型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5187605" y="880699"/>
            <a:ext cx="459215" cy="3380511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: 圆角 7"/>
          <p:cNvSpPr/>
          <p:nvPr/>
        </p:nvSpPr>
        <p:spPr>
          <a:xfrm>
            <a:off x="5654277" y="398845"/>
            <a:ext cx="1107660" cy="67643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1277</a:t>
            </a:r>
            <a:r>
              <a:rPr lang="zh-CN" altLang="en-US" sz="1100" dirty="0"/>
              <a:t>家行业龙头企业与典型组织的完备人力筛选模型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5621095" y="1370102"/>
            <a:ext cx="1138336" cy="590727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学科知识能力指标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5649155" y="2908356"/>
            <a:ext cx="1138336" cy="590727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核心通用能力指标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5623601" y="4066637"/>
            <a:ext cx="1138336" cy="590727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企业职务能力指标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7070644" y="1182999"/>
            <a:ext cx="803667" cy="238363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学校档次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7939012" y="1193875"/>
            <a:ext cx="816625" cy="228658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学历层次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7070644" y="1512389"/>
            <a:ext cx="803667" cy="25710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学习成绩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7953477" y="1509260"/>
            <a:ext cx="802160" cy="240018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科研能力</a:t>
            </a:r>
          </a:p>
        </p:txBody>
      </p:sp>
      <p:sp>
        <p:nvSpPr>
          <p:cNvPr id="17" name="矩形: 圆角 16"/>
          <p:cNvSpPr/>
          <p:nvPr/>
        </p:nvSpPr>
        <p:spPr>
          <a:xfrm>
            <a:off x="7070644" y="1894533"/>
            <a:ext cx="803667" cy="246533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外语能力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7939012" y="1824076"/>
            <a:ext cx="802160" cy="33254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多元学科建设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6761937" y="1155849"/>
            <a:ext cx="457059" cy="1057489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左大括号 20"/>
          <p:cNvSpPr/>
          <p:nvPr/>
        </p:nvSpPr>
        <p:spPr>
          <a:xfrm>
            <a:off x="6798341" y="2470456"/>
            <a:ext cx="418926" cy="1459870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矩形: 圆角 21"/>
          <p:cNvSpPr/>
          <p:nvPr/>
        </p:nvSpPr>
        <p:spPr>
          <a:xfrm>
            <a:off x="8005530" y="2472225"/>
            <a:ext cx="810416" cy="19561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活动成果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7122387" y="2482527"/>
            <a:ext cx="803667" cy="17791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社团职务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8005530" y="2742639"/>
            <a:ext cx="936050" cy="20376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性格适配度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7128596" y="2761685"/>
            <a:ext cx="810416" cy="18569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形体魅力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8011948" y="3038132"/>
            <a:ext cx="820105" cy="18199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思维能力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7122387" y="3025082"/>
            <a:ext cx="816625" cy="21128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心理能量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8020166" y="3283300"/>
            <a:ext cx="820105" cy="23529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人格魅力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7122387" y="3303467"/>
            <a:ext cx="816625" cy="195616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语言表达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8028385" y="3577958"/>
            <a:ext cx="803668" cy="321775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复杂任务领导能力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7122387" y="3577959"/>
            <a:ext cx="803667" cy="33049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复杂任务执行能力</a:t>
            </a:r>
          </a:p>
        </p:txBody>
      </p:sp>
      <p:sp>
        <p:nvSpPr>
          <p:cNvPr id="32" name="左大括号 31"/>
          <p:cNvSpPr/>
          <p:nvPr/>
        </p:nvSpPr>
        <p:spPr>
          <a:xfrm>
            <a:off x="6761938" y="3993537"/>
            <a:ext cx="435996" cy="663827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矩形: 圆角 32"/>
          <p:cNvSpPr/>
          <p:nvPr/>
        </p:nvSpPr>
        <p:spPr>
          <a:xfrm>
            <a:off x="7128595" y="4363978"/>
            <a:ext cx="1410595" cy="23852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行业专属执行能力</a:t>
            </a:r>
          </a:p>
        </p:txBody>
      </p:sp>
      <p:sp>
        <p:nvSpPr>
          <p:cNvPr id="34" name="矩形: 圆角 33"/>
          <p:cNvSpPr/>
          <p:nvPr/>
        </p:nvSpPr>
        <p:spPr>
          <a:xfrm>
            <a:off x="7122387" y="4041638"/>
            <a:ext cx="1410158" cy="23852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行业通用执行能力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630946" y="2234629"/>
            <a:ext cx="901182" cy="45598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高端能力优化训练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557998" y="518076"/>
            <a:ext cx="750267" cy="4191144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: 圆角 3"/>
          <p:cNvSpPr/>
          <p:nvPr/>
        </p:nvSpPr>
        <p:spPr>
          <a:xfrm>
            <a:off x="2282394" y="716985"/>
            <a:ext cx="1159894" cy="34495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心理能量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2278083" y="1296791"/>
            <a:ext cx="1159893" cy="34495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复杂思维能力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2261913" y="2036426"/>
            <a:ext cx="1192232" cy="34495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语言表达能力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2240355" y="2759459"/>
            <a:ext cx="1187920" cy="304759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人格魅力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2216636" y="3524031"/>
            <a:ext cx="1211639" cy="344950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执行与领导能力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2261913" y="4001455"/>
            <a:ext cx="1103841" cy="295462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企业职务能力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2282394" y="4424927"/>
            <a:ext cx="1103841" cy="278425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训练任务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3775378" y="465682"/>
            <a:ext cx="905494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职业精神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3775378" y="785974"/>
            <a:ext cx="905494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心理素质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3437976" y="534501"/>
            <a:ext cx="280275" cy="538985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左大括号 19"/>
          <p:cNvSpPr/>
          <p:nvPr/>
        </p:nvSpPr>
        <p:spPr>
          <a:xfrm>
            <a:off x="3437976" y="1146253"/>
            <a:ext cx="275960" cy="68127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矩形: 圆角 20"/>
          <p:cNvSpPr/>
          <p:nvPr/>
        </p:nvSpPr>
        <p:spPr>
          <a:xfrm>
            <a:off x="4843647" y="1136363"/>
            <a:ext cx="905494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系统分析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3748424" y="1491202"/>
            <a:ext cx="1399639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超负荷信息处理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3758535" y="1136362"/>
            <a:ext cx="905494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逻辑推理</a:t>
            </a:r>
          </a:p>
        </p:txBody>
      </p:sp>
      <p:sp>
        <p:nvSpPr>
          <p:cNvPr id="24" name="左大括号 23"/>
          <p:cNvSpPr/>
          <p:nvPr/>
        </p:nvSpPr>
        <p:spPr>
          <a:xfrm>
            <a:off x="3455224" y="1868264"/>
            <a:ext cx="275960" cy="68127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5" name="矩形: 圆角 24"/>
          <p:cNvSpPr/>
          <p:nvPr/>
        </p:nvSpPr>
        <p:spPr>
          <a:xfrm>
            <a:off x="3751663" y="2234629"/>
            <a:ext cx="1252384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持续质疑辩论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3748424" y="1881705"/>
            <a:ext cx="1255623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复杂逻辑阐述</a:t>
            </a:r>
          </a:p>
        </p:txBody>
      </p:sp>
      <p:sp>
        <p:nvSpPr>
          <p:cNvPr id="27" name="左大括号 26"/>
          <p:cNvSpPr/>
          <p:nvPr/>
        </p:nvSpPr>
        <p:spPr>
          <a:xfrm>
            <a:off x="3437976" y="2584436"/>
            <a:ext cx="275960" cy="68127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矩形: 圆角 27"/>
          <p:cNvSpPr/>
          <p:nvPr/>
        </p:nvSpPr>
        <p:spPr>
          <a:xfrm>
            <a:off x="3732261" y="2966572"/>
            <a:ext cx="1008986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成就感激发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3748425" y="2613648"/>
            <a:ext cx="1008986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愉悦感激发</a:t>
            </a:r>
          </a:p>
        </p:txBody>
      </p:sp>
      <p:sp>
        <p:nvSpPr>
          <p:cNvPr id="30" name="左大括号 29"/>
          <p:cNvSpPr/>
          <p:nvPr/>
        </p:nvSpPr>
        <p:spPr>
          <a:xfrm>
            <a:off x="3467080" y="3288900"/>
            <a:ext cx="308298" cy="952102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1" name="矩形: 圆角 30"/>
          <p:cNvSpPr/>
          <p:nvPr/>
        </p:nvSpPr>
        <p:spPr>
          <a:xfrm>
            <a:off x="3720053" y="3319495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设定目标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3733530" y="3642267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推进任务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4669445" y="3652465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团队组建</a:t>
            </a:r>
          </a:p>
        </p:txBody>
      </p:sp>
      <p:sp>
        <p:nvSpPr>
          <p:cNvPr id="42" name="矩形: 圆角 41"/>
          <p:cNvSpPr/>
          <p:nvPr/>
        </p:nvSpPr>
        <p:spPr>
          <a:xfrm>
            <a:off x="5580112" y="3988655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团队激励</a:t>
            </a:r>
          </a:p>
        </p:txBody>
      </p:sp>
      <p:sp>
        <p:nvSpPr>
          <p:cNvPr id="43" name="矩形: 圆角 42"/>
          <p:cNvSpPr/>
          <p:nvPr/>
        </p:nvSpPr>
        <p:spPr>
          <a:xfrm>
            <a:off x="4664029" y="3988656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任务监督</a:t>
            </a:r>
          </a:p>
        </p:txBody>
      </p:sp>
      <p:sp>
        <p:nvSpPr>
          <p:cNvPr id="44" name="矩形: 圆角 43"/>
          <p:cNvSpPr/>
          <p:nvPr/>
        </p:nvSpPr>
        <p:spPr>
          <a:xfrm>
            <a:off x="5578236" y="3659702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任务分配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5580113" y="3330750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配置资源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4669446" y="3327603"/>
            <a:ext cx="823575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分解步骤</a:t>
            </a:r>
          </a:p>
        </p:txBody>
      </p:sp>
      <p:sp>
        <p:nvSpPr>
          <p:cNvPr id="47" name="矩形: 圆角 46"/>
          <p:cNvSpPr/>
          <p:nvPr/>
        </p:nvSpPr>
        <p:spPr>
          <a:xfrm>
            <a:off x="3734604" y="3979507"/>
            <a:ext cx="809024" cy="275961"/>
          </a:xfrm>
          <a:prstGeom prst="round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任务指导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2011512" y="1128029"/>
            <a:ext cx="5437804" cy="3201793"/>
          </a:xfrm>
          <a:custGeom>
            <a:avLst/>
            <a:gdLst>
              <a:gd name="T0" fmla="*/ 142252 w 9227"/>
              <a:gd name="T1" fmla="*/ 4270375 h 5432"/>
              <a:gd name="T2" fmla="*/ 6637895 w 9227"/>
              <a:gd name="T3" fmla="*/ 518860 h 5432"/>
              <a:gd name="T4" fmla="*/ 6732206 w 9227"/>
              <a:gd name="T5" fmla="*/ 681593 h 5432"/>
              <a:gd name="T6" fmla="*/ 7251700 w 9227"/>
              <a:gd name="T7" fmla="*/ 0 h 5432"/>
              <a:gd name="T8" fmla="*/ 6401333 w 9227"/>
              <a:gd name="T9" fmla="*/ 109275 h 5432"/>
              <a:gd name="T10" fmla="*/ 6495643 w 9227"/>
              <a:gd name="T11" fmla="*/ 272795 h 5432"/>
              <a:gd name="T12" fmla="*/ 0 w 9227"/>
              <a:gd name="T13" fmla="*/ 4024310 h 5432"/>
              <a:gd name="T14" fmla="*/ 142252 w 9227"/>
              <a:gd name="T15" fmla="*/ 4270375 h 5432"/>
              <a:gd name="T16" fmla="*/ 70733 w 9227"/>
              <a:gd name="T17" fmla="*/ 4146949 h 54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9227" h="5432">
                <a:moveTo>
                  <a:pt x="181" y="5432"/>
                </a:moveTo>
                <a:lnTo>
                  <a:pt x="8446" y="660"/>
                </a:lnTo>
                <a:lnTo>
                  <a:pt x="8566" y="867"/>
                </a:lnTo>
                <a:lnTo>
                  <a:pt x="9227" y="0"/>
                </a:lnTo>
                <a:lnTo>
                  <a:pt x="8145" y="139"/>
                </a:lnTo>
                <a:lnTo>
                  <a:pt x="8265" y="347"/>
                </a:lnTo>
                <a:lnTo>
                  <a:pt x="0" y="5119"/>
                </a:lnTo>
                <a:lnTo>
                  <a:pt x="181" y="5432"/>
                </a:lnTo>
                <a:close/>
                <a:moveTo>
                  <a:pt x="90" y="5275"/>
                </a:moveTo>
              </a:path>
            </a:pathLst>
          </a:cu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noFill/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3" name="Freeform 7"/>
          <p:cNvSpPr/>
          <p:nvPr/>
        </p:nvSpPr>
        <p:spPr bwMode="auto">
          <a:xfrm>
            <a:off x="2882895" y="3627569"/>
            <a:ext cx="172610" cy="172588"/>
          </a:xfrm>
          <a:custGeom>
            <a:avLst/>
            <a:gdLst>
              <a:gd name="T0" fmla="*/ 64421 w 293"/>
              <a:gd name="T1" fmla="*/ 27497 h 293"/>
              <a:gd name="T2" fmla="*/ 201906 w 293"/>
              <a:gd name="T3" fmla="*/ 64421 h 293"/>
              <a:gd name="T4" fmla="*/ 164981 w 293"/>
              <a:gd name="T5" fmla="*/ 202691 h 293"/>
              <a:gd name="T6" fmla="*/ 27497 w 293"/>
              <a:gd name="T7" fmla="*/ 165767 h 293"/>
              <a:gd name="T8" fmla="*/ 64421 w 293"/>
              <a:gd name="T9" fmla="*/ 27497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3" h="293">
                <a:moveTo>
                  <a:pt x="82" y="35"/>
                </a:moveTo>
                <a:cubicBezTo>
                  <a:pt x="143" y="0"/>
                  <a:pt x="222" y="21"/>
                  <a:pt x="257" y="82"/>
                </a:cubicBezTo>
                <a:cubicBezTo>
                  <a:pt x="293" y="144"/>
                  <a:pt x="272" y="222"/>
                  <a:pt x="210" y="258"/>
                </a:cubicBezTo>
                <a:cubicBezTo>
                  <a:pt x="149" y="293"/>
                  <a:pt x="70" y="272"/>
                  <a:pt x="35" y="211"/>
                </a:cubicBezTo>
                <a:cubicBezTo>
                  <a:pt x="0" y="149"/>
                  <a:pt x="21" y="71"/>
                  <a:pt x="82" y="35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14" name="Freeform 8"/>
          <p:cNvSpPr/>
          <p:nvPr/>
        </p:nvSpPr>
        <p:spPr bwMode="auto">
          <a:xfrm>
            <a:off x="3950695" y="3013396"/>
            <a:ext cx="172609" cy="171397"/>
          </a:xfrm>
          <a:custGeom>
            <a:avLst/>
            <a:gdLst>
              <a:gd name="T0" fmla="*/ 65207 w 293"/>
              <a:gd name="T1" fmla="*/ 27401 h 292"/>
              <a:gd name="T2" fmla="*/ 202690 w 293"/>
              <a:gd name="T3" fmla="*/ 64196 h 292"/>
              <a:gd name="T4" fmla="*/ 165766 w 293"/>
              <a:gd name="T5" fmla="*/ 201199 h 292"/>
              <a:gd name="T6" fmla="*/ 28282 w 293"/>
              <a:gd name="T7" fmla="*/ 164404 h 292"/>
              <a:gd name="T8" fmla="*/ 65207 w 293"/>
              <a:gd name="T9" fmla="*/ 27401 h 2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3" h="292">
                <a:moveTo>
                  <a:pt x="83" y="35"/>
                </a:moveTo>
                <a:cubicBezTo>
                  <a:pt x="144" y="0"/>
                  <a:pt x="223" y="21"/>
                  <a:pt x="258" y="82"/>
                </a:cubicBezTo>
                <a:cubicBezTo>
                  <a:pt x="293" y="143"/>
                  <a:pt x="272" y="222"/>
                  <a:pt x="211" y="257"/>
                </a:cubicBezTo>
                <a:cubicBezTo>
                  <a:pt x="150" y="292"/>
                  <a:pt x="71" y="271"/>
                  <a:pt x="36" y="210"/>
                </a:cubicBezTo>
                <a:cubicBezTo>
                  <a:pt x="0" y="149"/>
                  <a:pt x="21" y="70"/>
                  <a:pt x="83" y="3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15" name="Freeform 9"/>
          <p:cNvSpPr/>
          <p:nvPr/>
        </p:nvSpPr>
        <p:spPr bwMode="auto">
          <a:xfrm>
            <a:off x="5081588" y="2364707"/>
            <a:ext cx="172609" cy="172587"/>
          </a:xfrm>
          <a:custGeom>
            <a:avLst/>
            <a:gdLst>
              <a:gd name="T0" fmla="*/ 64421 w 293"/>
              <a:gd name="T1" fmla="*/ 27497 h 293"/>
              <a:gd name="T2" fmla="*/ 202690 w 293"/>
              <a:gd name="T3" fmla="*/ 64421 h 293"/>
              <a:gd name="T4" fmla="*/ 165766 w 293"/>
              <a:gd name="T5" fmla="*/ 202690 h 293"/>
              <a:gd name="T6" fmla="*/ 27497 w 293"/>
              <a:gd name="T7" fmla="*/ 165766 h 293"/>
              <a:gd name="T8" fmla="*/ 64421 w 293"/>
              <a:gd name="T9" fmla="*/ 27497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3" h="293">
                <a:moveTo>
                  <a:pt x="82" y="35"/>
                </a:moveTo>
                <a:cubicBezTo>
                  <a:pt x="144" y="0"/>
                  <a:pt x="222" y="21"/>
                  <a:pt x="258" y="82"/>
                </a:cubicBezTo>
                <a:cubicBezTo>
                  <a:pt x="293" y="144"/>
                  <a:pt x="272" y="222"/>
                  <a:pt x="211" y="258"/>
                </a:cubicBezTo>
                <a:cubicBezTo>
                  <a:pt x="149" y="293"/>
                  <a:pt x="71" y="272"/>
                  <a:pt x="35" y="211"/>
                </a:cubicBezTo>
                <a:cubicBezTo>
                  <a:pt x="0" y="149"/>
                  <a:pt x="21" y="71"/>
                  <a:pt x="82" y="3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16" name="Freeform 10"/>
          <p:cNvSpPr/>
          <p:nvPr/>
        </p:nvSpPr>
        <p:spPr bwMode="auto">
          <a:xfrm>
            <a:off x="6156529" y="1743392"/>
            <a:ext cx="172610" cy="173778"/>
          </a:xfrm>
          <a:custGeom>
            <a:avLst/>
            <a:gdLst>
              <a:gd name="T0" fmla="*/ 64421 w 293"/>
              <a:gd name="T1" fmla="*/ 28477 h 293"/>
              <a:gd name="T2" fmla="*/ 201906 w 293"/>
              <a:gd name="T3" fmla="*/ 65656 h 293"/>
              <a:gd name="T4" fmla="*/ 165767 w 293"/>
              <a:gd name="T5" fmla="*/ 204089 h 293"/>
              <a:gd name="T6" fmla="*/ 27497 w 293"/>
              <a:gd name="T7" fmla="*/ 166910 h 293"/>
              <a:gd name="T8" fmla="*/ 64421 w 293"/>
              <a:gd name="T9" fmla="*/ 28477 h 2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3" h="293">
                <a:moveTo>
                  <a:pt x="82" y="36"/>
                </a:moveTo>
                <a:cubicBezTo>
                  <a:pt x="144" y="0"/>
                  <a:pt x="222" y="21"/>
                  <a:pt x="257" y="83"/>
                </a:cubicBezTo>
                <a:cubicBezTo>
                  <a:pt x="293" y="144"/>
                  <a:pt x="272" y="223"/>
                  <a:pt x="211" y="258"/>
                </a:cubicBezTo>
                <a:cubicBezTo>
                  <a:pt x="149" y="293"/>
                  <a:pt x="71" y="272"/>
                  <a:pt x="35" y="211"/>
                </a:cubicBezTo>
                <a:cubicBezTo>
                  <a:pt x="0" y="150"/>
                  <a:pt x="21" y="71"/>
                  <a:pt x="82" y="3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17" name="Freeform 11"/>
          <p:cNvSpPr/>
          <p:nvPr/>
        </p:nvSpPr>
        <p:spPr bwMode="auto">
          <a:xfrm>
            <a:off x="1159177" y="3191935"/>
            <a:ext cx="1743955" cy="504669"/>
          </a:xfrm>
          <a:custGeom>
            <a:avLst/>
            <a:gdLst>
              <a:gd name="T0" fmla="*/ 2325688 w 2959"/>
              <a:gd name="T1" fmla="*/ 673100 h 856"/>
              <a:gd name="T2" fmla="*/ 0 w 2959"/>
              <a:gd name="T3" fmla="*/ 673100 h 856"/>
              <a:gd name="T4" fmla="*/ 0 w 2959"/>
              <a:gd name="T5" fmla="*/ 0 h 8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59" h="856">
                <a:moveTo>
                  <a:pt x="2959" y="856"/>
                </a:moveTo>
                <a:lnTo>
                  <a:pt x="0" y="856"/>
                </a:lnTo>
                <a:lnTo>
                  <a:pt x="0" y="0"/>
                </a:lnTo>
              </a:path>
            </a:pathLst>
          </a:custGeom>
          <a:noFill/>
          <a:ln w="10" cap="flat" cmpd="sng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18" name="Freeform 12"/>
          <p:cNvSpPr/>
          <p:nvPr/>
        </p:nvSpPr>
        <p:spPr bwMode="auto">
          <a:xfrm>
            <a:off x="3337632" y="1944546"/>
            <a:ext cx="1743955" cy="503479"/>
          </a:xfrm>
          <a:custGeom>
            <a:avLst/>
            <a:gdLst>
              <a:gd name="T0" fmla="*/ 2325688 w 2959"/>
              <a:gd name="T1" fmla="*/ 671513 h 855"/>
              <a:gd name="T2" fmla="*/ 0 w 2959"/>
              <a:gd name="T3" fmla="*/ 671513 h 855"/>
              <a:gd name="T4" fmla="*/ 0 w 2959"/>
              <a:gd name="T5" fmla="*/ 0 h 8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59" h="855">
                <a:moveTo>
                  <a:pt x="2959" y="855"/>
                </a:moveTo>
                <a:lnTo>
                  <a:pt x="0" y="855"/>
                </a:lnTo>
                <a:lnTo>
                  <a:pt x="0" y="0"/>
                </a:lnTo>
              </a:path>
            </a:pathLst>
          </a:cu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chemeClr val="bg1"/>
              </a:solidFill>
            </a:endParaRPr>
          </a:p>
        </p:txBody>
      </p:sp>
      <p:sp>
        <p:nvSpPr>
          <p:cNvPr id="19" name="Freeform 13"/>
          <p:cNvSpPr/>
          <p:nvPr/>
        </p:nvSpPr>
        <p:spPr bwMode="auto">
          <a:xfrm>
            <a:off x="4094329" y="3116316"/>
            <a:ext cx="1283365" cy="241662"/>
          </a:xfrm>
          <a:custGeom>
            <a:avLst/>
            <a:gdLst>
              <a:gd name="T0" fmla="*/ 0 w 2959"/>
              <a:gd name="T1" fmla="*/ 0 h 855"/>
              <a:gd name="T2" fmla="*/ 2325687 w 2959"/>
              <a:gd name="T3" fmla="*/ 0 h 855"/>
              <a:gd name="T4" fmla="*/ 2325687 w 2959"/>
              <a:gd name="T5" fmla="*/ 671513 h 8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59" h="855">
                <a:moveTo>
                  <a:pt x="0" y="0"/>
                </a:moveTo>
                <a:lnTo>
                  <a:pt x="2959" y="0"/>
                </a:lnTo>
                <a:lnTo>
                  <a:pt x="2959" y="855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20" name="Freeform 14"/>
          <p:cNvSpPr/>
          <p:nvPr/>
        </p:nvSpPr>
        <p:spPr bwMode="auto">
          <a:xfrm>
            <a:off x="6295212" y="1830281"/>
            <a:ext cx="1743954" cy="504669"/>
          </a:xfrm>
          <a:custGeom>
            <a:avLst/>
            <a:gdLst>
              <a:gd name="T0" fmla="*/ 0 w 2959"/>
              <a:gd name="T1" fmla="*/ 0 h 855"/>
              <a:gd name="T2" fmla="*/ 2325687 w 2959"/>
              <a:gd name="T3" fmla="*/ 0 h 855"/>
              <a:gd name="T4" fmla="*/ 2325687 w 2959"/>
              <a:gd name="T5" fmla="*/ 673100 h 8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59" h="855">
                <a:moveTo>
                  <a:pt x="0" y="0"/>
                </a:moveTo>
                <a:lnTo>
                  <a:pt x="2959" y="0"/>
                </a:lnTo>
                <a:lnTo>
                  <a:pt x="2959" y="855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chemeClr val="bg1"/>
              </a:solidFill>
            </a:endParaRPr>
          </a:p>
        </p:txBody>
      </p:sp>
      <p:sp>
        <p:nvSpPr>
          <p:cNvPr id="23" name="TextBox 19"/>
          <p:cNvSpPr txBox="1">
            <a:spLocks noChangeArrowheads="1"/>
          </p:cNvSpPr>
          <p:nvPr/>
        </p:nvSpPr>
        <p:spPr bwMode="auto">
          <a:xfrm>
            <a:off x="228437" y="2471408"/>
            <a:ext cx="2313778" cy="418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确立目标与自我探索</a:t>
            </a:r>
          </a:p>
        </p:txBody>
      </p:sp>
      <p:sp>
        <p:nvSpPr>
          <p:cNvPr id="24" name="圆角矩形 20"/>
          <p:cNvSpPr>
            <a:spLocks noChangeArrowheads="1"/>
          </p:cNvSpPr>
          <p:nvPr/>
        </p:nvSpPr>
        <p:spPr bwMode="auto">
          <a:xfrm>
            <a:off x="2587673" y="1639839"/>
            <a:ext cx="1592772" cy="286852"/>
          </a:xfrm>
          <a:prstGeom prst="roundRect">
            <a:avLst>
              <a:gd name="adj" fmla="val 50000"/>
            </a:avLst>
          </a:prstGeom>
          <a:solidFill>
            <a:srgbClr val="04A8BA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25" name="TextBox 21"/>
          <p:cNvSpPr txBox="1">
            <a:spLocks noChangeArrowheads="1"/>
          </p:cNvSpPr>
          <p:nvPr/>
        </p:nvSpPr>
        <p:spPr bwMode="auto">
          <a:xfrm>
            <a:off x="2723379" y="1632698"/>
            <a:ext cx="13201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1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三年级</a:t>
            </a:r>
            <a:endParaRPr lang="en-US" sz="15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2"/>
          <p:cNvSpPr txBox="1">
            <a:spLocks noChangeArrowheads="1"/>
          </p:cNvSpPr>
          <p:nvPr/>
        </p:nvSpPr>
        <p:spPr bwMode="auto">
          <a:xfrm>
            <a:off x="2031154" y="1171573"/>
            <a:ext cx="287309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实务能力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+mn-ea"/>
              </a:rPr>
              <a:t>&amp;</a:t>
            </a:r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就业能力</a:t>
            </a:r>
          </a:p>
        </p:txBody>
      </p:sp>
      <p:sp>
        <p:nvSpPr>
          <p:cNvPr id="38" name="TextBox 26"/>
          <p:cNvSpPr txBox="1">
            <a:spLocks noChangeArrowheads="1"/>
          </p:cNvSpPr>
          <p:nvPr/>
        </p:nvSpPr>
        <p:spPr bwMode="auto">
          <a:xfrm>
            <a:off x="3477239" y="3703455"/>
            <a:ext cx="3729652" cy="418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基础能力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+mn-ea"/>
              </a:rPr>
              <a:t>&amp;</a:t>
            </a:r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具备经验</a:t>
            </a:r>
          </a:p>
        </p:txBody>
      </p:sp>
      <p:sp>
        <p:nvSpPr>
          <p:cNvPr id="39" name="圆角矩形 27"/>
          <p:cNvSpPr>
            <a:spLocks noChangeArrowheads="1"/>
          </p:cNvSpPr>
          <p:nvPr/>
        </p:nvSpPr>
        <p:spPr bwMode="auto">
          <a:xfrm>
            <a:off x="4546274" y="3394619"/>
            <a:ext cx="1591582" cy="285662"/>
          </a:xfrm>
          <a:prstGeom prst="roundRect">
            <a:avLst>
              <a:gd name="adj" fmla="val 50000"/>
            </a:avLst>
          </a:prstGeom>
          <a:solidFill>
            <a:srgbClr val="04A8BA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0" name="TextBox 28"/>
          <p:cNvSpPr txBox="1">
            <a:spLocks noChangeArrowheads="1"/>
          </p:cNvSpPr>
          <p:nvPr/>
        </p:nvSpPr>
        <p:spPr bwMode="auto">
          <a:xfrm>
            <a:off x="4724588" y="3394619"/>
            <a:ext cx="13201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1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二年级</a:t>
            </a:r>
            <a:endParaRPr lang="en-US" sz="15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29"/>
          <p:cNvSpPr txBox="1">
            <a:spLocks noChangeArrowheads="1"/>
          </p:cNvSpPr>
          <p:nvPr/>
        </p:nvSpPr>
        <p:spPr bwMode="auto">
          <a:xfrm>
            <a:off x="6782818" y="2682343"/>
            <a:ext cx="23611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就业战略</a:t>
            </a:r>
            <a:r>
              <a:rPr lang="en-US" altLang="zh-CN" b="1" dirty="0">
                <a:solidFill>
                  <a:schemeClr val="bg1"/>
                </a:solidFill>
                <a:latin typeface="+mn-lt"/>
                <a:ea typeface="+mn-ea"/>
              </a:rPr>
              <a:t>&amp;</a:t>
            </a:r>
            <a:r>
              <a:rPr lang="zh-CN" altLang="en-US" b="1" dirty="0">
                <a:solidFill>
                  <a:schemeClr val="bg1"/>
                </a:solidFill>
                <a:latin typeface="+mn-lt"/>
                <a:ea typeface="+mn-ea"/>
              </a:rPr>
              <a:t>实战应试</a:t>
            </a:r>
          </a:p>
          <a:p>
            <a:pPr algn="ctr" eaLnBrk="1" hangingPunct="1"/>
            <a:endParaRPr lang="zh-CN" altLang="en-US" b="1" dirty="0"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23134" y="188047"/>
            <a:ext cx="4101161" cy="433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大学生的职业发展规划</a:t>
            </a:r>
          </a:p>
        </p:txBody>
      </p:sp>
      <p:sp>
        <p:nvSpPr>
          <p:cNvPr id="5" name="椭圆 4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8437" y="221261"/>
            <a:ext cx="514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圆角矩形 20"/>
          <p:cNvSpPr>
            <a:spLocks noChangeArrowheads="1"/>
          </p:cNvSpPr>
          <p:nvPr/>
        </p:nvSpPr>
        <p:spPr bwMode="auto">
          <a:xfrm>
            <a:off x="445079" y="2893961"/>
            <a:ext cx="1592772" cy="286852"/>
          </a:xfrm>
          <a:prstGeom prst="roundRect">
            <a:avLst>
              <a:gd name="adj" fmla="val 50000"/>
            </a:avLst>
          </a:prstGeom>
          <a:solidFill>
            <a:srgbClr val="04A8BA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9" name="TextBox 21"/>
          <p:cNvSpPr txBox="1">
            <a:spLocks noChangeArrowheads="1"/>
          </p:cNvSpPr>
          <p:nvPr/>
        </p:nvSpPr>
        <p:spPr bwMode="auto">
          <a:xfrm>
            <a:off x="539083" y="2890241"/>
            <a:ext cx="13201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1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一年级</a:t>
            </a:r>
            <a:endParaRPr lang="en-US" sz="15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20"/>
          <p:cNvSpPr>
            <a:spLocks noChangeArrowheads="1"/>
          </p:cNvSpPr>
          <p:nvPr/>
        </p:nvSpPr>
        <p:spPr bwMode="auto">
          <a:xfrm>
            <a:off x="7227104" y="2341048"/>
            <a:ext cx="1592772" cy="286852"/>
          </a:xfrm>
          <a:prstGeom prst="roundRect">
            <a:avLst>
              <a:gd name="adj" fmla="val 50000"/>
            </a:avLst>
          </a:prstGeom>
          <a:solidFill>
            <a:srgbClr val="04A8BA"/>
          </a:solidFill>
          <a:ln>
            <a:noFill/>
          </a:ln>
        </p:spPr>
        <p:txBody>
          <a:bodyPr/>
          <a:lstStyle/>
          <a:p>
            <a:pPr defTabSz="685800"/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11" name="TextBox 21"/>
          <p:cNvSpPr txBox="1">
            <a:spLocks noChangeArrowheads="1"/>
          </p:cNvSpPr>
          <p:nvPr/>
        </p:nvSpPr>
        <p:spPr bwMode="auto">
          <a:xfrm>
            <a:off x="7363406" y="2334950"/>
            <a:ext cx="13201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1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四年级</a:t>
            </a:r>
            <a:endParaRPr lang="en-US" sz="15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4000">
        <p14:warp dir="in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3" grpId="0" autoUpdateAnimBg="0"/>
      <p:bldP spid="24" grpId="0" bldLvl="0" animBg="1" autoUpdateAnimBg="0"/>
      <p:bldP spid="25" grpId="0" autoUpdateAnimBg="0"/>
      <p:bldP spid="26" grpId="0" autoUpdateAnimBg="0"/>
      <p:bldP spid="38" grpId="0" autoUpdateAnimBg="0"/>
      <p:bldP spid="39" grpId="0" bldLvl="0" animBg="1" autoUpdateAnimBg="0"/>
      <p:bldP spid="40" grpId="0" autoUpdateAnimBg="0"/>
      <p:bldP spid="41" grpId="0" autoUpdateAnimBg="0"/>
      <p:bldP spid="8" grpId="0" bldLvl="0" animBg="1" autoUpdateAnimBg="0"/>
      <p:bldP spid="9" grpId="0" autoUpdateAnimBg="0"/>
      <p:bldP spid="10" grpId="0" bldLvl="0" animBg="1" autoUpdateAnimBg="0"/>
      <p:bldP spid="1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6"/>
          <p:cNvSpPr>
            <a:spLocks noChangeArrowheads="1"/>
          </p:cNvSpPr>
          <p:nvPr/>
        </p:nvSpPr>
        <p:spPr bwMode="auto">
          <a:xfrm>
            <a:off x="527822" y="775775"/>
            <a:ext cx="1686814" cy="1686595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 flipV="1">
            <a:off x="2129869" y="1214574"/>
            <a:ext cx="2026599" cy="3570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2141129" y="1958029"/>
            <a:ext cx="1151773" cy="629359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1382290" y="2481687"/>
            <a:ext cx="0" cy="119978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4200513" y="761086"/>
            <a:ext cx="927332" cy="92721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4274318" y="834881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7" name="Oval 12"/>
          <p:cNvSpPr>
            <a:spLocks noChangeArrowheads="1"/>
          </p:cNvSpPr>
          <p:nvPr/>
        </p:nvSpPr>
        <p:spPr bwMode="auto">
          <a:xfrm>
            <a:off x="3292902" y="2389533"/>
            <a:ext cx="927331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3377421" y="2475233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918029" y="3677895"/>
            <a:ext cx="927332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1002549" y="3762405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633521" y="890313"/>
            <a:ext cx="1496348" cy="149734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Box 18"/>
          <p:cNvSpPr txBox="1">
            <a:spLocks noChangeArrowheads="1"/>
          </p:cNvSpPr>
          <p:nvPr/>
        </p:nvSpPr>
        <p:spPr bwMode="auto">
          <a:xfrm>
            <a:off x="515827" y="977772"/>
            <a:ext cx="1686814" cy="1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100" b="1" dirty="0">
                <a:solidFill>
                  <a:schemeClr val="bg1"/>
                </a:solidFill>
              </a:rPr>
              <a:t>一年级</a:t>
            </a:r>
            <a:endParaRPr lang="en-US" altLang="zh-CN" sz="2100" b="1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sz="2100" b="1" dirty="0">
                <a:solidFill>
                  <a:schemeClr val="bg1"/>
                </a:solidFill>
              </a:rPr>
              <a:t>确立目标与自我探索</a:t>
            </a:r>
          </a:p>
        </p:txBody>
      </p:sp>
      <p:sp>
        <p:nvSpPr>
          <p:cNvPr id="53" name="TextBox 19"/>
          <p:cNvSpPr txBox="1">
            <a:spLocks noChangeArrowheads="1"/>
          </p:cNvSpPr>
          <p:nvPr/>
        </p:nvSpPr>
        <p:spPr bwMode="auto">
          <a:xfrm>
            <a:off x="1052546" y="3899284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700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20"/>
          <p:cNvSpPr txBox="1">
            <a:spLocks noChangeArrowheads="1"/>
          </p:cNvSpPr>
          <p:nvPr/>
        </p:nvSpPr>
        <p:spPr bwMode="auto">
          <a:xfrm>
            <a:off x="3416705" y="2628775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7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21"/>
          <p:cNvSpPr txBox="1">
            <a:spLocks noChangeArrowheads="1"/>
          </p:cNvSpPr>
          <p:nvPr/>
        </p:nvSpPr>
        <p:spPr bwMode="auto">
          <a:xfrm>
            <a:off x="4324315" y="959042"/>
            <a:ext cx="651156" cy="55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3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23"/>
          <p:cNvSpPr txBox="1">
            <a:spLocks noChangeArrowheads="1"/>
          </p:cNvSpPr>
          <p:nvPr/>
        </p:nvSpPr>
        <p:spPr bwMode="auto">
          <a:xfrm>
            <a:off x="5201650" y="959042"/>
            <a:ext cx="3217911" cy="61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165">
              <a:lnSpc>
                <a:spcPct val="125000"/>
              </a:lnSpc>
              <a:buSzPct val="25000"/>
              <a:defRPr/>
            </a:pPr>
            <a:r>
              <a:rPr lang="zh-CN" altLang="en-US" sz="1500" b="1" dirty="0">
                <a:solidFill>
                  <a:schemeClr val="bg1"/>
                </a:solidFill>
              </a:rPr>
              <a:t>构建人生意义与蓝图</a:t>
            </a:r>
            <a:r>
              <a:rPr lang="zh-CN" altLang="en-US" sz="1350" dirty="0">
                <a:solidFill>
                  <a:schemeClr val="bg1"/>
                </a:solidFill>
              </a:rPr>
              <a:t>：梦想，蓝图，目标，价值观生活的哲学等</a:t>
            </a:r>
            <a:endParaRPr lang="en-US" altLang="zh-CN" sz="1350" dirty="0">
              <a:solidFill>
                <a:schemeClr val="bg1"/>
              </a:solidFill>
            </a:endParaRPr>
          </a:p>
        </p:txBody>
      </p:sp>
      <p:sp>
        <p:nvSpPr>
          <p:cNvPr id="57" name="TextBox 24"/>
          <p:cNvSpPr txBox="1">
            <a:spLocks noChangeArrowheads="1"/>
          </p:cNvSpPr>
          <p:nvPr/>
        </p:nvSpPr>
        <p:spPr bwMode="auto">
          <a:xfrm>
            <a:off x="4304752" y="2628775"/>
            <a:ext cx="3557791" cy="874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适应大学生活</a:t>
            </a:r>
            <a:r>
              <a:rPr lang="en-US" altLang="zh-CN" sz="1500" b="1" dirty="0">
                <a:solidFill>
                  <a:schemeClr val="bg1"/>
                </a:solidFill>
              </a:rPr>
              <a:t>&amp;</a:t>
            </a:r>
            <a:r>
              <a:rPr lang="zh-CN" altLang="en-US" sz="1500" b="1" dirty="0">
                <a:solidFill>
                  <a:schemeClr val="bg1"/>
                </a:solidFill>
              </a:rPr>
              <a:t>前途探索</a:t>
            </a:r>
            <a:r>
              <a:rPr lang="zh-CN" altLang="en-US" sz="1350" dirty="0">
                <a:solidFill>
                  <a:schemeClr val="bg1"/>
                </a:solidFill>
              </a:rPr>
              <a:t>：学分，兴趣小组，志愿服务，学校补助，教育过程，资格证，前途探索及咨询，对外活动等。</a:t>
            </a: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26"/>
          <p:cNvSpPr txBox="1">
            <a:spLocks noChangeArrowheads="1"/>
          </p:cNvSpPr>
          <p:nvPr/>
        </p:nvSpPr>
        <p:spPr bwMode="auto">
          <a:xfrm>
            <a:off x="1857779" y="3897424"/>
            <a:ext cx="4597377" cy="6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自我探索</a:t>
            </a:r>
            <a:r>
              <a:rPr lang="en-US" altLang="zh-CN" sz="1500" b="1" dirty="0">
                <a:solidFill>
                  <a:schemeClr val="bg1"/>
                </a:solidFill>
              </a:rPr>
              <a:t>&amp;</a:t>
            </a:r>
            <a:r>
              <a:rPr lang="zh-CN" altLang="en-US" sz="1500" b="1" dirty="0">
                <a:solidFill>
                  <a:schemeClr val="bg1"/>
                </a:solidFill>
              </a:rPr>
              <a:t>积极的自我重塑</a:t>
            </a:r>
            <a:r>
              <a:rPr lang="zh-CN" altLang="en-US" sz="1350" dirty="0">
                <a:solidFill>
                  <a:schemeClr val="bg1"/>
                </a:solidFill>
              </a:rPr>
              <a:t>：性格检测，职业兴趣检测，读书，内容设定，重塑自尊，恢复自信等。</a:t>
            </a: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4000">
        <p14:warp dir="in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 autoUpdateAnimBg="0"/>
      <p:bldP spid="42" grpId="0" bldLvl="0" animBg="1"/>
      <p:bldP spid="43" grpId="0" bldLvl="0" animBg="1"/>
      <p:bldP spid="44" grpId="0" bldLvl="0" animBg="1"/>
      <p:bldP spid="45" grpId="0" bldLvl="0" animBg="1" autoUpdateAnimBg="0"/>
      <p:bldP spid="46" grpId="0" bldLvl="0" animBg="1" autoUpdateAnimBg="0"/>
      <p:bldP spid="47" grpId="0" bldLvl="0" animBg="1" autoUpdateAnimBg="0"/>
      <p:bldP spid="48" grpId="0" bldLvl="0" animBg="1" autoUpdateAnimBg="0"/>
      <p:bldP spid="49" grpId="0" bldLvl="0" animBg="1" autoUpdateAnimBg="0"/>
      <p:bldP spid="50" grpId="0" bldLvl="0" animBg="1" autoUpdateAnimBg="0"/>
      <p:bldP spid="51" grpId="0" bldLvl="0" animBg="1" autoUpdateAnimBg="0"/>
      <p:bldP spid="52" grpId="0" autoUpdateAnimBg="0"/>
      <p:bldP spid="53" grpId="0" autoUpdateAnimBg="0"/>
      <p:bldP spid="54" grpId="0" autoUpdateAnimBg="0"/>
      <p:bldP spid="55" grpId="0" animBg="1" autoUpdateAnimBg="0"/>
      <p:bldP spid="56" grpId="0" autoUpdateAnimBg="0"/>
      <p:bldP spid="57" grpId="0" autoUpdateAnimBg="0"/>
      <p:bldP spid="5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6"/>
          <p:cNvSpPr>
            <a:spLocks noChangeArrowheads="1"/>
          </p:cNvSpPr>
          <p:nvPr/>
        </p:nvSpPr>
        <p:spPr bwMode="auto">
          <a:xfrm>
            <a:off x="527822" y="775775"/>
            <a:ext cx="1686814" cy="1686595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2129869" y="1263534"/>
            <a:ext cx="2053804" cy="16334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2194275" y="1734884"/>
            <a:ext cx="1118988" cy="604382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1382290" y="2481687"/>
            <a:ext cx="0" cy="119978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4227718" y="826381"/>
            <a:ext cx="927332" cy="92721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4301523" y="900176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7" name="Oval 12"/>
          <p:cNvSpPr>
            <a:spLocks noChangeArrowheads="1"/>
          </p:cNvSpPr>
          <p:nvPr/>
        </p:nvSpPr>
        <p:spPr bwMode="auto">
          <a:xfrm>
            <a:off x="3292902" y="2052184"/>
            <a:ext cx="927331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3377421" y="2137884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918029" y="3677895"/>
            <a:ext cx="927332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1002549" y="3762405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633521" y="890313"/>
            <a:ext cx="1496348" cy="149734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2" name="TextBox 18"/>
          <p:cNvSpPr txBox="1">
            <a:spLocks noChangeArrowheads="1"/>
          </p:cNvSpPr>
          <p:nvPr/>
        </p:nvSpPr>
        <p:spPr bwMode="auto">
          <a:xfrm>
            <a:off x="585905" y="980602"/>
            <a:ext cx="1591580" cy="1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100" b="1" dirty="0">
                <a:solidFill>
                  <a:schemeClr val="bg1"/>
                </a:solidFill>
              </a:rPr>
              <a:t>二年级</a:t>
            </a:r>
            <a:endParaRPr lang="en-US" altLang="zh-CN" sz="2100" b="1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sz="2100" b="1" dirty="0">
                <a:solidFill>
                  <a:schemeClr val="bg1"/>
                </a:solidFill>
              </a:rPr>
              <a:t>基础能力</a:t>
            </a:r>
            <a:r>
              <a:rPr lang="en-US" altLang="zh-CN" sz="2100" b="1" dirty="0">
                <a:solidFill>
                  <a:schemeClr val="bg1"/>
                </a:solidFill>
              </a:rPr>
              <a:t>&amp;</a:t>
            </a:r>
            <a:r>
              <a:rPr lang="zh-CN" altLang="en-US" sz="2100" b="1" dirty="0">
                <a:solidFill>
                  <a:schemeClr val="bg1"/>
                </a:solidFill>
              </a:rPr>
              <a:t>具备经验</a:t>
            </a:r>
          </a:p>
        </p:txBody>
      </p:sp>
      <p:sp>
        <p:nvSpPr>
          <p:cNvPr id="53" name="TextBox 19"/>
          <p:cNvSpPr txBox="1">
            <a:spLocks noChangeArrowheads="1"/>
          </p:cNvSpPr>
          <p:nvPr/>
        </p:nvSpPr>
        <p:spPr bwMode="auto">
          <a:xfrm>
            <a:off x="1052546" y="3899284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700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20"/>
          <p:cNvSpPr txBox="1">
            <a:spLocks noChangeArrowheads="1"/>
          </p:cNvSpPr>
          <p:nvPr/>
        </p:nvSpPr>
        <p:spPr bwMode="auto">
          <a:xfrm>
            <a:off x="3416705" y="2291427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7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21"/>
          <p:cNvSpPr txBox="1">
            <a:spLocks noChangeArrowheads="1"/>
          </p:cNvSpPr>
          <p:nvPr/>
        </p:nvSpPr>
        <p:spPr bwMode="auto">
          <a:xfrm>
            <a:off x="4351521" y="1024337"/>
            <a:ext cx="651156" cy="55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3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23"/>
          <p:cNvSpPr txBox="1">
            <a:spLocks noChangeArrowheads="1"/>
          </p:cNvSpPr>
          <p:nvPr/>
        </p:nvSpPr>
        <p:spPr bwMode="auto">
          <a:xfrm>
            <a:off x="5199096" y="997685"/>
            <a:ext cx="3505645" cy="61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165">
              <a:lnSpc>
                <a:spcPct val="125000"/>
              </a:lnSpc>
              <a:buSzPct val="25000"/>
              <a:defRPr/>
            </a:pPr>
            <a:r>
              <a:rPr lang="zh-CN" altLang="en-US" sz="1500" b="1" dirty="0">
                <a:solidFill>
                  <a:schemeClr val="bg1"/>
                </a:solidFill>
              </a:rPr>
              <a:t>专业知识学习</a:t>
            </a:r>
            <a:r>
              <a:rPr lang="en-US" altLang="zh-CN" sz="1500" b="1" dirty="0">
                <a:solidFill>
                  <a:schemeClr val="bg1"/>
                </a:solidFill>
              </a:rPr>
              <a:t>: </a:t>
            </a:r>
            <a:r>
              <a:rPr lang="zh-CN" altLang="en-US" sz="1350" dirty="0">
                <a:solidFill>
                  <a:schemeClr val="bg1"/>
                </a:solidFill>
              </a:rPr>
              <a:t>专业，第二专业，辅修，专开本，实验，研究，公开招聘的准备活动。</a:t>
            </a:r>
            <a:endParaRPr lang="en-US" altLang="zh-CN" sz="1350" dirty="0">
              <a:solidFill>
                <a:schemeClr val="bg1"/>
              </a:solidFill>
            </a:endParaRPr>
          </a:p>
        </p:txBody>
      </p:sp>
      <p:sp>
        <p:nvSpPr>
          <p:cNvPr id="57" name="TextBox 24"/>
          <p:cNvSpPr txBox="1">
            <a:spLocks noChangeArrowheads="1"/>
          </p:cNvSpPr>
          <p:nvPr/>
        </p:nvSpPr>
        <p:spPr bwMode="auto">
          <a:xfrm>
            <a:off x="4301523" y="2268351"/>
            <a:ext cx="4114161" cy="61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前途设想</a:t>
            </a:r>
            <a:r>
              <a:rPr lang="en-US" altLang="zh-CN" sz="1500" b="1" dirty="0">
                <a:solidFill>
                  <a:schemeClr val="bg1"/>
                </a:solidFill>
              </a:rPr>
              <a:t>&amp;</a:t>
            </a:r>
            <a:r>
              <a:rPr lang="zh-CN" altLang="en-US" sz="1500" b="1" dirty="0">
                <a:solidFill>
                  <a:schemeClr val="bg1"/>
                </a:solidFill>
              </a:rPr>
              <a:t>日标职业选择</a:t>
            </a:r>
            <a:r>
              <a:rPr lang="en-US" altLang="zh-CN" sz="1500" b="1" dirty="0">
                <a:solidFill>
                  <a:schemeClr val="bg1"/>
                </a:solidFill>
              </a:rPr>
              <a:t>: </a:t>
            </a:r>
            <a:r>
              <a:rPr lang="zh-CN" altLang="en-US" sz="1350" dirty="0">
                <a:solidFill>
                  <a:schemeClr val="bg1"/>
                </a:solidFill>
              </a:rPr>
              <a:t>就业网站，职业信息检索，各种性格，兴趣、适应性检查，新闻剪贴等。</a:t>
            </a: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26"/>
          <p:cNvSpPr txBox="1">
            <a:spLocks noChangeArrowheads="1"/>
          </p:cNvSpPr>
          <p:nvPr/>
        </p:nvSpPr>
        <p:spPr bwMode="auto">
          <a:xfrm>
            <a:off x="1929881" y="4031921"/>
            <a:ext cx="5413554" cy="639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对外活动：</a:t>
            </a:r>
            <a:r>
              <a:rPr lang="zh-CN" altLang="en-US" sz="1350" dirty="0">
                <a:solidFill>
                  <a:schemeClr val="bg1"/>
                </a:solidFill>
              </a:rPr>
              <a:t>军队，特种兵，职业军人，海外研修，社会服务，学生会，旅游，在全国范围内积累一周以上的社会实践经验。</a:t>
            </a:r>
          </a:p>
        </p:txBody>
      </p:sp>
      <p:sp>
        <p:nvSpPr>
          <p:cNvPr id="3" name="Oval 12"/>
          <p:cNvSpPr>
            <a:spLocks noChangeArrowheads="1"/>
          </p:cNvSpPr>
          <p:nvPr/>
        </p:nvSpPr>
        <p:spPr bwMode="auto">
          <a:xfrm>
            <a:off x="2231876" y="2949977"/>
            <a:ext cx="927331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" name="Oval 13"/>
          <p:cNvSpPr>
            <a:spLocks noChangeArrowheads="1"/>
          </p:cNvSpPr>
          <p:nvPr/>
        </p:nvSpPr>
        <p:spPr bwMode="auto">
          <a:xfrm>
            <a:off x="2316395" y="3035677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TextBox 20"/>
          <p:cNvSpPr txBox="1">
            <a:spLocks noChangeArrowheads="1"/>
          </p:cNvSpPr>
          <p:nvPr/>
        </p:nvSpPr>
        <p:spPr bwMode="auto">
          <a:xfrm>
            <a:off x="2355679" y="3189220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7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1830293" y="2332938"/>
            <a:ext cx="556252" cy="734012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43726" y="3293287"/>
            <a:ext cx="4570589" cy="613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基础能力学习&amp;外语：</a:t>
            </a:r>
            <a:r>
              <a:rPr lang="zh-CN" altLang="en-US" sz="135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目标职业所要求的资格，能力准备，语言学，英语集中学习，第二外语等。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4000">
        <p14:warp dir="in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 autoUpdateAnimBg="0"/>
      <p:bldP spid="42" grpId="0" bldLvl="0" animBg="1"/>
      <p:bldP spid="43" grpId="0" bldLvl="0" animBg="1"/>
      <p:bldP spid="44" grpId="0" bldLvl="0" animBg="1"/>
      <p:bldP spid="45" grpId="0" bldLvl="0" animBg="1" autoUpdateAnimBg="0"/>
      <p:bldP spid="46" grpId="0" bldLvl="0" animBg="1" autoUpdateAnimBg="0"/>
      <p:bldP spid="47" grpId="0" bldLvl="0" animBg="1" autoUpdateAnimBg="0"/>
      <p:bldP spid="48" grpId="0" bldLvl="0" animBg="1" autoUpdateAnimBg="0"/>
      <p:bldP spid="49" grpId="0" bldLvl="0" animBg="1" autoUpdateAnimBg="0"/>
      <p:bldP spid="50" grpId="0" bldLvl="0" animBg="1" autoUpdateAnimBg="0"/>
      <p:bldP spid="51" grpId="0" bldLvl="0" animBg="1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3" grpId="0" bldLvl="0" animBg="1" autoUpdateAnimBg="0"/>
      <p:bldP spid="4" grpId="0" bldLvl="0" animBg="1" autoUpdateAnimBg="0"/>
      <p:bldP spid="5" grpId="0" autoUpdateAnimBg="0"/>
      <p:bldP spid="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6"/>
          <p:cNvSpPr>
            <a:spLocks noChangeArrowheads="1"/>
          </p:cNvSpPr>
          <p:nvPr/>
        </p:nvSpPr>
        <p:spPr bwMode="auto">
          <a:xfrm>
            <a:off x="527822" y="775775"/>
            <a:ext cx="1686814" cy="1686595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2129869" y="1263534"/>
            <a:ext cx="2053804" cy="16334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2194275" y="1734884"/>
            <a:ext cx="1118988" cy="604382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1382290" y="2481687"/>
            <a:ext cx="0" cy="119978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4227718" y="826381"/>
            <a:ext cx="927332" cy="92721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4301523" y="900176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7" name="Oval 12"/>
          <p:cNvSpPr>
            <a:spLocks noChangeArrowheads="1"/>
          </p:cNvSpPr>
          <p:nvPr/>
        </p:nvSpPr>
        <p:spPr bwMode="auto">
          <a:xfrm>
            <a:off x="3292902" y="2052184"/>
            <a:ext cx="927331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3377421" y="2137884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918029" y="3677895"/>
            <a:ext cx="927332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1002549" y="3762405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633521" y="890313"/>
            <a:ext cx="1496348" cy="149734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2" name="TextBox 18"/>
          <p:cNvSpPr txBox="1">
            <a:spLocks noChangeArrowheads="1"/>
          </p:cNvSpPr>
          <p:nvPr/>
        </p:nvSpPr>
        <p:spPr bwMode="auto">
          <a:xfrm>
            <a:off x="650623" y="942129"/>
            <a:ext cx="1496348" cy="1351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100" b="1" dirty="0">
                <a:solidFill>
                  <a:schemeClr val="bg1"/>
                </a:solidFill>
              </a:rPr>
              <a:t>三年级</a:t>
            </a:r>
            <a:endParaRPr lang="en-US" altLang="zh-CN" sz="2100" b="1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sz="2100" b="1" dirty="0">
                <a:solidFill>
                  <a:schemeClr val="bg1"/>
                </a:solidFill>
              </a:rPr>
              <a:t>实务能力</a:t>
            </a:r>
            <a:r>
              <a:rPr lang="en-US" altLang="zh-CN" sz="2100" b="1" dirty="0">
                <a:solidFill>
                  <a:schemeClr val="bg1"/>
                </a:solidFill>
              </a:rPr>
              <a:t>&amp;</a:t>
            </a:r>
            <a:r>
              <a:rPr lang="zh-CN" altLang="en-US" sz="2100" b="1" dirty="0">
                <a:solidFill>
                  <a:schemeClr val="bg1"/>
                </a:solidFill>
              </a:rPr>
              <a:t>就业能力</a:t>
            </a:r>
          </a:p>
        </p:txBody>
      </p:sp>
      <p:sp>
        <p:nvSpPr>
          <p:cNvPr id="53" name="TextBox 19"/>
          <p:cNvSpPr txBox="1">
            <a:spLocks noChangeArrowheads="1"/>
          </p:cNvSpPr>
          <p:nvPr/>
        </p:nvSpPr>
        <p:spPr bwMode="auto">
          <a:xfrm>
            <a:off x="1052546" y="3899284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700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20"/>
          <p:cNvSpPr txBox="1">
            <a:spLocks noChangeArrowheads="1"/>
          </p:cNvSpPr>
          <p:nvPr/>
        </p:nvSpPr>
        <p:spPr bwMode="auto">
          <a:xfrm>
            <a:off x="3416705" y="2291427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7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21"/>
          <p:cNvSpPr txBox="1">
            <a:spLocks noChangeArrowheads="1"/>
          </p:cNvSpPr>
          <p:nvPr/>
        </p:nvSpPr>
        <p:spPr bwMode="auto">
          <a:xfrm>
            <a:off x="4351521" y="1024337"/>
            <a:ext cx="651156" cy="55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3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23"/>
          <p:cNvSpPr txBox="1">
            <a:spLocks noChangeArrowheads="1"/>
          </p:cNvSpPr>
          <p:nvPr/>
        </p:nvSpPr>
        <p:spPr bwMode="auto">
          <a:xfrm>
            <a:off x="5228856" y="1001113"/>
            <a:ext cx="3505645" cy="87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165">
              <a:lnSpc>
                <a:spcPct val="125000"/>
              </a:lnSpc>
              <a:buSzPct val="25000"/>
              <a:defRPr/>
            </a:pPr>
            <a:r>
              <a:rPr lang="zh-CN" altLang="en-US" sz="1500" b="1" dirty="0">
                <a:solidFill>
                  <a:schemeClr val="bg1"/>
                </a:solidFill>
              </a:rPr>
              <a:t>确保专业深入</a:t>
            </a:r>
            <a:r>
              <a:rPr lang="en-US" altLang="zh-CN" sz="1500" b="1" dirty="0">
                <a:solidFill>
                  <a:schemeClr val="bg1"/>
                </a:solidFill>
              </a:rPr>
              <a:t>&amp;</a:t>
            </a:r>
            <a:r>
              <a:rPr lang="zh-CN" altLang="en-US" sz="1500" b="1" dirty="0">
                <a:solidFill>
                  <a:schemeClr val="bg1"/>
                </a:solidFill>
              </a:rPr>
              <a:t>资格证：</a:t>
            </a:r>
            <a:r>
              <a:rPr lang="zh-CN" altLang="en-US" sz="1350" dirty="0">
                <a:solidFill>
                  <a:schemeClr val="bg1"/>
                </a:solidFill>
              </a:rPr>
              <a:t>确保专业领域的深人学习专业</a:t>
            </a:r>
            <a:r>
              <a:rPr lang="en-US" altLang="zh-CN" sz="1350" dirty="0">
                <a:solidFill>
                  <a:schemeClr val="bg1"/>
                </a:solidFill>
              </a:rPr>
              <a:t>/</a:t>
            </a:r>
            <a:r>
              <a:rPr lang="zh-CN" altLang="en-US" sz="1350" dirty="0">
                <a:solidFill>
                  <a:schemeClr val="bg1"/>
                </a:solidFill>
              </a:rPr>
              <a:t>志愿领域资格证，基础资格证</a:t>
            </a:r>
            <a:endParaRPr lang="en-US" altLang="zh-CN" sz="1350" dirty="0">
              <a:solidFill>
                <a:schemeClr val="bg1"/>
              </a:solidFill>
            </a:endParaRPr>
          </a:p>
          <a:p>
            <a:pPr defTabSz="685165">
              <a:lnSpc>
                <a:spcPct val="125000"/>
              </a:lnSpc>
              <a:buSzPct val="25000"/>
              <a:defRPr/>
            </a:pPr>
            <a:r>
              <a:rPr lang="en-US" altLang="zh-CN" sz="1350" dirty="0">
                <a:solidFill>
                  <a:schemeClr val="bg1"/>
                </a:solidFill>
              </a:rPr>
              <a:t>(</a:t>
            </a:r>
            <a:r>
              <a:rPr lang="zh-CN" altLang="en-US" sz="1350" dirty="0">
                <a:solidFill>
                  <a:schemeClr val="bg1"/>
                </a:solidFill>
              </a:rPr>
              <a:t>计算机处理能力，</a:t>
            </a:r>
            <a:r>
              <a:rPr lang="en-US" altLang="zh-CN" sz="1350" dirty="0">
                <a:solidFill>
                  <a:schemeClr val="bg1"/>
                </a:solidFill>
              </a:rPr>
              <a:t>MOS</a:t>
            </a:r>
            <a:r>
              <a:rPr lang="zh-CN" altLang="en-US" sz="1350" dirty="0">
                <a:solidFill>
                  <a:schemeClr val="bg1"/>
                </a:solidFill>
              </a:rPr>
              <a:t>，信息处理等</a:t>
            </a:r>
            <a:r>
              <a:rPr lang="en-US" altLang="zh-CN" sz="1350" dirty="0">
                <a:solidFill>
                  <a:schemeClr val="bg1"/>
                </a:solidFill>
              </a:rPr>
              <a:t>)</a:t>
            </a:r>
            <a:r>
              <a:rPr lang="zh-CN" altLang="en-US" sz="1350" dirty="0">
                <a:solidFill>
                  <a:schemeClr val="bg1"/>
                </a:solidFill>
              </a:rPr>
              <a:t>。</a:t>
            </a:r>
            <a:endParaRPr lang="en-US" altLang="zh-CN" sz="1350" dirty="0">
              <a:solidFill>
                <a:schemeClr val="bg1"/>
              </a:solidFill>
            </a:endParaRPr>
          </a:p>
        </p:txBody>
      </p:sp>
      <p:sp>
        <p:nvSpPr>
          <p:cNvPr id="57" name="TextBox 24"/>
          <p:cNvSpPr txBox="1">
            <a:spLocks noChangeArrowheads="1"/>
          </p:cNvSpPr>
          <p:nvPr/>
        </p:nvSpPr>
        <p:spPr bwMode="auto">
          <a:xfrm>
            <a:off x="4301523" y="2268351"/>
            <a:ext cx="4114161" cy="61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确保目标要求的语言能力分数</a:t>
            </a:r>
            <a:r>
              <a:rPr lang="en-US" altLang="zh-CN" sz="1500" b="1" dirty="0">
                <a:solidFill>
                  <a:schemeClr val="bg1"/>
                </a:solidFill>
              </a:rPr>
              <a:t>: </a:t>
            </a:r>
            <a:r>
              <a:rPr lang="zh-CN" altLang="en-US" sz="1350" dirty="0">
                <a:solidFill>
                  <a:schemeClr val="bg1"/>
                </a:solidFill>
              </a:rPr>
              <a:t>具备</a:t>
            </a:r>
            <a:r>
              <a:rPr lang="en-US" altLang="zh-CN" sz="1350" dirty="0" err="1">
                <a:solidFill>
                  <a:schemeClr val="bg1"/>
                </a:solidFill>
              </a:rPr>
              <a:t>TOEIC</a:t>
            </a:r>
            <a:r>
              <a:rPr lang="zh-CN" altLang="en-US" sz="1350" dirty="0">
                <a:solidFill>
                  <a:schemeClr val="bg1"/>
                </a:solidFill>
              </a:rPr>
              <a:t>，外语口语考试，第二外语等实务能力。</a:t>
            </a:r>
          </a:p>
        </p:txBody>
      </p:sp>
      <p:sp>
        <p:nvSpPr>
          <p:cNvPr id="58" name="TextBox 26"/>
          <p:cNvSpPr txBox="1">
            <a:spLocks noChangeArrowheads="1"/>
          </p:cNvSpPr>
          <p:nvPr/>
        </p:nvSpPr>
        <p:spPr bwMode="auto">
          <a:xfrm>
            <a:off x="1929881" y="4135783"/>
            <a:ext cx="5413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500" b="1" dirty="0">
                <a:solidFill>
                  <a:schemeClr val="bg1"/>
                </a:solidFill>
              </a:rPr>
              <a:t>其他：</a:t>
            </a:r>
            <a:r>
              <a:rPr lang="zh-CN" altLang="en-US" sz="1350" dirty="0">
                <a:solidFill>
                  <a:schemeClr val="bg1"/>
                </a:solidFill>
              </a:rPr>
              <a:t>就业，构建人脉，网上活动等。</a:t>
            </a:r>
          </a:p>
        </p:txBody>
      </p:sp>
      <p:sp>
        <p:nvSpPr>
          <p:cNvPr id="3" name="Oval 12"/>
          <p:cNvSpPr>
            <a:spLocks noChangeArrowheads="1"/>
          </p:cNvSpPr>
          <p:nvPr/>
        </p:nvSpPr>
        <p:spPr bwMode="auto">
          <a:xfrm>
            <a:off x="2231876" y="2949977"/>
            <a:ext cx="927331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" name="Oval 13"/>
          <p:cNvSpPr>
            <a:spLocks noChangeArrowheads="1"/>
          </p:cNvSpPr>
          <p:nvPr/>
        </p:nvSpPr>
        <p:spPr bwMode="auto">
          <a:xfrm>
            <a:off x="2316395" y="3035677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TextBox 20"/>
          <p:cNvSpPr txBox="1">
            <a:spLocks noChangeArrowheads="1"/>
          </p:cNvSpPr>
          <p:nvPr/>
        </p:nvSpPr>
        <p:spPr bwMode="auto">
          <a:xfrm>
            <a:off x="2355679" y="3189220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7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1830293" y="2332938"/>
            <a:ext cx="556252" cy="734012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43726" y="3293287"/>
            <a:ext cx="4570589" cy="639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文件制作能力，信息收集活用能力，计划能力，交流能力，</a:t>
            </a:r>
            <a:r>
              <a:rPr lang="en-US" altLang="zh-CN" sz="15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PT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技能，问题解决能力等。</a:t>
            </a:r>
            <a:endParaRPr lang="zh-CN" altLang="en-US" sz="135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4000">
        <p14:warp dir="in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 autoUpdateAnimBg="0"/>
      <p:bldP spid="42" grpId="0" bldLvl="0" animBg="1"/>
      <p:bldP spid="43" grpId="0" bldLvl="0" animBg="1"/>
      <p:bldP spid="44" grpId="0" bldLvl="0" animBg="1"/>
      <p:bldP spid="45" grpId="0" bldLvl="0" animBg="1" autoUpdateAnimBg="0"/>
      <p:bldP spid="46" grpId="0" bldLvl="0" animBg="1" autoUpdateAnimBg="0"/>
      <p:bldP spid="47" grpId="0" bldLvl="0" animBg="1" autoUpdateAnimBg="0"/>
      <p:bldP spid="48" grpId="0" bldLvl="0" animBg="1" autoUpdateAnimBg="0"/>
      <p:bldP spid="49" grpId="0" bldLvl="0" animBg="1" autoUpdateAnimBg="0"/>
      <p:bldP spid="50" grpId="0" bldLvl="0" animBg="1" autoUpdateAnimBg="0"/>
      <p:bldP spid="51" grpId="0" bldLvl="0" animBg="1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3" grpId="0" bldLvl="0" animBg="1" autoUpdateAnimBg="0"/>
      <p:bldP spid="4" grpId="0" bldLvl="0" animBg="1" autoUpdateAnimBg="0"/>
      <p:bldP spid="5" grpId="0" autoUpdateAnimBg="0"/>
      <p:bldP spid="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6"/>
          <p:cNvSpPr>
            <a:spLocks noChangeArrowheads="1"/>
          </p:cNvSpPr>
          <p:nvPr/>
        </p:nvSpPr>
        <p:spPr bwMode="auto">
          <a:xfrm>
            <a:off x="527822" y="775775"/>
            <a:ext cx="1686814" cy="1686595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 flipV="1">
            <a:off x="2129869" y="1214574"/>
            <a:ext cx="2026599" cy="3570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3" name="Line 8"/>
          <p:cNvSpPr>
            <a:spLocks noChangeShapeType="1"/>
          </p:cNvSpPr>
          <p:nvPr/>
        </p:nvSpPr>
        <p:spPr bwMode="auto">
          <a:xfrm>
            <a:off x="2129869" y="2027696"/>
            <a:ext cx="1203507" cy="795937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4" name="Line 9"/>
          <p:cNvSpPr>
            <a:spLocks noChangeShapeType="1"/>
          </p:cNvSpPr>
          <p:nvPr/>
        </p:nvSpPr>
        <p:spPr bwMode="auto">
          <a:xfrm>
            <a:off x="1382290" y="2481687"/>
            <a:ext cx="0" cy="1199780"/>
          </a:xfrm>
          <a:prstGeom prst="line">
            <a:avLst/>
          </a:prstGeom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defTabSz="685800">
              <a:defRPr/>
            </a:pPr>
            <a:endParaRPr lang="zh-CN" altLang="en-US" sz="1350" kern="0">
              <a:solidFill>
                <a:sysClr val="windowText" lastClr="000000"/>
              </a:solidFill>
            </a:endParaRPr>
          </a:p>
        </p:txBody>
      </p:sp>
      <p:sp>
        <p:nvSpPr>
          <p:cNvPr id="45" name="Oval 10"/>
          <p:cNvSpPr>
            <a:spLocks noChangeArrowheads="1"/>
          </p:cNvSpPr>
          <p:nvPr/>
        </p:nvSpPr>
        <p:spPr bwMode="auto">
          <a:xfrm>
            <a:off x="4200513" y="761086"/>
            <a:ext cx="927332" cy="92721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Oval 11"/>
          <p:cNvSpPr>
            <a:spLocks noChangeArrowheads="1"/>
          </p:cNvSpPr>
          <p:nvPr/>
        </p:nvSpPr>
        <p:spPr bwMode="auto">
          <a:xfrm>
            <a:off x="4274318" y="834881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Oval 12"/>
          <p:cNvSpPr>
            <a:spLocks noChangeArrowheads="1"/>
          </p:cNvSpPr>
          <p:nvPr/>
        </p:nvSpPr>
        <p:spPr bwMode="auto">
          <a:xfrm>
            <a:off x="3292902" y="2558206"/>
            <a:ext cx="927331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Oval 13"/>
          <p:cNvSpPr>
            <a:spLocks noChangeArrowheads="1"/>
          </p:cNvSpPr>
          <p:nvPr/>
        </p:nvSpPr>
        <p:spPr bwMode="auto">
          <a:xfrm>
            <a:off x="3377421" y="2643906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918029" y="3677895"/>
            <a:ext cx="927332" cy="928401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1002549" y="3762405"/>
            <a:ext cx="758293" cy="75819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623055" y="870400"/>
            <a:ext cx="1496348" cy="1497344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2" name="TextBox 18"/>
          <p:cNvSpPr txBox="1">
            <a:spLocks noChangeArrowheads="1"/>
          </p:cNvSpPr>
          <p:nvPr/>
        </p:nvSpPr>
        <p:spPr bwMode="auto">
          <a:xfrm>
            <a:off x="599122" y="1099859"/>
            <a:ext cx="1558002" cy="106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00" b="1" dirty="0">
                <a:solidFill>
                  <a:schemeClr val="bg1"/>
                </a:solidFill>
              </a:rPr>
              <a:t>四年级</a:t>
            </a:r>
            <a:endParaRPr lang="en-US" altLang="zh-CN" sz="2100" b="1" dirty="0">
              <a:solidFill>
                <a:schemeClr val="bg1"/>
              </a:solidFill>
            </a:endParaRPr>
          </a:p>
          <a:p>
            <a:pPr algn="ctr" eaLnBrk="1" hangingPunct="1"/>
            <a:r>
              <a:rPr lang="zh-CN" altLang="en-US" sz="2100" b="1" dirty="0">
                <a:solidFill>
                  <a:schemeClr val="bg1"/>
                </a:solidFill>
              </a:rPr>
              <a:t>就业战略</a:t>
            </a:r>
            <a:r>
              <a:rPr lang="en-US" altLang="zh-CN" sz="2100" b="1" dirty="0">
                <a:solidFill>
                  <a:schemeClr val="bg1"/>
                </a:solidFill>
              </a:rPr>
              <a:t>&amp;</a:t>
            </a:r>
            <a:r>
              <a:rPr lang="zh-CN" altLang="en-US" sz="2100" b="1" dirty="0">
                <a:solidFill>
                  <a:schemeClr val="bg1"/>
                </a:solidFill>
              </a:rPr>
              <a:t>实战应试</a:t>
            </a:r>
          </a:p>
        </p:txBody>
      </p:sp>
      <p:sp>
        <p:nvSpPr>
          <p:cNvPr id="53" name="TextBox 19"/>
          <p:cNvSpPr txBox="1">
            <a:spLocks noChangeArrowheads="1"/>
          </p:cNvSpPr>
          <p:nvPr/>
        </p:nvSpPr>
        <p:spPr bwMode="auto">
          <a:xfrm>
            <a:off x="1052546" y="3899284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700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Box 20"/>
          <p:cNvSpPr txBox="1">
            <a:spLocks noChangeArrowheads="1"/>
          </p:cNvSpPr>
          <p:nvPr/>
        </p:nvSpPr>
        <p:spPr bwMode="auto">
          <a:xfrm>
            <a:off x="3416705" y="2797449"/>
            <a:ext cx="651155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27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7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21"/>
          <p:cNvSpPr txBox="1">
            <a:spLocks noChangeArrowheads="1"/>
          </p:cNvSpPr>
          <p:nvPr/>
        </p:nvSpPr>
        <p:spPr bwMode="auto">
          <a:xfrm>
            <a:off x="4324315" y="959042"/>
            <a:ext cx="651156" cy="55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en-US" altLang="zh-CN" sz="3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0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23"/>
          <p:cNvSpPr txBox="1">
            <a:spLocks noChangeArrowheads="1"/>
          </p:cNvSpPr>
          <p:nvPr/>
        </p:nvSpPr>
        <p:spPr bwMode="auto">
          <a:xfrm>
            <a:off x="5201650" y="959042"/>
            <a:ext cx="3343228" cy="87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165">
              <a:lnSpc>
                <a:spcPct val="125000"/>
              </a:lnSpc>
              <a:buSzPct val="25000"/>
              <a:defRPr/>
            </a:pPr>
            <a:r>
              <a:rPr lang="zh-CN" altLang="en-US" sz="1500" b="1" dirty="0">
                <a:solidFill>
                  <a:schemeClr val="bg1"/>
                </a:solidFill>
              </a:rPr>
              <a:t>就业准备战略：</a:t>
            </a:r>
            <a:r>
              <a:rPr lang="zh-CN" altLang="en-US" sz="1350" dirty="0">
                <a:solidFill>
                  <a:schemeClr val="bg1"/>
                </a:solidFill>
              </a:rPr>
              <a:t>履历表，自我介绍书，求职信，面试，</a:t>
            </a:r>
            <a:r>
              <a:rPr lang="en-US" altLang="zh-CN" sz="1350" dirty="0">
                <a:solidFill>
                  <a:schemeClr val="bg1"/>
                </a:solidFill>
              </a:rPr>
              <a:t>PT</a:t>
            </a:r>
            <a:r>
              <a:rPr lang="zh-CN" altLang="en-US" sz="1350" dirty="0">
                <a:solidFill>
                  <a:schemeClr val="bg1"/>
                </a:solidFill>
              </a:rPr>
              <a:t>面试，名片，就业证券资产，就业战略确立等。</a:t>
            </a:r>
            <a:endParaRPr lang="en-US" altLang="zh-CN" sz="1350" dirty="0">
              <a:solidFill>
                <a:schemeClr val="bg1"/>
              </a:solidFill>
            </a:endParaRPr>
          </a:p>
        </p:txBody>
      </p:sp>
      <p:sp>
        <p:nvSpPr>
          <p:cNvPr id="57" name="TextBox 24"/>
          <p:cNvSpPr txBox="1">
            <a:spLocks noChangeArrowheads="1"/>
          </p:cNvSpPr>
          <p:nvPr/>
        </p:nvSpPr>
        <p:spPr bwMode="auto">
          <a:xfrm>
            <a:off x="4304752" y="2759361"/>
            <a:ext cx="3557791" cy="872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就业信息</a:t>
            </a:r>
            <a:r>
              <a:rPr lang="en-US" altLang="zh-CN" sz="1500" b="1" dirty="0">
                <a:solidFill>
                  <a:schemeClr val="bg1"/>
                </a:solidFill>
              </a:rPr>
              <a:t>&amp;</a:t>
            </a:r>
            <a:r>
              <a:rPr lang="zh-CN" altLang="en-US" sz="1500" b="1" dirty="0">
                <a:solidFill>
                  <a:schemeClr val="bg1"/>
                </a:solidFill>
              </a:rPr>
              <a:t>企业信息：</a:t>
            </a:r>
            <a:r>
              <a:rPr lang="zh-CN" altLang="en-US" sz="1350" dirty="0">
                <a:solidFill>
                  <a:schemeClr val="bg1"/>
                </a:solidFill>
              </a:rPr>
              <a:t>目标企业分析，招募信息，日程，资格，人才，新产品，新事业，企业证券资产等。</a:t>
            </a:r>
          </a:p>
        </p:txBody>
      </p:sp>
      <p:sp>
        <p:nvSpPr>
          <p:cNvPr id="58" name="TextBox 26"/>
          <p:cNvSpPr txBox="1">
            <a:spLocks noChangeArrowheads="1"/>
          </p:cNvSpPr>
          <p:nvPr/>
        </p:nvSpPr>
        <p:spPr bwMode="auto">
          <a:xfrm>
            <a:off x="1929880" y="3927339"/>
            <a:ext cx="5848848" cy="613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1500" b="1" dirty="0">
                <a:solidFill>
                  <a:schemeClr val="bg1"/>
                </a:solidFill>
              </a:rPr>
              <a:t>实战应试：</a:t>
            </a:r>
            <a:r>
              <a:rPr lang="zh-CN" altLang="en-US" sz="1350" dirty="0">
                <a:solidFill>
                  <a:schemeClr val="bg1"/>
                </a:solidFill>
              </a:rPr>
              <a:t>填写就业网站履历表，联系就业中心、熟人、学长、老师等人脉，做就业训练，假想面试，参加托业，获得资格证，模拟人职实战等。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4000">
        <p14:warp dir="in"/>
      </p:transition>
    </mc:Choice>
    <mc:Fallback xmlns=""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 autoUpdateAnimBg="0"/>
      <p:bldP spid="42" grpId="0" bldLvl="0" animBg="1"/>
      <p:bldP spid="43" grpId="0" bldLvl="0" animBg="1"/>
      <p:bldP spid="44" grpId="0" bldLvl="0" animBg="1"/>
      <p:bldP spid="45" grpId="0" bldLvl="0" animBg="1" autoUpdateAnimBg="0"/>
      <p:bldP spid="46" grpId="0" bldLvl="0" animBg="1" autoUpdateAnimBg="0"/>
      <p:bldP spid="47" grpId="0" bldLvl="0" animBg="1" autoUpdateAnimBg="0"/>
      <p:bldP spid="48" grpId="0" bldLvl="0" animBg="1" autoUpdateAnimBg="0"/>
      <p:bldP spid="49" grpId="0" bldLvl="0" animBg="1" autoUpdateAnimBg="0"/>
      <p:bldP spid="50" grpId="0" bldLvl="0" animBg="1" autoUpdateAnimBg="0"/>
      <p:bldP spid="51" grpId="0" bldLvl="0" animBg="1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480556" y="2110710"/>
            <a:ext cx="7841975" cy="1536705"/>
          </a:xfrm>
          <a:custGeom>
            <a:avLst/>
            <a:gdLst>
              <a:gd name="connsiteX0" fmla="*/ 0 w 9095362"/>
              <a:gd name="connsiteY0" fmla="*/ 2062264 h 2062264"/>
              <a:gd name="connsiteX1" fmla="*/ 2324911 w 9095362"/>
              <a:gd name="connsiteY1" fmla="*/ 943583 h 2062264"/>
              <a:gd name="connsiteX2" fmla="*/ 6040877 w 9095362"/>
              <a:gd name="connsiteY2" fmla="*/ 1040860 h 2062264"/>
              <a:gd name="connsiteX3" fmla="*/ 9095362 w 9095362"/>
              <a:gd name="connsiteY3" fmla="*/ 0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95362" h="2062264">
                <a:moveTo>
                  <a:pt x="0" y="2062264"/>
                </a:moveTo>
                <a:cubicBezTo>
                  <a:pt x="659049" y="1588040"/>
                  <a:pt x="1318098" y="1113817"/>
                  <a:pt x="2324911" y="943583"/>
                </a:cubicBezTo>
                <a:cubicBezTo>
                  <a:pt x="3331724" y="773349"/>
                  <a:pt x="4912469" y="1198124"/>
                  <a:pt x="6040877" y="1040860"/>
                </a:cubicBezTo>
                <a:cubicBezTo>
                  <a:pt x="7169286" y="883596"/>
                  <a:pt x="8132324" y="441798"/>
                  <a:pt x="9095362" y="0"/>
                </a:cubicBez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03" tIns="45701" rIns="91403" bIns="45701" rtlCol="0" anchor="ctr"/>
          <a:lstStyle/>
          <a:p>
            <a:pPr algn="ctr"/>
            <a:endParaRPr lang="en-US" sz="135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4659" y="3395803"/>
            <a:ext cx="228499" cy="959094"/>
            <a:chOff x="508270" y="3288760"/>
            <a:chExt cx="228600" cy="959390"/>
          </a:xfrm>
        </p:grpSpPr>
        <p:sp>
          <p:nvSpPr>
            <p:cNvPr id="7" name="Oval 6"/>
            <p:cNvSpPr/>
            <p:nvPr/>
          </p:nvSpPr>
          <p:spPr>
            <a:xfrm flipV="1">
              <a:off x="508270" y="3288760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11" name="Straight Connector 10"/>
            <p:cNvCxnSpPr>
              <a:stCxn id="7" idx="0"/>
            </p:cNvCxnSpPr>
            <p:nvPr/>
          </p:nvCxnSpPr>
          <p:spPr>
            <a:xfrm>
              <a:off x="622570" y="3517360"/>
              <a:ext cx="0" cy="730790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L-Shape 11"/>
          <p:cNvSpPr/>
          <p:nvPr/>
        </p:nvSpPr>
        <p:spPr>
          <a:xfrm rot="11083688">
            <a:off x="8168416" y="2056375"/>
            <a:ext cx="165623" cy="158689"/>
          </a:xfrm>
          <a:prstGeom prst="corner">
            <a:avLst>
              <a:gd name="adj1" fmla="val 34115"/>
              <a:gd name="adj2" fmla="val 33615"/>
            </a:avLst>
          </a:prstGeom>
          <a:solidFill>
            <a:srgbClr val="04B0B8"/>
          </a:solidFill>
          <a:ln>
            <a:solidFill>
              <a:srgbClr val="007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06C5B3"/>
              </a:solidFill>
              <a:latin typeface="+mn-ea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24867" y="1556595"/>
            <a:ext cx="228499" cy="1769886"/>
            <a:chOff x="1244845" y="1352550"/>
            <a:chExt cx="228600" cy="1770432"/>
          </a:xfrm>
        </p:grpSpPr>
        <p:sp>
          <p:nvSpPr>
            <p:cNvPr id="28" name="Oval 27"/>
            <p:cNvSpPr/>
            <p:nvPr/>
          </p:nvSpPr>
          <p:spPr>
            <a:xfrm flipV="1">
              <a:off x="1244845" y="2894382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1359145" y="1352550"/>
              <a:ext cx="0" cy="1563112"/>
            </a:xfrm>
            <a:prstGeom prst="line">
              <a:avLst/>
            </a:prstGeom>
            <a:ln w="19050">
              <a:solidFill>
                <a:srgbClr val="0073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1818892" y="2812246"/>
            <a:ext cx="228499" cy="1193703"/>
            <a:chOff x="1981420" y="2638626"/>
            <a:chExt cx="228600" cy="1194072"/>
          </a:xfrm>
        </p:grpSpPr>
        <p:sp>
          <p:nvSpPr>
            <p:cNvPr id="30" name="Oval 29"/>
            <p:cNvSpPr/>
            <p:nvPr/>
          </p:nvSpPr>
          <p:spPr>
            <a:xfrm flipV="1">
              <a:off x="1981420" y="2638626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2095720" y="2853449"/>
              <a:ext cx="0" cy="979249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2581150" y="1814411"/>
            <a:ext cx="228499" cy="1089871"/>
            <a:chOff x="2717995" y="1770434"/>
            <a:chExt cx="228600" cy="1008433"/>
          </a:xfrm>
        </p:grpSpPr>
        <p:sp>
          <p:nvSpPr>
            <p:cNvPr id="34" name="Oval 33"/>
            <p:cNvSpPr/>
            <p:nvPr/>
          </p:nvSpPr>
          <p:spPr>
            <a:xfrm flipV="1">
              <a:off x="2717995" y="2550267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2832295" y="1770434"/>
              <a:ext cx="0" cy="773363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233972" y="2669509"/>
            <a:ext cx="228499" cy="1313945"/>
            <a:chOff x="3473246" y="2411291"/>
            <a:chExt cx="228600" cy="1901358"/>
          </a:xfrm>
        </p:grpSpPr>
        <p:sp>
          <p:nvSpPr>
            <p:cNvPr id="35" name="Oval 34"/>
            <p:cNvSpPr/>
            <p:nvPr/>
          </p:nvSpPr>
          <p:spPr>
            <a:xfrm flipV="1">
              <a:off x="3473246" y="2411291"/>
              <a:ext cx="228600" cy="330694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3587546" y="2749537"/>
              <a:ext cx="0" cy="1563112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3949596" y="1499767"/>
            <a:ext cx="228499" cy="1443707"/>
            <a:chOff x="4191145" y="1428750"/>
            <a:chExt cx="228600" cy="1444153"/>
          </a:xfrm>
        </p:grpSpPr>
        <p:sp>
          <p:nvSpPr>
            <p:cNvPr id="36" name="Oval 35"/>
            <p:cNvSpPr/>
            <p:nvPr/>
          </p:nvSpPr>
          <p:spPr>
            <a:xfrm flipV="1">
              <a:off x="4191145" y="2644303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4305445" y="1428750"/>
              <a:ext cx="0" cy="1218604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4614475" y="2793278"/>
            <a:ext cx="228499" cy="1205050"/>
            <a:chOff x="4927720" y="2716854"/>
            <a:chExt cx="228600" cy="1445586"/>
          </a:xfrm>
        </p:grpSpPr>
        <p:sp>
          <p:nvSpPr>
            <p:cNvPr id="37" name="Oval 36"/>
            <p:cNvSpPr/>
            <p:nvPr/>
          </p:nvSpPr>
          <p:spPr>
            <a:xfrm flipV="1">
              <a:off x="4927720" y="2716854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5042020" y="2943836"/>
              <a:ext cx="0" cy="1218604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338500" y="1869523"/>
            <a:ext cx="228499" cy="1145984"/>
            <a:chOff x="5664295" y="1917863"/>
            <a:chExt cx="228600" cy="1025973"/>
          </a:xfrm>
        </p:grpSpPr>
        <p:sp>
          <p:nvSpPr>
            <p:cNvPr id="38" name="Oval 37"/>
            <p:cNvSpPr/>
            <p:nvPr/>
          </p:nvSpPr>
          <p:spPr>
            <a:xfrm flipV="1">
              <a:off x="5664295" y="2715236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5770652" y="1917863"/>
              <a:ext cx="0" cy="773363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030604" y="2715235"/>
            <a:ext cx="228499" cy="1207476"/>
            <a:chOff x="6400870" y="2624849"/>
            <a:chExt cx="228600" cy="1207849"/>
          </a:xfrm>
        </p:grpSpPr>
        <p:sp>
          <p:nvSpPr>
            <p:cNvPr id="39" name="Oval 38"/>
            <p:cNvSpPr/>
            <p:nvPr/>
          </p:nvSpPr>
          <p:spPr>
            <a:xfrm flipV="1">
              <a:off x="6400870" y="2624849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>
            <a:xfrm flipH="1">
              <a:off x="6504284" y="2857986"/>
              <a:ext cx="12605" cy="974712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6858271" y="1567143"/>
            <a:ext cx="228499" cy="1164164"/>
            <a:chOff x="7137445" y="1657350"/>
            <a:chExt cx="228600" cy="977227"/>
          </a:xfrm>
        </p:grpSpPr>
        <p:sp>
          <p:nvSpPr>
            <p:cNvPr id="40" name="Oval 39"/>
            <p:cNvSpPr/>
            <p:nvPr/>
          </p:nvSpPr>
          <p:spPr>
            <a:xfrm flipV="1">
              <a:off x="7137445" y="2405977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7247773" y="1657350"/>
              <a:ext cx="0" cy="739961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1276267" y="1617036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步骤二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Text Placeholder 18"/>
          <p:cNvSpPr txBox="1"/>
          <p:nvPr/>
        </p:nvSpPr>
        <p:spPr>
          <a:xfrm>
            <a:off x="1261462" y="1909279"/>
            <a:ext cx="1069424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行业与企业职能认知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&lt;3~6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3501" y="3989614"/>
            <a:ext cx="1346611" cy="461626"/>
          </a:xfrm>
          <a:prstGeom prst="rect">
            <a:avLst/>
          </a:prstGeom>
          <a:noFill/>
        </p:spPr>
        <p:txBody>
          <a:bodyPr wrap="square" lIns="91403" tIns="45701" rIns="91403" bIns="45701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基本就业目标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认知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&lt;1-2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2319" y="3152766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步骤三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5" name="Text Placeholder 18"/>
          <p:cNvSpPr txBox="1"/>
          <p:nvPr/>
        </p:nvSpPr>
        <p:spPr>
          <a:xfrm>
            <a:off x="1974747" y="3472714"/>
            <a:ext cx="1194289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高适配度基本就业目标锁定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&lt;2-5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73377" y="1900526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步骤四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Text Placeholder 18"/>
          <p:cNvSpPr txBox="1"/>
          <p:nvPr/>
        </p:nvSpPr>
        <p:spPr>
          <a:xfrm>
            <a:off x="2682447" y="2162763"/>
            <a:ext cx="1321194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锁定适配分项赛道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&lt;1-3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9324" y="3349357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步骤五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" name="Text Placeholder 18"/>
          <p:cNvSpPr txBox="1"/>
          <p:nvPr/>
        </p:nvSpPr>
        <p:spPr>
          <a:xfrm>
            <a:off x="3350781" y="3649925"/>
            <a:ext cx="1313254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参赛协同团队组建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&lt;2-5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86191" y="1513421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步骤六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Text Placeholder 18"/>
          <p:cNvSpPr txBox="1"/>
          <p:nvPr/>
        </p:nvSpPr>
        <p:spPr>
          <a:xfrm>
            <a:off x="4104938" y="1773509"/>
            <a:ext cx="1213917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指导专家矩阵连通与交流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&lt;8~20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11896" y="3373578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步骤七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3" name="Text Placeholder 18"/>
          <p:cNvSpPr txBox="1"/>
          <p:nvPr/>
        </p:nvSpPr>
        <p:spPr>
          <a:xfrm>
            <a:off x="4715631" y="3652786"/>
            <a:ext cx="1294020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招聘考测体系认知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&lt;2-5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52716" y="1838889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步骤八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" name="Text Placeholder 18"/>
          <p:cNvSpPr txBox="1"/>
          <p:nvPr/>
        </p:nvSpPr>
        <p:spPr>
          <a:xfrm>
            <a:off x="5442025" y="2116993"/>
            <a:ext cx="1391962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高端能力优化训练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&lt;15~35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71981" y="1493721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步骤十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7" name="Text Placeholder 18"/>
          <p:cNvSpPr txBox="1"/>
          <p:nvPr/>
        </p:nvSpPr>
        <p:spPr>
          <a:xfrm>
            <a:off x="6971981" y="1746888"/>
            <a:ext cx="1284651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应聘技法学习训练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&lt;6-15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37550" y="3124152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步骤九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1" name="Text Placeholder 18"/>
          <p:cNvSpPr txBox="1"/>
          <p:nvPr/>
        </p:nvSpPr>
        <p:spPr>
          <a:xfrm>
            <a:off x="6156280" y="3435505"/>
            <a:ext cx="1363093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求职资历提炼与增强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&lt;3~5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20" name="标题 19"/>
          <p:cNvSpPr>
            <a:spLocks noGrp="1"/>
          </p:cNvSpPr>
          <p:nvPr>
            <p:ph type="title" idx="4294967295"/>
          </p:nvPr>
        </p:nvSpPr>
        <p:spPr>
          <a:xfrm>
            <a:off x="747536" y="227254"/>
            <a:ext cx="7518400" cy="442912"/>
          </a:xfrm>
        </p:spPr>
        <p:txBody>
          <a:bodyPr>
            <a:normAutofit fontScale="90000"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参加比赛计划表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cs typeface="+mn-cs"/>
              </a:rPr>
              <a:t>—11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月</a:t>
            </a:r>
            <a:r>
              <a:rPr lang="en-US" altLang="zh-CN" sz="2400" b="1" dirty="0">
                <a:solidFill>
                  <a:schemeClr val="accent1"/>
                </a:solidFill>
                <a:latin typeface="+mj-ea"/>
                <a:cs typeface="+mn-cs"/>
              </a:rPr>
              <a:t>20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cs typeface="+mn-cs"/>
              </a:rPr>
              <a:t>日之前完成（基于通用模版创作）</a:t>
            </a:r>
          </a:p>
        </p:txBody>
      </p:sp>
      <p:sp>
        <p:nvSpPr>
          <p:cNvPr id="2" name="TextBox 59"/>
          <p:cNvSpPr txBox="1"/>
          <p:nvPr/>
        </p:nvSpPr>
        <p:spPr>
          <a:xfrm>
            <a:off x="696623" y="3728559"/>
            <a:ext cx="732818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步骤一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9" name="Group 14"/>
          <p:cNvGrpSpPr/>
          <p:nvPr/>
        </p:nvGrpSpPr>
        <p:grpSpPr>
          <a:xfrm>
            <a:off x="7558314" y="2244150"/>
            <a:ext cx="228499" cy="1207476"/>
            <a:chOff x="6400870" y="2624849"/>
            <a:chExt cx="228600" cy="1207849"/>
          </a:xfrm>
        </p:grpSpPr>
        <p:sp>
          <p:nvSpPr>
            <p:cNvPr id="21" name="Oval 38"/>
            <p:cNvSpPr/>
            <p:nvPr/>
          </p:nvSpPr>
          <p:spPr>
            <a:xfrm flipV="1">
              <a:off x="6400870" y="2624849"/>
              <a:ext cx="228600" cy="228600"/>
            </a:xfrm>
            <a:prstGeom prst="ellips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rgbClr val="06C5B3"/>
                </a:solidFill>
                <a:latin typeface="+mn-ea"/>
              </a:endParaRPr>
            </a:p>
          </p:txBody>
        </p:sp>
        <p:cxnSp>
          <p:nvCxnSpPr>
            <p:cNvPr id="22" name="Straight Connector 51"/>
            <p:cNvCxnSpPr/>
            <p:nvPr/>
          </p:nvCxnSpPr>
          <p:spPr>
            <a:xfrm flipH="1">
              <a:off x="6504284" y="2857986"/>
              <a:ext cx="12605" cy="974712"/>
            </a:xfrm>
            <a:prstGeom prst="line">
              <a:avLst/>
            </a:prstGeom>
            <a:solidFill>
              <a:srgbClr val="04B0B8"/>
            </a:solidFill>
            <a:ln>
              <a:solidFill>
                <a:srgbClr val="0073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" name="TextBox 75"/>
          <p:cNvSpPr txBox="1"/>
          <p:nvPr/>
        </p:nvSpPr>
        <p:spPr>
          <a:xfrm>
            <a:off x="7685937" y="2588742"/>
            <a:ext cx="915561" cy="311585"/>
          </a:xfrm>
          <a:prstGeom prst="rect">
            <a:avLst/>
          </a:prstGeom>
          <a:noFill/>
        </p:spPr>
        <p:txBody>
          <a:bodyPr wrap="none" lIns="91403" tIns="45701" rIns="91403" bIns="45701" rtlCol="0">
            <a:spAutoFit/>
          </a:bodyPr>
          <a:lstStyle/>
          <a:p>
            <a:r>
              <a:rPr lang="zh-CN" altLang="en-US" sz="1425" b="1" dirty="0">
                <a:solidFill>
                  <a:schemeClr val="bg1"/>
                </a:solidFill>
                <a:latin typeface="+mn-ea"/>
              </a:rPr>
              <a:t>步骤十一</a:t>
            </a:r>
            <a:endParaRPr lang="en-US" sz="1425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" name="Text Placeholder 18"/>
          <p:cNvSpPr txBox="1"/>
          <p:nvPr/>
        </p:nvSpPr>
        <p:spPr>
          <a:xfrm>
            <a:off x="7661682" y="2926302"/>
            <a:ext cx="1115525" cy="533235"/>
          </a:xfrm>
          <a:prstGeom prst="rect">
            <a:avLst/>
          </a:prstGeom>
        </p:spPr>
        <p:txBody>
          <a:bodyPr lIns="91403" tIns="45701" rIns="91403" bIns="45701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参赛模拟训练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&lt;2~15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小时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&gt;</a:t>
            </a:r>
          </a:p>
        </p:txBody>
      </p:sp>
      <p:sp>
        <p:nvSpPr>
          <p:cNvPr id="17" name="椭圆 16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45"/>
          <p:cNvSpPr txBox="1"/>
          <p:nvPr/>
        </p:nvSpPr>
        <p:spPr>
          <a:xfrm>
            <a:off x="216896" y="203119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2" grpId="0" bldLvl="0" animBg="1"/>
      <p:bldP spid="60" grpId="0"/>
      <p:bldP spid="61" grpId="0"/>
      <p:bldP spid="62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80" grpId="0"/>
      <p:bldP spid="81" grpId="0"/>
      <p:bldP spid="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89"/>
          <p:cNvCxnSpPr/>
          <p:nvPr/>
        </p:nvCxnSpPr>
        <p:spPr>
          <a:xfrm>
            <a:off x="22860" y="3044161"/>
            <a:ext cx="912114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extBox 67"/>
          <p:cNvSpPr txBox="1"/>
          <p:nvPr/>
        </p:nvSpPr>
        <p:spPr>
          <a:xfrm>
            <a:off x="4065741" y="281940"/>
            <a:ext cx="10310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28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4041206" y="1058788"/>
            <a:ext cx="108012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椭圆 71"/>
          <p:cNvSpPr/>
          <p:nvPr/>
        </p:nvSpPr>
        <p:spPr>
          <a:xfrm>
            <a:off x="323103" y="2569188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1562154" y="2546836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2785501" y="2545906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4058047" y="2545906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5313742" y="2557759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510967" y="2760140"/>
            <a:ext cx="561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7" name="Rectangle 39"/>
          <p:cNvSpPr>
            <a:spLocks noChangeArrowheads="1"/>
          </p:cNvSpPr>
          <p:nvPr/>
        </p:nvSpPr>
        <p:spPr bwMode="auto">
          <a:xfrm>
            <a:off x="45031" y="3770017"/>
            <a:ext cx="1493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大赛内容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Rectangle 39"/>
          <p:cNvSpPr>
            <a:spLocks noChangeArrowheads="1"/>
          </p:cNvSpPr>
          <p:nvPr/>
        </p:nvSpPr>
        <p:spPr bwMode="auto">
          <a:xfrm>
            <a:off x="2516254" y="3746735"/>
            <a:ext cx="14932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校赛参赛流程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zh-CN" sz="12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39"/>
          <p:cNvSpPr>
            <a:spLocks noChangeArrowheads="1"/>
          </p:cNvSpPr>
          <p:nvPr/>
        </p:nvSpPr>
        <p:spPr bwMode="auto">
          <a:xfrm>
            <a:off x="3779976" y="1882100"/>
            <a:ext cx="149324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校赛成长赛道方案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endParaRPr lang="zh-CN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39"/>
          <p:cNvSpPr>
            <a:spLocks noChangeArrowheads="1"/>
          </p:cNvSpPr>
          <p:nvPr/>
        </p:nvSpPr>
        <p:spPr bwMode="auto">
          <a:xfrm>
            <a:off x="5069606" y="3758588"/>
            <a:ext cx="149324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校赛就业赛道方案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725171" y="2737788"/>
            <a:ext cx="611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951733" y="2736858"/>
            <a:ext cx="62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221867" y="2736858"/>
            <a:ext cx="609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70348" y="2748711"/>
            <a:ext cx="623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933752" y="2533126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39"/>
          <p:cNvSpPr>
            <a:spLocks noChangeArrowheads="1"/>
          </p:cNvSpPr>
          <p:nvPr/>
        </p:nvSpPr>
        <p:spPr bwMode="auto">
          <a:xfrm>
            <a:off x="7689616" y="3733955"/>
            <a:ext cx="1493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省赛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国赛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97"/>
          <p:cNvSpPr txBox="1"/>
          <p:nvPr/>
        </p:nvSpPr>
        <p:spPr>
          <a:xfrm>
            <a:off x="8120014" y="2724078"/>
            <a:ext cx="564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07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645101" y="2546836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39"/>
          <p:cNvSpPr>
            <a:spLocks noChangeArrowheads="1"/>
          </p:cNvSpPr>
          <p:nvPr/>
        </p:nvSpPr>
        <p:spPr bwMode="auto">
          <a:xfrm>
            <a:off x="6367029" y="1917199"/>
            <a:ext cx="1493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校赛奖品设置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96"/>
          <p:cNvSpPr txBox="1"/>
          <p:nvPr/>
        </p:nvSpPr>
        <p:spPr>
          <a:xfrm>
            <a:off x="6800104" y="2737788"/>
            <a:ext cx="627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3" name="Rectangle 39"/>
          <p:cNvSpPr>
            <a:spLocks noChangeArrowheads="1"/>
          </p:cNvSpPr>
          <p:nvPr/>
        </p:nvSpPr>
        <p:spPr bwMode="auto">
          <a:xfrm>
            <a:off x="1260205" y="2061887"/>
            <a:ext cx="1493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赛程安排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 advTm="0">
        <p14:switch dir="r"/>
      </p:transition>
    </mc:Choice>
    <mc:Fallback xmlns="">
      <p:transition spd="slow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21"/>
          <p:cNvSpPr>
            <a:spLocks noChangeArrowheads="1"/>
          </p:cNvSpPr>
          <p:nvPr/>
        </p:nvSpPr>
        <p:spPr bwMode="auto">
          <a:xfrm>
            <a:off x="2143919" y="1334093"/>
            <a:ext cx="1371600" cy="1381125"/>
          </a:xfrm>
          <a:prstGeom prst="rect">
            <a:avLst/>
          </a:prstGeom>
          <a:solidFill>
            <a:srgbClr val="BDBEC0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949599"/>
              </a:solidFill>
            </a:endParaRPr>
          </a:p>
        </p:txBody>
      </p:sp>
      <p:sp>
        <p:nvSpPr>
          <p:cNvPr id="55" name="Rectangle 22"/>
          <p:cNvSpPr>
            <a:spLocks noChangeArrowheads="1"/>
          </p:cNvSpPr>
          <p:nvPr/>
        </p:nvSpPr>
        <p:spPr bwMode="auto">
          <a:xfrm>
            <a:off x="2143919" y="1756368"/>
            <a:ext cx="1371600" cy="958850"/>
          </a:xfrm>
          <a:prstGeom prst="rect">
            <a:avLst/>
          </a:prstGeom>
          <a:solidFill>
            <a:srgbClr val="06C5B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Rectangle 24"/>
          <p:cNvSpPr>
            <a:spLocks noChangeArrowheads="1"/>
          </p:cNvSpPr>
          <p:nvPr/>
        </p:nvSpPr>
        <p:spPr bwMode="auto">
          <a:xfrm>
            <a:off x="5682624" y="1334093"/>
            <a:ext cx="1371600" cy="1381125"/>
          </a:xfrm>
          <a:prstGeom prst="rect">
            <a:avLst/>
          </a:prstGeom>
          <a:solidFill>
            <a:srgbClr val="BDBEC0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rgbClr val="949599"/>
              </a:solidFill>
            </a:endParaRPr>
          </a:p>
        </p:txBody>
      </p:sp>
      <p:sp>
        <p:nvSpPr>
          <p:cNvPr id="58" name="Rectangle 25"/>
          <p:cNvSpPr>
            <a:spLocks noChangeArrowheads="1"/>
          </p:cNvSpPr>
          <p:nvPr/>
        </p:nvSpPr>
        <p:spPr bwMode="auto">
          <a:xfrm>
            <a:off x="5682624" y="2375493"/>
            <a:ext cx="1371600" cy="339725"/>
          </a:xfrm>
          <a:prstGeom prst="rect">
            <a:avLst/>
          </a:prstGeom>
          <a:solidFill>
            <a:srgbClr val="06C5B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Rectangle 26"/>
          <p:cNvSpPr>
            <a:spLocks noChangeArrowheads="1"/>
          </p:cNvSpPr>
          <p:nvPr/>
        </p:nvSpPr>
        <p:spPr bwMode="auto">
          <a:xfrm>
            <a:off x="5804862" y="1457918"/>
            <a:ext cx="1125537" cy="1133475"/>
          </a:xfrm>
          <a:prstGeom prst="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ectangle 34"/>
          <p:cNvSpPr>
            <a:spLocks noChangeArrowheads="1"/>
          </p:cNvSpPr>
          <p:nvPr/>
        </p:nvSpPr>
        <p:spPr bwMode="auto">
          <a:xfrm>
            <a:off x="5810260" y="1546281"/>
            <a:ext cx="11525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就业赛道</a:t>
            </a:r>
            <a:endParaRPr lang="zh-CN" altLang="zh-CN" sz="3200" dirty="0">
              <a:solidFill>
                <a:schemeClr val="bg1"/>
              </a:solidFill>
            </a:endParaRPr>
          </a:p>
        </p:txBody>
      </p:sp>
      <p:sp>
        <p:nvSpPr>
          <p:cNvPr id="56" name="Rectangle 23"/>
          <p:cNvSpPr>
            <a:spLocks noChangeArrowheads="1"/>
          </p:cNvSpPr>
          <p:nvPr/>
        </p:nvSpPr>
        <p:spPr bwMode="auto">
          <a:xfrm>
            <a:off x="2267744" y="1457918"/>
            <a:ext cx="1123950" cy="1133475"/>
          </a:xfrm>
          <a:prstGeom prst="rect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ectangle 33"/>
          <p:cNvSpPr>
            <a:spLocks noChangeArrowheads="1"/>
          </p:cNvSpPr>
          <p:nvPr/>
        </p:nvSpPr>
        <p:spPr bwMode="auto">
          <a:xfrm>
            <a:off x="2253456" y="1564869"/>
            <a:ext cx="115252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成长赛道</a:t>
            </a:r>
            <a:endParaRPr lang="zh-CN" altLang="zh-CN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22860" y="3259974"/>
            <a:ext cx="912114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7" name="椭圆 86"/>
          <p:cNvSpPr/>
          <p:nvPr/>
        </p:nvSpPr>
        <p:spPr>
          <a:xfrm>
            <a:off x="2504607" y="2994473"/>
            <a:ext cx="574528" cy="574528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6099259" y="2967263"/>
            <a:ext cx="574528" cy="574528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Rectangle 39"/>
          <p:cNvSpPr>
            <a:spLocks noChangeArrowheads="1"/>
          </p:cNvSpPr>
          <p:nvPr/>
        </p:nvSpPr>
        <p:spPr bwMode="auto">
          <a:xfrm>
            <a:off x="5518028" y="3837796"/>
            <a:ext cx="18004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algn="ctr"/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本科三，四年级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/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全体研究生</a:t>
            </a:r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1701027" y="3865006"/>
            <a:ext cx="2262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algn="ctr"/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本科一，二，三年级</a:t>
            </a:r>
          </a:p>
        </p:txBody>
      </p:sp>
      <p:sp>
        <p:nvSpPr>
          <p:cNvPr id="44" name="椭圆 43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7" name="Rectangle 39"/>
          <p:cNvSpPr>
            <a:spLocks noChangeArrowheads="1"/>
          </p:cNvSpPr>
          <p:nvPr/>
        </p:nvSpPr>
        <p:spPr bwMode="auto">
          <a:xfrm>
            <a:off x="915988" y="301852"/>
            <a:ext cx="2778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大赛内容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" dur="3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150" fill="hold"/>
                                            <p:tgtEl>
                                              <p:spTgt spid="8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3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21" dur="150" fill="hold"/>
                                            <p:tgtEl>
                                              <p:spTgt spid="5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2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3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autoRev="1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150" fill="hold"/>
                                            <p:tgtEl>
                                              <p:spTgt spid="5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4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9" dur="75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utoRev="1" fill="hold" grpId="1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150" fill="hold"/>
                                            <p:tgtEl>
                                              <p:spTgt spid="8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7" presetID="53" presetClass="entr" presetSubtype="16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3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6" presetClass="emph" presetSubtype="0" autoRev="1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Scale>
                                          <p:cBhvr>
                                            <p:cTn id="53" dur="150" fill="hold"/>
                                            <p:tgtEl>
                                              <p:spTgt spid="5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3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3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6" presetClass="emph" presetSubtype="0" autoRev="1" fill="hold" grpId="1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animScale>
                                          <p:cBhvr>
                                            <p:cTn id="60" dur="150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 p14:presetBounceEnd="50000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3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4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grpId="0" nodeType="withEffect" p14:presetBounceEnd="50000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7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8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2" presetClass="entr" presetSubtype="4" fill="hold" grpId="0" nodeType="withEffect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1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54" grpId="1" animBg="1"/>
          <p:bldP spid="55" grpId="0" animBg="1"/>
          <p:bldP spid="57" grpId="0" animBg="1"/>
          <p:bldP spid="57" grpId="1" animBg="1"/>
          <p:bldP spid="58" grpId="0" animBg="1"/>
          <p:bldP spid="59" grpId="0" animBg="1"/>
          <p:bldP spid="59" grpId="1" animBg="1"/>
          <p:bldP spid="67" grpId="0"/>
          <p:bldP spid="56" grpId="0" animBg="1"/>
          <p:bldP spid="56" grpId="1" animBg="1"/>
          <p:bldP spid="66" grpId="0"/>
          <p:bldP spid="87" grpId="0" animBg="1"/>
          <p:bldP spid="87" grpId="1" animBg="1"/>
          <p:bldP spid="89" grpId="0" animBg="1"/>
          <p:bldP spid="89" grpId="1" animBg="1"/>
          <p:bldP spid="72" grpId="0"/>
          <p:bldP spid="7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" dur="3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150" fill="hold"/>
                                            <p:tgtEl>
                                              <p:spTgt spid="8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3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21" dur="150" fill="hold"/>
                                            <p:tgtEl>
                                              <p:spTgt spid="5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2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3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autoRev="1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150" fill="hold"/>
                                            <p:tgtEl>
                                              <p:spTgt spid="5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4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9" dur="75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utoRev="1" fill="hold" grpId="1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150" fill="hold"/>
                                            <p:tgtEl>
                                              <p:spTgt spid="8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7" presetID="53" presetClass="entr" presetSubtype="16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1" dur="3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6" presetClass="emph" presetSubtype="0" autoRev="1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Scale>
                                          <p:cBhvr>
                                            <p:cTn id="53" dur="150" fill="hold"/>
                                            <p:tgtEl>
                                              <p:spTgt spid="5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3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3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6" presetClass="emph" presetSubtype="0" autoRev="1" fill="hold" grpId="1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animScale>
                                          <p:cBhvr>
                                            <p:cTn id="60" dur="150" fill="hold"/>
                                            <p:tgtEl>
                                              <p:spTgt spid="5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fill="hold" grpId="0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5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2" presetClass="entr" presetSubtype="4" fill="hold" grpId="0" nodeType="withEffect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1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54" grpId="1" animBg="1"/>
          <p:bldP spid="55" grpId="0" animBg="1"/>
          <p:bldP spid="57" grpId="0" animBg="1"/>
          <p:bldP spid="57" grpId="1" animBg="1"/>
          <p:bldP spid="58" grpId="0" animBg="1"/>
          <p:bldP spid="59" grpId="0" animBg="1"/>
          <p:bldP spid="59" grpId="1" animBg="1"/>
          <p:bldP spid="67" grpId="0"/>
          <p:bldP spid="56" grpId="0" animBg="1"/>
          <p:bldP spid="56" grpId="1" animBg="1"/>
          <p:bldP spid="66" grpId="0"/>
          <p:bldP spid="87" grpId="0" animBg="1"/>
          <p:bldP spid="87" grpId="1" animBg="1"/>
          <p:bldP spid="89" grpId="0" animBg="1"/>
          <p:bldP spid="89" grpId="1" animBg="1"/>
          <p:bldP spid="72" grpId="0"/>
          <p:bldP spid="73" grpId="0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89"/>
          <p:cNvCxnSpPr/>
          <p:nvPr/>
        </p:nvCxnSpPr>
        <p:spPr>
          <a:xfrm>
            <a:off x="22860" y="3038714"/>
            <a:ext cx="912114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椭圆 71"/>
          <p:cNvSpPr/>
          <p:nvPr/>
        </p:nvSpPr>
        <p:spPr>
          <a:xfrm>
            <a:off x="1485510" y="2561496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3130145" y="2550889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4788024" y="2558990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6408555" y="2570163"/>
            <a:ext cx="937102" cy="93710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1681477" y="2727052"/>
            <a:ext cx="561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7" name="Rectangle 39"/>
          <p:cNvSpPr>
            <a:spLocks noChangeArrowheads="1"/>
          </p:cNvSpPr>
          <p:nvPr/>
        </p:nvSpPr>
        <p:spPr bwMode="auto">
          <a:xfrm>
            <a:off x="1259632" y="3748384"/>
            <a:ext cx="149324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书院推荐</a:t>
            </a:r>
            <a:endParaRPr lang="en-US" altLang="zh-CN" sz="16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-2023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88" name="Rectangle 39"/>
          <p:cNvSpPr>
            <a:spLocks noChangeArrowheads="1"/>
          </p:cNvSpPr>
          <p:nvPr/>
        </p:nvSpPr>
        <p:spPr bwMode="auto">
          <a:xfrm>
            <a:off x="2915816" y="1854948"/>
            <a:ext cx="149324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校赛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月中旬</a:t>
            </a:r>
          </a:p>
        </p:txBody>
      </p:sp>
      <p:sp>
        <p:nvSpPr>
          <p:cNvPr id="89" name="Rectangle 39"/>
          <p:cNvSpPr>
            <a:spLocks noChangeArrowheads="1"/>
          </p:cNvSpPr>
          <p:nvPr/>
        </p:nvSpPr>
        <p:spPr bwMode="auto">
          <a:xfrm>
            <a:off x="4581266" y="3761393"/>
            <a:ext cx="149324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省赛</a:t>
            </a:r>
            <a:endParaRPr lang="en-US" altLang="zh-CN" sz="16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-2024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3" name="Rectangle 39"/>
          <p:cNvSpPr>
            <a:spLocks noChangeArrowheads="1"/>
          </p:cNvSpPr>
          <p:nvPr/>
        </p:nvSpPr>
        <p:spPr bwMode="auto">
          <a:xfrm>
            <a:off x="6058176" y="1830522"/>
            <a:ext cx="149324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全国总决赛</a:t>
            </a:r>
            <a:endParaRPr lang="en-US" altLang="zh-CN" sz="16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/5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87809" y="2756380"/>
            <a:ext cx="611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945432" y="2756380"/>
            <a:ext cx="622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572375" y="2746326"/>
            <a:ext cx="609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2778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赛程安排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3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3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" dur="3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150" fill="hold"/>
                                            <p:tgtEl>
                                              <p:spTgt spid="7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3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21" dur="15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7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3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6" presetClass="emph" presetSubtype="0" autoRev="1" fill="hold" grpId="1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39" dur="150" fill="hold"/>
                                            <p:tgtEl>
                                              <p:spTgt spid="9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2" fill="hold" grpId="0" nodeType="withEffect" p14:presetBounceEnd="50000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2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3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53" presetClass="entr" presetSubtype="16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3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3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3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6" presetClass="emph" presetSubtype="0" autoRev="1" fill="hold" grpId="1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Scale>
                                          <p:cBhvr>
                                            <p:cTn id="50" dur="150" fill="hold"/>
                                            <p:tgtEl>
                                              <p:spTgt spid="8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1" presetID="53" presetClass="entr" presetSubtype="16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3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6" presetClass="emph" presetSubtype="0" autoRev="1" fill="hold" grpId="1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animScale>
                                          <p:cBhvr>
                                            <p:cTn id="57" dur="150" fill="hold"/>
                                            <p:tgtEl>
                                              <p:spTgt spid="9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2" fill="hold" grpId="0" nodeType="withEffect" p14:presetBounceEnd="50000">
                                      <p:stCondLst>
                                        <p:cond delay="33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1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grpId="0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3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3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3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autoRev="1" fill="hold" grpId="1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50" fill="hold"/>
                                            <p:tgtEl>
                                              <p:spTgt spid="8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3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3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3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" presetClass="emph" presetSubtype="0" autoRev="1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Scale>
                                          <p:cBhvr>
                                            <p:cTn id="75" dur="150" fill="hold"/>
                                            <p:tgtEl>
                                              <p:spTgt spid="9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2" fill="hold" grpId="0" nodeType="withEffect" p14:presetBounceEnd="50000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8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9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2" grpId="0" animBg="1"/>
          <p:bldP spid="72" grpId="1" animBg="1"/>
          <p:bldP spid="79" grpId="0" animBg="1"/>
          <p:bldP spid="79" grpId="1" animBg="1"/>
          <p:bldP spid="81" grpId="0" animBg="1"/>
          <p:bldP spid="81" grpId="1" animBg="1"/>
          <p:bldP spid="83" grpId="0" animBg="1"/>
          <p:bldP spid="83" grpId="1" animBg="1"/>
          <p:bldP spid="86" grpId="0"/>
          <p:bldP spid="86" grpId="1"/>
          <p:bldP spid="87" grpId="0"/>
          <p:bldP spid="88" grpId="0"/>
          <p:bldP spid="89" grpId="0"/>
          <p:bldP spid="93" grpId="0"/>
          <p:bldP spid="95" grpId="0"/>
          <p:bldP spid="95" grpId="1"/>
          <p:bldP spid="96" grpId="0"/>
          <p:bldP spid="96" grpId="1"/>
          <p:bldP spid="97" grpId="0"/>
          <p:bldP spid="9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0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3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3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" dur="3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4" dur="150" fill="hold"/>
                                            <p:tgtEl>
                                              <p:spTgt spid="7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3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21" dur="15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7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3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6" presetClass="emph" presetSubtype="0" autoRev="1" fill="hold" grpId="1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39" dur="150" fill="hold"/>
                                            <p:tgtEl>
                                              <p:spTgt spid="9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2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53" presetClass="entr" presetSubtype="16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3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3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3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6" presetClass="emph" presetSubtype="0" autoRev="1" fill="hold" grpId="1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Scale>
                                          <p:cBhvr>
                                            <p:cTn id="50" dur="150" fill="hold"/>
                                            <p:tgtEl>
                                              <p:spTgt spid="8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1" presetID="53" presetClass="entr" presetSubtype="16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5" dur="3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6" presetClass="emph" presetSubtype="0" autoRev="1" fill="hold" grpId="1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animScale>
                                          <p:cBhvr>
                                            <p:cTn id="57" dur="150" fill="hold"/>
                                            <p:tgtEl>
                                              <p:spTgt spid="9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2" fill="hold" grpId="0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grpId="0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3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3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3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autoRev="1" fill="hold" grpId="1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50" fill="hold"/>
                                            <p:tgtEl>
                                              <p:spTgt spid="8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41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3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3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3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" presetClass="emph" presetSubtype="0" autoRev="1" fill="hold" grpId="1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animScale>
                                          <p:cBhvr>
                                            <p:cTn id="75" dur="150" fill="hold"/>
                                            <p:tgtEl>
                                              <p:spTgt spid="9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2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2" grpId="0" animBg="1"/>
          <p:bldP spid="72" grpId="1" animBg="1"/>
          <p:bldP spid="79" grpId="0" animBg="1"/>
          <p:bldP spid="79" grpId="1" animBg="1"/>
          <p:bldP spid="81" grpId="0" animBg="1"/>
          <p:bldP spid="81" grpId="1" animBg="1"/>
          <p:bldP spid="83" grpId="0" animBg="1"/>
          <p:bldP spid="83" grpId="1" animBg="1"/>
          <p:bldP spid="86" grpId="0"/>
          <p:bldP spid="86" grpId="1"/>
          <p:bldP spid="87" grpId="0"/>
          <p:bldP spid="88" grpId="0"/>
          <p:bldP spid="89" grpId="0"/>
          <p:bldP spid="93" grpId="0"/>
          <p:bldP spid="95" grpId="0"/>
          <p:bldP spid="95" grpId="1"/>
          <p:bldP spid="96" grpId="0"/>
          <p:bldP spid="96" grpId="1"/>
          <p:bldP spid="97" grpId="0"/>
          <p:bldP spid="97" grpId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校赛参赛流程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1194" y="2044369"/>
            <a:ext cx="2656991" cy="240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一、参赛材料提交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ts val="22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请各位选手于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提交参赛材料。学院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书院自主确定选拔方式，于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公布进入校赛名单。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每晋级下一阶段，选手可以修改一次自己的参赛材料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22860" y="1469841"/>
            <a:ext cx="912114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椭圆 33"/>
          <p:cNvSpPr/>
          <p:nvPr/>
        </p:nvSpPr>
        <p:spPr>
          <a:xfrm>
            <a:off x="1548432" y="1195585"/>
            <a:ext cx="574528" cy="574528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733776" y="1182577"/>
            <a:ext cx="574528" cy="574528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椭圆 35"/>
          <p:cNvSpPr/>
          <p:nvPr/>
        </p:nvSpPr>
        <p:spPr>
          <a:xfrm>
            <a:off x="4284736" y="1249227"/>
            <a:ext cx="574528" cy="574528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473494" y="2070383"/>
            <a:ext cx="2376264" cy="240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二、校赛材料评审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ts val="2200"/>
              </a:lnSpc>
            </a:pP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月上旬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进行校赛材料评审环节，经专家评审后，确定进入校赛决赛选手。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ts val="22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入围校级决赛选手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人，成长赛道和就业赛道各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012160" y="2070383"/>
            <a:ext cx="2376264" cy="993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三、校赛决赛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ts val="2200"/>
              </a:lnSpc>
            </a:pP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月中旬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进行现场比赛，决出各类奖项。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21" dur="150" fill="hold"/>
                                        <p:tgtEl>
                                          <p:spTgt spid="3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50" fill="hold"/>
                                        <p:tgtEl>
                                          <p:spTgt spid="3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校赛成长赛道方案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5596" y="698748"/>
            <a:ext cx="7128792" cy="4336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一、参赛对象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本科一、二、三年级学生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二、参赛材料要求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选手在大赛平台提交不超过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字的生涯发展报告、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格式生涯发展展示。（网址：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zgs.chsi.com.cn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三、现场比赛环节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、主题陈述（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分钟）：选手结合生涯发展报告进行陈述和展示。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、评委提问（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分钟）：评委结合选手陈述和现场表现进行提问。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、天降实习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分钟）：用人单位根据选手表现，决定是否给出实习意向，并对选手作点评。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校赛成长赛道方案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5596" y="698748"/>
            <a:ext cx="7128792" cy="341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四、评审标准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职业目标（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体现积极正向的价值追求，能够将个人理想与国家需要、经济社会发展相结合。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匹配个人价值观、能力优势、兴趣特点。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准确认识目标职业在专业知识、通用素质、就业能力等方面的要求，科学分析个人现实情况与目标要求的差距，制定合理可行的计划。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校赛成长赛道方案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5596" y="698748"/>
            <a:ext cx="7128792" cy="29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四、评审标准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行动成果（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成长行动符合目标职业在通用素质、就业能力、职业道德等方面      的要求。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成长行动对弥补个人不足的针对性较强。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能够将专业知识应用于成长实践，提高通用素质和就业能力。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成长行动内容丰富，取得阶段性成果。	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校赛成长赛道方案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5596" y="698748"/>
            <a:ext cx="7128792" cy="29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四、评审标准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3.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目标契合度（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行动成果与职业目标的契合程度。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总结成长行动中存在的不足和原因，对成长计划进行自我评估   和动态调整。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4.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实习意向（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现场获得用人单位发放实习意向情况。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136143" y="209519"/>
            <a:ext cx="616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校赛就业赛道方案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35596" y="924117"/>
            <a:ext cx="7128792" cy="3915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一、参赛对象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本科三，四年级学生和全体研究生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二、分赛道设置（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个分赛道）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产品研发分赛道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生产服务分赛道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市场营销分赛道	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通用职能分赛道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按相近行业分小组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公共服务分赛道	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186991" y="209519"/>
            <a:ext cx="514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校赛就业赛道方案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5596" y="698748"/>
            <a:ext cx="7128792" cy="3240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三、参赛材料要求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选手在大赛平台提交以下参赛材料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求职简历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就业能力展示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格式不超过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50MB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可加入视频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辅助证明材料，包括实践、实习、获奖等证明材料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格式整合为单个文件不超过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50MB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网址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:zgs.chsi.com.cn)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186990" y="209520"/>
            <a:ext cx="485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校赛就业赛道方案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576" y="914772"/>
            <a:ext cx="7128792" cy="29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四、现场比赛环节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1.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主题陈述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选手陈述个人求职意向和职业准备情况，展示通用素质与岗位能力。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2.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综合面试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评委提出真实工作场景中可能遇到的问题，选手提出解决方案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评委结合选手陈述自由提问。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3.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天降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offer(1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用人单位根据选手表现，决定是否给出录用意向，并对选手作点评。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186990" y="298638"/>
            <a:ext cx="485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校赛就业赛道方案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576" y="914772"/>
            <a:ext cx="7128792" cy="382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四、评审环节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通用素质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（分赛道分值：产品研发：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分；生产服务：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分；市场营销：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分；通用职能：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分；公共服务：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1.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职业精神	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2.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心理素质	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3.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思维能力	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4.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沟通能力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5.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执行和领导能力	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岗位能力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（分赛道分值：产品研发：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分；生产服务：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分；市场营销：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分；通用职能：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分；公共服务：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1.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岗位认知程度                      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岗位胜任能力	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186990" y="209520"/>
            <a:ext cx="485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校赛就业赛道方案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576" y="914772"/>
            <a:ext cx="7128792" cy="29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四、评审环节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发展潜力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：（分赛道分值：产品研发：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分；生产服务：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分；市场营销：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分；通用职能：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分；公共服务：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职业目标契合行业发展前景和人才需求 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录用意向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：（分赛道分值：产品研发：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分；生产服务：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分；市场营销：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分；通用职能：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分；公共服务：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现场获得用人单位提供录用意向情况	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2"/>
          <p:cNvSpPr>
            <a:spLocks noChangeArrowheads="1"/>
          </p:cNvSpPr>
          <p:nvPr/>
        </p:nvSpPr>
        <p:spPr bwMode="auto">
          <a:xfrm>
            <a:off x="2754761" y="2318479"/>
            <a:ext cx="3361690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一等奖；每个赛道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名，共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</a:p>
        </p:txBody>
      </p:sp>
      <p:sp>
        <p:nvSpPr>
          <p:cNvPr id="54" name="Rectangle 27"/>
          <p:cNvSpPr>
            <a:spLocks noChangeArrowheads="1"/>
          </p:cNvSpPr>
          <p:nvPr/>
        </p:nvSpPr>
        <p:spPr bwMode="auto">
          <a:xfrm>
            <a:off x="6920865" y="3291205"/>
            <a:ext cx="219456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三等奖；</a:t>
            </a:r>
          </a:p>
          <a:p>
            <a:pPr algn="ctr"/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每个赛道11名，共22名</a:t>
            </a:r>
          </a:p>
        </p:txBody>
      </p:sp>
      <p:sp>
        <p:nvSpPr>
          <p:cNvPr id="60" name="Rectangle 42"/>
          <p:cNvSpPr>
            <a:spLocks noChangeArrowheads="1"/>
          </p:cNvSpPr>
          <p:nvPr/>
        </p:nvSpPr>
        <p:spPr bwMode="auto">
          <a:xfrm>
            <a:off x="-36195" y="3075305"/>
            <a:ext cx="236347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二等奖；</a:t>
            </a:r>
          </a:p>
          <a:p>
            <a:pPr algn="ctr"/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每个赛道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名，共</a:t>
            </a:r>
            <a:r>
              <a:rPr lang="en-US" altLang="zh-CN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16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</a:p>
        </p:txBody>
      </p:sp>
      <p:sp>
        <p:nvSpPr>
          <p:cNvPr id="80" name="Rectangle 38"/>
          <p:cNvSpPr>
            <a:spLocks noChangeArrowheads="1"/>
          </p:cNvSpPr>
          <p:nvPr/>
        </p:nvSpPr>
        <p:spPr bwMode="auto">
          <a:xfrm>
            <a:off x="3366809" y="2626256"/>
            <a:ext cx="2232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vivo X90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手机一部</a:t>
            </a:r>
          </a:p>
        </p:txBody>
      </p:sp>
      <p:sp>
        <p:nvSpPr>
          <p:cNvPr id="81" name="Rectangle 38"/>
          <p:cNvSpPr>
            <a:spLocks noChangeArrowheads="1"/>
          </p:cNvSpPr>
          <p:nvPr/>
        </p:nvSpPr>
        <p:spPr bwMode="auto">
          <a:xfrm>
            <a:off x="6949023" y="3701110"/>
            <a:ext cx="20658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vivo TWS 2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无线耳机一副</a:t>
            </a:r>
          </a:p>
        </p:txBody>
      </p:sp>
      <p:sp>
        <p:nvSpPr>
          <p:cNvPr id="82" name="Rectangle 38"/>
          <p:cNvSpPr>
            <a:spLocks noChangeArrowheads="1"/>
          </p:cNvSpPr>
          <p:nvPr/>
        </p:nvSpPr>
        <p:spPr bwMode="auto">
          <a:xfrm>
            <a:off x="251810" y="3651167"/>
            <a:ext cx="16800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vivo Pad Air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平板电脑一台</a:t>
            </a:r>
          </a:p>
        </p:txBody>
      </p:sp>
      <p:sp>
        <p:nvSpPr>
          <p:cNvPr id="42" name="椭圆 41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599386" y="335088"/>
            <a:ext cx="1914125" cy="1872208"/>
          </a:xfrm>
          <a:prstGeom prst="ellipse">
            <a:avLst/>
          </a:prstGeom>
          <a:solidFill>
            <a:schemeClr val="bg1"/>
          </a:solidFill>
          <a:ln w="57150">
            <a:solidFill>
              <a:srgbClr val="06C5B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4" t="2856" r="11055" b="2295"/>
          <a:stretch>
            <a:fillRect/>
          </a:stretch>
        </p:blipFill>
        <p:spPr>
          <a:xfrm>
            <a:off x="3989785" y="582393"/>
            <a:ext cx="1133325" cy="1366754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5006445" y="2871378"/>
            <a:ext cx="1914125" cy="1872208"/>
          </a:xfrm>
          <a:prstGeom prst="ellipse">
            <a:avLst/>
          </a:prstGeom>
          <a:solidFill>
            <a:schemeClr val="bg1"/>
          </a:solidFill>
          <a:ln w="57150">
            <a:solidFill>
              <a:srgbClr val="06C5B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129846" y="2882677"/>
            <a:ext cx="1914125" cy="1872208"/>
          </a:xfrm>
          <a:prstGeom prst="ellipse">
            <a:avLst/>
          </a:prstGeom>
          <a:solidFill>
            <a:schemeClr val="bg1"/>
          </a:solidFill>
          <a:ln w="57150">
            <a:solidFill>
              <a:srgbClr val="06C5B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9" t="8475" r="8048" b="9682"/>
          <a:stretch>
            <a:fillRect/>
          </a:stretch>
        </p:blipFill>
        <p:spPr>
          <a:xfrm>
            <a:off x="2476152" y="3199055"/>
            <a:ext cx="1177677" cy="124310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7" t="7003" r="13293" b="16024"/>
          <a:stretch>
            <a:fillRect/>
          </a:stretch>
        </p:blipFill>
        <p:spPr>
          <a:xfrm>
            <a:off x="5351438" y="3148332"/>
            <a:ext cx="1224137" cy="1318300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45"/>
          <p:cNvSpPr txBox="1"/>
          <p:nvPr/>
        </p:nvSpPr>
        <p:spPr>
          <a:xfrm>
            <a:off x="186990" y="209520"/>
            <a:ext cx="485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5" name="Rectangle 39"/>
          <p:cNvSpPr>
            <a:spLocks noChangeArrowheads="1"/>
          </p:cNvSpPr>
          <p:nvPr/>
        </p:nvSpPr>
        <p:spPr bwMode="auto">
          <a:xfrm>
            <a:off x="915988" y="301852"/>
            <a:ext cx="2778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校赛奖品设置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6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6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60000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60000">
                                      <p:stCondLst>
                                        <p:cond delay="3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60000">
                                      <p:stCondLst>
                                        <p:cond delay="3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7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8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1" grpId="0"/>
          <p:bldP spid="54" grpId="0"/>
          <p:bldP spid="60" grpId="0"/>
          <p:bldP spid="80" grpId="0" bldLvl="0" animBg="1"/>
          <p:bldP spid="81" grpId="0" bldLvl="0" animBg="1"/>
          <p:bldP spid="82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3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1" grpId="0"/>
          <p:bldP spid="54" grpId="0"/>
          <p:bldP spid="60" grpId="0"/>
          <p:bldP spid="80" grpId="0" bldLvl="0" animBg="1"/>
          <p:bldP spid="81" grpId="0" bldLvl="0" animBg="1"/>
          <p:bldP spid="82" grpId="0" bldLvl="0" animBg="1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07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省赛</a:t>
            </a:r>
            <a:r>
              <a:rPr lang="en-US" altLang="zh-CN" sz="2400" dirty="0">
                <a:solidFill>
                  <a:srgbClr val="06C5B3"/>
                </a:solidFill>
                <a:latin typeface="Impact" panose="020B0806030902050204" pitchFamily="34" charset="0"/>
              </a:rPr>
              <a:t>&amp;</a:t>
            </a:r>
            <a:r>
              <a:rPr lang="zh-CN" altLang="en-US" sz="2400" dirty="0">
                <a:solidFill>
                  <a:srgbClr val="06C5B3"/>
                </a:solidFill>
                <a:latin typeface="Impact" panose="020B0806030902050204" pitchFamily="34" charset="0"/>
              </a:rPr>
              <a:t>国赛</a:t>
            </a:r>
            <a:endParaRPr lang="en-US" altLang="zh-CN" sz="2400" dirty="0">
              <a:solidFill>
                <a:srgbClr val="06C5B3"/>
              </a:solidFill>
              <a:latin typeface="Impact" panose="020B0806030902050204" pitchFamily="34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5596" y="621955"/>
            <a:ext cx="7128792" cy="5439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——2024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省赛评审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，省教育厅组织专家对省赛参赛材料进行线上评审，确定入围省级决赛人选。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省赛决赛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，入围省级决赛选手通过现场比赛决出各类奖项，具体安排另行通知。省教育厅经过省赛选拔推荐选手参加全国大赛。</a:t>
            </a:r>
            <a:endParaRPr lang="en-US" altLang="zh-CN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国赛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月或</a:t>
            </a:r>
            <a:r>
              <a:rPr lang="en-US" altLang="zh-CN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，具体安排另行通知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选手在省赛、国赛中获奖参照有关规定给予奖励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indent="457200"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86990" y="152103"/>
            <a:ext cx="514943" cy="514943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45"/>
          <p:cNvSpPr txBox="1"/>
          <p:nvPr/>
        </p:nvSpPr>
        <p:spPr>
          <a:xfrm>
            <a:off x="216896" y="209520"/>
            <a:ext cx="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mpact" panose="020B0806030902050204" pitchFamily="34" charset="0"/>
              </a:rPr>
              <a:t>07</a:t>
            </a:r>
            <a:endParaRPr lang="zh-CN" altLang="en-US" sz="2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auto">
          <a:xfrm>
            <a:off x="915988" y="301852"/>
            <a:ext cx="3584004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sz="2400" b="1" dirty="0">
                <a:solidFill>
                  <a:srgbClr val="06C5B3"/>
                </a:solidFill>
                <a:latin typeface="Impact" panose="020B0806030902050204" pitchFamily="34" charset="0"/>
              </a:rPr>
              <a:t>大赛平台操作指南</a:t>
            </a:r>
          </a:p>
        </p:txBody>
      </p:sp>
      <p:sp>
        <p:nvSpPr>
          <p:cNvPr id="20" name="椭圆 19"/>
          <p:cNvSpPr/>
          <p:nvPr/>
        </p:nvSpPr>
        <p:spPr>
          <a:xfrm>
            <a:off x="-396552" y="-453380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00036" y="842935"/>
            <a:ext cx="7128792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扫描下面二维码查看大赛报名平台操作指南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49fadb1514c8aeafe0ad4391a8960a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60065" y="1635125"/>
            <a:ext cx="2847975" cy="2847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椭圆 92"/>
          <p:cNvSpPr/>
          <p:nvPr/>
        </p:nvSpPr>
        <p:spPr>
          <a:xfrm>
            <a:off x="2735082" y="1259546"/>
            <a:ext cx="1050653" cy="1050652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1361358" y="1755459"/>
            <a:ext cx="1723593" cy="1723593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2068664" y="1711209"/>
            <a:ext cx="1422497" cy="1422497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2918527" y="3410039"/>
            <a:ext cx="432388" cy="432386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3458846" y="1243627"/>
            <a:ext cx="312649" cy="312649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1369757" y="2027340"/>
            <a:ext cx="279733" cy="279732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2024913" y="1307437"/>
            <a:ext cx="200401" cy="200400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1217581" y="2762005"/>
            <a:ext cx="693956" cy="693956"/>
          </a:xfrm>
          <a:prstGeom prst="ellipse">
            <a:avLst/>
          </a:prstGeom>
          <a:gradFill>
            <a:gsLst>
              <a:gs pos="417">
                <a:srgbClr val="06C5B3"/>
              </a:gs>
              <a:gs pos="100000">
                <a:srgbClr val="0073C7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152400" dist="1270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2223154" y="1879843"/>
            <a:ext cx="11806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</a:rPr>
              <a:t>联系方式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3052720" y="3529939"/>
            <a:ext cx="176668" cy="206782"/>
            <a:chOff x="-271462" y="-2203450"/>
            <a:chExt cx="698500" cy="817563"/>
          </a:xfrm>
        </p:grpSpPr>
        <p:sp>
          <p:nvSpPr>
            <p:cNvPr id="69" name="Oval 6"/>
            <p:cNvSpPr>
              <a:spLocks noChangeArrowheads="1"/>
            </p:cNvSpPr>
            <p:nvPr/>
          </p:nvSpPr>
          <p:spPr bwMode="auto">
            <a:xfrm>
              <a:off x="-106362" y="-2203450"/>
              <a:ext cx="127000" cy="158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7"/>
            <p:cNvSpPr>
              <a:spLocks noEditPoints="1"/>
            </p:cNvSpPr>
            <p:nvPr/>
          </p:nvSpPr>
          <p:spPr bwMode="auto">
            <a:xfrm>
              <a:off x="-271462" y="-2030412"/>
              <a:ext cx="454025" cy="641350"/>
            </a:xfrm>
            <a:custGeom>
              <a:avLst/>
              <a:gdLst>
                <a:gd name="T0" fmla="*/ 120 w 121"/>
                <a:gd name="T1" fmla="*/ 26 h 171"/>
                <a:gd name="T2" fmla="*/ 120 w 121"/>
                <a:gd name="T3" fmla="*/ 26 h 171"/>
                <a:gd name="T4" fmla="*/ 114 w 121"/>
                <a:gd name="T5" fmla="*/ 21 h 171"/>
                <a:gd name="T6" fmla="*/ 90 w 121"/>
                <a:gd name="T7" fmla="*/ 3 h 171"/>
                <a:gd name="T8" fmla="*/ 84 w 121"/>
                <a:gd name="T9" fmla="*/ 1 h 171"/>
                <a:gd name="T10" fmla="*/ 75 w 121"/>
                <a:gd name="T11" fmla="*/ 1 h 171"/>
                <a:gd name="T12" fmla="*/ 74 w 121"/>
                <a:gd name="T13" fmla="*/ 11 h 171"/>
                <a:gd name="T14" fmla="*/ 67 w 121"/>
                <a:gd name="T15" fmla="*/ 42 h 171"/>
                <a:gd name="T16" fmla="*/ 67 w 121"/>
                <a:gd name="T17" fmla="*/ 7 h 171"/>
                <a:gd name="T18" fmla="*/ 58 w 121"/>
                <a:gd name="T19" fmla="*/ 0 h 171"/>
                <a:gd name="T20" fmla="*/ 57 w 121"/>
                <a:gd name="T21" fmla="*/ 9 h 171"/>
                <a:gd name="T22" fmla="*/ 45 w 121"/>
                <a:gd name="T23" fmla="*/ 18 h 171"/>
                <a:gd name="T24" fmla="*/ 40 w 121"/>
                <a:gd name="T25" fmla="*/ 7 h 171"/>
                <a:gd name="T26" fmla="*/ 47 w 121"/>
                <a:gd name="T27" fmla="*/ 0 h 171"/>
                <a:gd name="T28" fmla="*/ 38 w 121"/>
                <a:gd name="T29" fmla="*/ 1 h 171"/>
                <a:gd name="T30" fmla="*/ 3 w 121"/>
                <a:gd name="T31" fmla="*/ 35 h 171"/>
                <a:gd name="T32" fmla="*/ 2 w 121"/>
                <a:gd name="T33" fmla="*/ 35 h 171"/>
                <a:gd name="T34" fmla="*/ 1 w 121"/>
                <a:gd name="T35" fmla="*/ 48 h 171"/>
                <a:gd name="T36" fmla="*/ 1 w 121"/>
                <a:gd name="T37" fmla="*/ 48 h 171"/>
                <a:gd name="T38" fmla="*/ 2 w 121"/>
                <a:gd name="T39" fmla="*/ 50 h 171"/>
                <a:gd name="T40" fmla="*/ 6 w 121"/>
                <a:gd name="T41" fmla="*/ 57 h 171"/>
                <a:gd name="T42" fmla="*/ 20 w 121"/>
                <a:gd name="T43" fmla="*/ 84 h 171"/>
                <a:gd name="T44" fmla="*/ 32 w 121"/>
                <a:gd name="T45" fmla="*/ 90 h 171"/>
                <a:gd name="T46" fmla="*/ 35 w 121"/>
                <a:gd name="T47" fmla="*/ 90 h 171"/>
                <a:gd name="T48" fmla="*/ 60 w 121"/>
                <a:gd name="T49" fmla="*/ 171 h 171"/>
                <a:gd name="T50" fmla="*/ 56 w 121"/>
                <a:gd name="T51" fmla="*/ 110 h 171"/>
                <a:gd name="T52" fmla="*/ 89 w 121"/>
                <a:gd name="T53" fmla="*/ 33 h 171"/>
                <a:gd name="T54" fmla="*/ 93 w 121"/>
                <a:gd name="T55" fmla="*/ 31 h 171"/>
                <a:gd name="T56" fmla="*/ 75 w 121"/>
                <a:gd name="T57" fmla="*/ 45 h 171"/>
                <a:gd name="T58" fmla="*/ 89 w 121"/>
                <a:gd name="T59" fmla="*/ 33 h 171"/>
                <a:gd name="T60" fmla="*/ 30 w 121"/>
                <a:gd name="T61" fmla="*/ 55 h 171"/>
                <a:gd name="T62" fmla="*/ 23 w 121"/>
                <a:gd name="T63" fmla="*/ 44 h 171"/>
                <a:gd name="T64" fmla="*/ 33 w 121"/>
                <a:gd name="T65" fmla="*/ 6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71">
                  <a:moveTo>
                    <a:pt x="120" y="42"/>
                  </a:moveTo>
                  <a:cubicBezTo>
                    <a:pt x="120" y="35"/>
                    <a:pt x="121" y="24"/>
                    <a:pt x="120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18" y="24"/>
                    <a:pt x="118" y="24"/>
                    <a:pt x="118" y="24"/>
                  </a:cubicBezTo>
                  <a:cubicBezTo>
                    <a:pt x="114" y="21"/>
                    <a:pt x="114" y="21"/>
                    <a:pt x="114" y="21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90" y="3"/>
                    <a:pt x="90" y="3"/>
                    <a:pt x="90" y="3"/>
                  </a:cubicBezTo>
                  <a:cubicBezTo>
                    <a:pt x="88" y="2"/>
                    <a:pt x="86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1" y="1"/>
                    <a:pt x="78" y="0"/>
                    <a:pt x="75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7"/>
                    <a:pt x="67" y="7"/>
                    <a:pt x="67" y="7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4" y="0"/>
                    <a:pt x="42" y="1"/>
                    <a:pt x="39" y="1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6" y="1"/>
                    <a:pt x="33" y="3"/>
                    <a:pt x="31" y="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0" y="60"/>
                    <a:pt x="2" y="42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20" y="84"/>
                    <a:pt x="20" y="84"/>
                    <a:pt x="20" y="84"/>
                  </a:cubicBezTo>
                  <a:cubicBezTo>
                    <a:pt x="24" y="82"/>
                    <a:pt x="28" y="80"/>
                    <a:pt x="33" y="78"/>
                  </a:cubicBezTo>
                  <a:cubicBezTo>
                    <a:pt x="32" y="82"/>
                    <a:pt x="32" y="86"/>
                    <a:pt x="32" y="90"/>
                  </a:cubicBezTo>
                  <a:cubicBezTo>
                    <a:pt x="32" y="90"/>
                    <a:pt x="32" y="90"/>
                    <a:pt x="32" y="90"/>
                  </a:cubicBezTo>
                  <a:cubicBezTo>
                    <a:pt x="33" y="90"/>
                    <a:pt x="34" y="90"/>
                    <a:pt x="35" y="90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61"/>
                    <a:pt x="60" y="147"/>
                    <a:pt x="60" y="134"/>
                  </a:cubicBezTo>
                  <a:cubicBezTo>
                    <a:pt x="57" y="127"/>
                    <a:pt x="56" y="118"/>
                    <a:pt x="56" y="110"/>
                  </a:cubicBezTo>
                  <a:cubicBezTo>
                    <a:pt x="56" y="73"/>
                    <a:pt x="84" y="44"/>
                    <a:pt x="120" y="42"/>
                  </a:cubicBezTo>
                  <a:close/>
                  <a:moveTo>
                    <a:pt x="89" y="33"/>
                  </a:moveTo>
                  <a:cubicBezTo>
                    <a:pt x="89" y="31"/>
                    <a:pt x="89" y="29"/>
                    <a:pt x="89" y="27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75" y="45"/>
                    <a:pt x="75" y="45"/>
                    <a:pt x="75" y="45"/>
                  </a:cubicBezTo>
                  <a:cubicBezTo>
                    <a:pt x="73" y="42"/>
                    <a:pt x="73" y="42"/>
                    <a:pt x="73" y="42"/>
                  </a:cubicBezTo>
                  <a:lnTo>
                    <a:pt x="89" y="33"/>
                  </a:lnTo>
                  <a:close/>
                  <a:moveTo>
                    <a:pt x="33" y="60"/>
                  </a:moveTo>
                  <a:cubicBezTo>
                    <a:pt x="30" y="55"/>
                    <a:pt x="30" y="55"/>
                    <a:pt x="30" y="5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41"/>
                    <a:pt x="33" y="50"/>
                    <a:pt x="33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8"/>
            <p:cNvSpPr/>
            <p:nvPr/>
          </p:nvSpPr>
          <p:spPr bwMode="auto">
            <a:xfrm>
              <a:off x="-31750" y="-1498600"/>
              <a:ext cx="90488" cy="109538"/>
            </a:xfrm>
            <a:custGeom>
              <a:avLst/>
              <a:gdLst>
                <a:gd name="T0" fmla="*/ 0 w 24"/>
                <a:gd name="T1" fmla="*/ 0 h 29"/>
                <a:gd name="T2" fmla="*/ 1 w 24"/>
                <a:gd name="T3" fmla="*/ 29 h 29"/>
                <a:gd name="T4" fmla="*/ 24 w 24"/>
                <a:gd name="T5" fmla="*/ 29 h 29"/>
                <a:gd name="T6" fmla="*/ 24 w 24"/>
                <a:gd name="T7" fmla="*/ 26 h 29"/>
                <a:gd name="T8" fmla="*/ 0 w 2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0" y="0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8"/>
                    <a:pt x="24" y="27"/>
                    <a:pt x="24" y="26"/>
                  </a:cubicBezTo>
                  <a:cubicBezTo>
                    <a:pt x="14" y="19"/>
                    <a:pt x="6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9"/>
            <p:cNvSpPr>
              <a:spLocks noEditPoints="1"/>
            </p:cNvSpPr>
            <p:nvPr/>
          </p:nvSpPr>
          <p:spPr bwMode="auto">
            <a:xfrm>
              <a:off x="-38100" y="-1851025"/>
              <a:ext cx="465138" cy="465138"/>
            </a:xfrm>
            <a:custGeom>
              <a:avLst/>
              <a:gdLst>
                <a:gd name="T0" fmla="*/ 62 w 124"/>
                <a:gd name="T1" fmla="*/ 0 h 124"/>
                <a:gd name="T2" fmla="*/ 0 w 124"/>
                <a:gd name="T3" fmla="*/ 62 h 124"/>
                <a:gd name="T4" fmla="*/ 62 w 124"/>
                <a:gd name="T5" fmla="*/ 124 h 124"/>
                <a:gd name="T6" fmla="*/ 124 w 124"/>
                <a:gd name="T7" fmla="*/ 62 h 124"/>
                <a:gd name="T8" fmla="*/ 62 w 124"/>
                <a:gd name="T9" fmla="*/ 0 h 124"/>
                <a:gd name="T10" fmla="*/ 68 w 124"/>
                <a:gd name="T11" fmla="*/ 112 h 124"/>
                <a:gd name="T12" fmla="*/ 68 w 124"/>
                <a:gd name="T13" fmla="*/ 100 h 124"/>
                <a:gd name="T14" fmla="*/ 62 w 124"/>
                <a:gd name="T15" fmla="*/ 101 h 124"/>
                <a:gd name="T16" fmla="*/ 56 w 124"/>
                <a:gd name="T17" fmla="*/ 100 h 124"/>
                <a:gd name="T18" fmla="*/ 56 w 124"/>
                <a:gd name="T19" fmla="*/ 112 h 124"/>
                <a:gd name="T20" fmla="*/ 12 w 124"/>
                <a:gd name="T21" fmla="*/ 67 h 124"/>
                <a:gd name="T22" fmla="*/ 24 w 124"/>
                <a:gd name="T23" fmla="*/ 67 h 124"/>
                <a:gd name="T24" fmla="*/ 23 w 124"/>
                <a:gd name="T25" fmla="*/ 62 h 124"/>
                <a:gd name="T26" fmla="*/ 24 w 124"/>
                <a:gd name="T27" fmla="*/ 56 h 124"/>
                <a:gd name="T28" fmla="*/ 12 w 124"/>
                <a:gd name="T29" fmla="*/ 56 h 124"/>
                <a:gd name="T30" fmla="*/ 56 w 124"/>
                <a:gd name="T31" fmla="*/ 11 h 124"/>
                <a:gd name="T32" fmla="*/ 56 w 124"/>
                <a:gd name="T33" fmla="*/ 23 h 124"/>
                <a:gd name="T34" fmla="*/ 62 w 124"/>
                <a:gd name="T35" fmla="*/ 23 h 124"/>
                <a:gd name="T36" fmla="*/ 68 w 124"/>
                <a:gd name="T37" fmla="*/ 23 h 124"/>
                <a:gd name="T38" fmla="*/ 68 w 124"/>
                <a:gd name="T39" fmla="*/ 11 h 124"/>
                <a:gd name="T40" fmla="*/ 112 w 124"/>
                <a:gd name="T41" fmla="*/ 56 h 124"/>
                <a:gd name="T42" fmla="*/ 101 w 124"/>
                <a:gd name="T43" fmla="*/ 56 h 124"/>
                <a:gd name="T44" fmla="*/ 101 w 124"/>
                <a:gd name="T45" fmla="*/ 62 h 124"/>
                <a:gd name="T46" fmla="*/ 101 w 124"/>
                <a:gd name="T47" fmla="*/ 67 h 124"/>
                <a:gd name="T48" fmla="*/ 112 w 124"/>
                <a:gd name="T49" fmla="*/ 67 h 124"/>
                <a:gd name="T50" fmla="*/ 68 w 124"/>
                <a:gd name="T51" fmla="*/ 11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4" h="124">
                  <a:moveTo>
                    <a:pt x="62" y="0"/>
                  </a:moveTo>
                  <a:cubicBezTo>
                    <a:pt x="28" y="0"/>
                    <a:pt x="0" y="27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7"/>
                    <a:pt x="96" y="0"/>
                    <a:pt x="62" y="0"/>
                  </a:cubicBezTo>
                  <a:close/>
                  <a:moveTo>
                    <a:pt x="68" y="11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66" y="100"/>
                    <a:pt x="64" y="101"/>
                    <a:pt x="62" y="101"/>
                  </a:cubicBezTo>
                  <a:cubicBezTo>
                    <a:pt x="60" y="101"/>
                    <a:pt x="58" y="100"/>
                    <a:pt x="56" y="100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33" y="109"/>
                    <a:pt x="15" y="91"/>
                    <a:pt x="12" y="67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3" y="66"/>
                    <a:pt x="23" y="64"/>
                    <a:pt x="23" y="62"/>
                  </a:cubicBezTo>
                  <a:cubicBezTo>
                    <a:pt x="23" y="60"/>
                    <a:pt x="23" y="58"/>
                    <a:pt x="24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5" y="33"/>
                    <a:pt x="33" y="14"/>
                    <a:pt x="56" y="11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8" y="23"/>
                    <a:pt x="60" y="23"/>
                    <a:pt x="62" y="23"/>
                  </a:cubicBezTo>
                  <a:cubicBezTo>
                    <a:pt x="64" y="23"/>
                    <a:pt x="66" y="23"/>
                    <a:pt x="68" y="23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91" y="14"/>
                    <a:pt x="109" y="33"/>
                    <a:pt x="112" y="56"/>
                  </a:cubicBezTo>
                  <a:cubicBezTo>
                    <a:pt x="101" y="56"/>
                    <a:pt x="101" y="56"/>
                    <a:pt x="101" y="56"/>
                  </a:cubicBezTo>
                  <a:cubicBezTo>
                    <a:pt x="101" y="58"/>
                    <a:pt x="101" y="60"/>
                    <a:pt x="101" y="62"/>
                  </a:cubicBezTo>
                  <a:cubicBezTo>
                    <a:pt x="101" y="64"/>
                    <a:pt x="101" y="66"/>
                    <a:pt x="101" y="67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9" y="91"/>
                    <a:pt x="91" y="109"/>
                    <a:pt x="68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10"/>
            <p:cNvSpPr/>
            <p:nvPr/>
          </p:nvSpPr>
          <p:spPr bwMode="auto">
            <a:xfrm>
              <a:off x="100013" y="-1779587"/>
              <a:ext cx="33338" cy="38100"/>
            </a:xfrm>
            <a:custGeom>
              <a:avLst/>
              <a:gdLst>
                <a:gd name="T0" fmla="*/ 3 w 9"/>
                <a:gd name="T1" fmla="*/ 10 h 10"/>
                <a:gd name="T2" fmla="*/ 9 w 9"/>
                <a:gd name="T3" fmla="*/ 7 h 10"/>
                <a:gd name="T4" fmla="*/ 6 w 9"/>
                <a:gd name="T5" fmla="*/ 2 h 10"/>
                <a:gd name="T6" fmla="*/ 3 w 9"/>
                <a:gd name="T7" fmla="*/ 0 h 10"/>
                <a:gd name="T8" fmla="*/ 2 w 9"/>
                <a:gd name="T9" fmla="*/ 1 h 10"/>
                <a:gd name="T10" fmla="*/ 0 w 9"/>
                <a:gd name="T11" fmla="*/ 3 h 10"/>
                <a:gd name="T12" fmla="*/ 1 w 9"/>
                <a:gd name="T13" fmla="*/ 5 h 10"/>
                <a:gd name="T14" fmla="*/ 3 w 9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3" y="10"/>
                  </a:moveTo>
                  <a:cubicBezTo>
                    <a:pt x="5" y="9"/>
                    <a:pt x="7" y="8"/>
                    <a:pt x="9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3" y="0"/>
                    <a:pt x="2" y="1"/>
                    <a:pt x="2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lnTo>
                    <a:pt x="3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11"/>
            <p:cNvSpPr/>
            <p:nvPr/>
          </p:nvSpPr>
          <p:spPr bwMode="auto">
            <a:xfrm>
              <a:off x="254000" y="-1779587"/>
              <a:ext cx="33338" cy="38100"/>
            </a:xfrm>
            <a:custGeom>
              <a:avLst/>
              <a:gdLst>
                <a:gd name="T0" fmla="*/ 7 w 9"/>
                <a:gd name="T1" fmla="*/ 1 h 10"/>
                <a:gd name="T2" fmla="*/ 6 w 9"/>
                <a:gd name="T3" fmla="*/ 0 h 10"/>
                <a:gd name="T4" fmla="*/ 3 w 9"/>
                <a:gd name="T5" fmla="*/ 2 h 10"/>
                <a:gd name="T6" fmla="*/ 0 w 9"/>
                <a:gd name="T7" fmla="*/ 7 h 10"/>
                <a:gd name="T8" fmla="*/ 6 w 9"/>
                <a:gd name="T9" fmla="*/ 10 h 10"/>
                <a:gd name="T10" fmla="*/ 9 w 9"/>
                <a:gd name="T11" fmla="*/ 5 h 10"/>
                <a:gd name="T12" fmla="*/ 7 w 9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7" y="1"/>
                  </a:moveTo>
                  <a:cubicBezTo>
                    <a:pt x="7" y="1"/>
                    <a:pt x="7" y="0"/>
                    <a:pt x="6" y="0"/>
                  </a:cubicBezTo>
                  <a:cubicBezTo>
                    <a:pt x="5" y="0"/>
                    <a:pt x="4" y="1"/>
                    <a:pt x="3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4" y="9"/>
                    <a:pt x="6" y="10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3"/>
                    <a:pt x="9" y="2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12"/>
            <p:cNvSpPr/>
            <p:nvPr/>
          </p:nvSpPr>
          <p:spPr bwMode="auto">
            <a:xfrm>
              <a:off x="314325" y="-1716087"/>
              <a:ext cx="33338" cy="30163"/>
            </a:xfrm>
            <a:custGeom>
              <a:avLst/>
              <a:gdLst>
                <a:gd name="T0" fmla="*/ 8 w 9"/>
                <a:gd name="T1" fmla="*/ 6 h 8"/>
                <a:gd name="T2" fmla="*/ 9 w 9"/>
                <a:gd name="T3" fmla="*/ 4 h 8"/>
                <a:gd name="T4" fmla="*/ 9 w 9"/>
                <a:gd name="T5" fmla="*/ 1 h 8"/>
                <a:gd name="T6" fmla="*/ 6 w 9"/>
                <a:gd name="T7" fmla="*/ 0 h 8"/>
                <a:gd name="T8" fmla="*/ 5 w 9"/>
                <a:gd name="T9" fmla="*/ 0 h 8"/>
                <a:gd name="T10" fmla="*/ 0 w 9"/>
                <a:gd name="T11" fmla="*/ 3 h 8"/>
                <a:gd name="T12" fmla="*/ 3 w 9"/>
                <a:gd name="T13" fmla="*/ 8 h 8"/>
                <a:gd name="T14" fmla="*/ 8 w 9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8" y="6"/>
                  </a:moveTo>
                  <a:cubicBezTo>
                    <a:pt x="8" y="5"/>
                    <a:pt x="9" y="5"/>
                    <a:pt x="9" y="4"/>
                  </a:cubicBezTo>
                  <a:cubicBezTo>
                    <a:pt x="9" y="3"/>
                    <a:pt x="9" y="2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2" y="7"/>
                    <a:pt x="3" y="8"/>
                  </a:cubicBezTo>
                  <a:lnTo>
                    <a:pt x="8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13"/>
            <p:cNvSpPr/>
            <p:nvPr/>
          </p:nvSpPr>
          <p:spPr bwMode="auto">
            <a:xfrm>
              <a:off x="39688" y="-1716087"/>
              <a:ext cx="33338" cy="30163"/>
            </a:xfrm>
            <a:custGeom>
              <a:avLst/>
              <a:gdLst>
                <a:gd name="T0" fmla="*/ 3 w 9"/>
                <a:gd name="T1" fmla="*/ 0 h 8"/>
                <a:gd name="T2" fmla="*/ 0 w 9"/>
                <a:gd name="T3" fmla="*/ 1 h 8"/>
                <a:gd name="T4" fmla="*/ 0 w 9"/>
                <a:gd name="T5" fmla="*/ 4 h 8"/>
                <a:gd name="T6" fmla="*/ 1 w 9"/>
                <a:gd name="T7" fmla="*/ 6 h 8"/>
                <a:gd name="T8" fmla="*/ 6 w 9"/>
                <a:gd name="T9" fmla="*/ 8 h 8"/>
                <a:gd name="T10" fmla="*/ 9 w 9"/>
                <a:gd name="T11" fmla="*/ 3 h 8"/>
                <a:gd name="T12" fmla="*/ 4 w 9"/>
                <a:gd name="T13" fmla="*/ 0 h 8"/>
                <a:gd name="T14" fmla="*/ 3 w 9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7"/>
                    <a:pt x="8" y="5"/>
                    <a:pt x="9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14"/>
            <p:cNvSpPr/>
            <p:nvPr/>
          </p:nvSpPr>
          <p:spPr bwMode="auto">
            <a:xfrm>
              <a:off x="314325" y="-1554162"/>
              <a:ext cx="33338" cy="30163"/>
            </a:xfrm>
            <a:custGeom>
              <a:avLst/>
              <a:gdLst>
                <a:gd name="T0" fmla="*/ 0 w 9"/>
                <a:gd name="T1" fmla="*/ 5 h 8"/>
                <a:gd name="T2" fmla="*/ 5 w 9"/>
                <a:gd name="T3" fmla="*/ 8 h 8"/>
                <a:gd name="T4" fmla="*/ 6 w 9"/>
                <a:gd name="T5" fmla="*/ 8 h 8"/>
                <a:gd name="T6" fmla="*/ 9 w 9"/>
                <a:gd name="T7" fmla="*/ 7 h 8"/>
                <a:gd name="T8" fmla="*/ 9 w 9"/>
                <a:gd name="T9" fmla="*/ 5 h 8"/>
                <a:gd name="T10" fmla="*/ 8 w 9"/>
                <a:gd name="T11" fmla="*/ 3 h 8"/>
                <a:gd name="T12" fmla="*/ 3 w 9"/>
                <a:gd name="T13" fmla="*/ 0 h 8"/>
                <a:gd name="T14" fmla="*/ 0 w 9"/>
                <a:gd name="T15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0" y="5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7" y="8"/>
                    <a:pt x="8" y="8"/>
                    <a:pt x="9" y="7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9" y="4"/>
                    <a:pt x="8" y="3"/>
                    <a:pt x="8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1" y="3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15"/>
            <p:cNvSpPr/>
            <p:nvPr/>
          </p:nvSpPr>
          <p:spPr bwMode="auto">
            <a:xfrm>
              <a:off x="39688" y="-1554162"/>
              <a:ext cx="33338" cy="30163"/>
            </a:xfrm>
            <a:custGeom>
              <a:avLst/>
              <a:gdLst>
                <a:gd name="T0" fmla="*/ 1 w 9"/>
                <a:gd name="T1" fmla="*/ 3 h 8"/>
                <a:gd name="T2" fmla="*/ 0 w 9"/>
                <a:gd name="T3" fmla="*/ 5 h 8"/>
                <a:gd name="T4" fmla="*/ 0 w 9"/>
                <a:gd name="T5" fmla="*/ 7 h 8"/>
                <a:gd name="T6" fmla="*/ 3 w 9"/>
                <a:gd name="T7" fmla="*/ 8 h 8"/>
                <a:gd name="T8" fmla="*/ 4 w 9"/>
                <a:gd name="T9" fmla="*/ 8 h 8"/>
                <a:gd name="T10" fmla="*/ 9 w 9"/>
                <a:gd name="T11" fmla="*/ 5 h 8"/>
                <a:gd name="T12" fmla="*/ 6 w 9"/>
                <a:gd name="T13" fmla="*/ 0 h 8"/>
                <a:gd name="T14" fmla="*/ 1 w 9"/>
                <a:gd name="T15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1" y="3"/>
                  </a:move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1" y="8"/>
                    <a:pt x="2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3"/>
                    <a:pt x="7" y="2"/>
                    <a:pt x="6" y="0"/>
                  </a:cubicBezTo>
                  <a:lnTo>
                    <a:pt x="1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16"/>
            <p:cNvSpPr/>
            <p:nvPr/>
          </p:nvSpPr>
          <p:spPr bwMode="auto">
            <a:xfrm>
              <a:off x="254000" y="-1498600"/>
              <a:ext cx="33338" cy="38100"/>
            </a:xfrm>
            <a:custGeom>
              <a:avLst/>
              <a:gdLst>
                <a:gd name="T0" fmla="*/ 6 w 9"/>
                <a:gd name="T1" fmla="*/ 0 h 10"/>
                <a:gd name="T2" fmla="*/ 0 w 9"/>
                <a:gd name="T3" fmla="*/ 3 h 10"/>
                <a:gd name="T4" fmla="*/ 3 w 9"/>
                <a:gd name="T5" fmla="*/ 8 h 10"/>
                <a:gd name="T6" fmla="*/ 6 w 9"/>
                <a:gd name="T7" fmla="*/ 10 h 10"/>
                <a:gd name="T8" fmla="*/ 7 w 9"/>
                <a:gd name="T9" fmla="*/ 9 h 10"/>
                <a:gd name="T10" fmla="*/ 9 w 9"/>
                <a:gd name="T11" fmla="*/ 5 h 10"/>
                <a:gd name="T12" fmla="*/ 6 w 9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6" y="0"/>
                  </a:moveTo>
                  <a:cubicBezTo>
                    <a:pt x="4" y="1"/>
                    <a:pt x="2" y="2"/>
                    <a:pt x="0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9"/>
                    <a:pt x="5" y="10"/>
                    <a:pt x="6" y="10"/>
                  </a:cubicBezTo>
                  <a:cubicBezTo>
                    <a:pt x="7" y="10"/>
                    <a:pt x="7" y="10"/>
                    <a:pt x="7" y="9"/>
                  </a:cubicBezTo>
                  <a:cubicBezTo>
                    <a:pt x="9" y="9"/>
                    <a:pt x="9" y="7"/>
                    <a:pt x="9" y="5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17"/>
            <p:cNvSpPr/>
            <p:nvPr/>
          </p:nvSpPr>
          <p:spPr bwMode="auto">
            <a:xfrm>
              <a:off x="100013" y="-1498600"/>
              <a:ext cx="33338" cy="38100"/>
            </a:xfrm>
            <a:custGeom>
              <a:avLst/>
              <a:gdLst>
                <a:gd name="T0" fmla="*/ 1 w 9"/>
                <a:gd name="T1" fmla="*/ 5 h 10"/>
                <a:gd name="T2" fmla="*/ 0 w 9"/>
                <a:gd name="T3" fmla="*/ 8 h 10"/>
                <a:gd name="T4" fmla="*/ 2 w 9"/>
                <a:gd name="T5" fmla="*/ 9 h 10"/>
                <a:gd name="T6" fmla="*/ 3 w 9"/>
                <a:gd name="T7" fmla="*/ 10 h 10"/>
                <a:gd name="T8" fmla="*/ 6 w 9"/>
                <a:gd name="T9" fmla="*/ 8 h 10"/>
                <a:gd name="T10" fmla="*/ 9 w 9"/>
                <a:gd name="T11" fmla="*/ 3 h 10"/>
                <a:gd name="T12" fmla="*/ 3 w 9"/>
                <a:gd name="T13" fmla="*/ 0 h 10"/>
                <a:gd name="T14" fmla="*/ 1 w 9"/>
                <a:gd name="T1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1" y="5"/>
                  </a:moveTo>
                  <a:cubicBezTo>
                    <a:pt x="0" y="6"/>
                    <a:pt x="0" y="7"/>
                    <a:pt x="0" y="8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2" y="10"/>
                    <a:pt x="3" y="10"/>
                    <a:pt x="3" y="10"/>
                  </a:cubicBezTo>
                  <a:cubicBezTo>
                    <a:pt x="4" y="10"/>
                    <a:pt x="5" y="9"/>
                    <a:pt x="6" y="8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2"/>
                    <a:pt x="5" y="1"/>
                    <a:pt x="3" y="0"/>
                  </a:cubicBezTo>
                  <a:lnTo>
                    <a:pt x="1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Oval 18"/>
            <p:cNvSpPr>
              <a:spLocks noChangeArrowheads="1"/>
            </p:cNvSpPr>
            <p:nvPr/>
          </p:nvSpPr>
          <p:spPr bwMode="auto">
            <a:xfrm>
              <a:off x="174625" y="-1636712"/>
              <a:ext cx="33338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19"/>
            <p:cNvSpPr/>
            <p:nvPr/>
          </p:nvSpPr>
          <p:spPr bwMode="auto">
            <a:xfrm>
              <a:off x="125413" y="-1733550"/>
              <a:ext cx="82550" cy="96838"/>
            </a:xfrm>
            <a:custGeom>
              <a:avLst/>
              <a:gdLst>
                <a:gd name="T0" fmla="*/ 22 w 22"/>
                <a:gd name="T1" fmla="*/ 25 h 26"/>
                <a:gd name="T2" fmla="*/ 21 w 22"/>
                <a:gd name="T3" fmla="*/ 7 h 26"/>
                <a:gd name="T4" fmla="*/ 18 w 22"/>
                <a:gd name="T5" fmla="*/ 3 h 26"/>
                <a:gd name="T6" fmla="*/ 14 w 22"/>
                <a:gd name="T7" fmla="*/ 7 h 26"/>
                <a:gd name="T8" fmla="*/ 14 w 22"/>
                <a:gd name="T9" fmla="*/ 17 h 26"/>
                <a:gd name="T10" fmla="*/ 5 w 22"/>
                <a:gd name="T11" fmla="*/ 1 h 26"/>
                <a:gd name="T12" fmla="*/ 2 w 22"/>
                <a:gd name="T13" fmla="*/ 1 h 26"/>
                <a:gd name="T14" fmla="*/ 1 w 22"/>
                <a:gd name="T15" fmla="*/ 4 h 26"/>
                <a:gd name="T16" fmla="*/ 13 w 22"/>
                <a:gd name="T17" fmla="*/ 26 h 26"/>
                <a:gd name="T18" fmla="*/ 18 w 22"/>
                <a:gd name="T19" fmla="*/ 24 h 26"/>
                <a:gd name="T20" fmla="*/ 22 w 22"/>
                <a:gd name="T21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26">
                  <a:moveTo>
                    <a:pt x="22" y="25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5"/>
                    <a:pt x="20" y="3"/>
                    <a:pt x="18" y="3"/>
                  </a:cubicBezTo>
                  <a:cubicBezTo>
                    <a:pt x="15" y="3"/>
                    <a:pt x="14" y="5"/>
                    <a:pt x="14" y="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1" y="1"/>
                    <a:pt x="0" y="3"/>
                    <a:pt x="1" y="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4"/>
                    <a:pt x="16" y="24"/>
                    <a:pt x="18" y="24"/>
                  </a:cubicBezTo>
                  <a:cubicBezTo>
                    <a:pt x="19" y="24"/>
                    <a:pt x="21" y="24"/>
                    <a:pt x="22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1390130" y="2983013"/>
            <a:ext cx="386039" cy="267088"/>
            <a:chOff x="-5087938" y="1543050"/>
            <a:chExt cx="839788" cy="581025"/>
          </a:xfrm>
        </p:grpSpPr>
        <p:sp>
          <p:nvSpPr>
            <p:cNvPr id="89" name="Freeform 24"/>
            <p:cNvSpPr/>
            <p:nvPr/>
          </p:nvSpPr>
          <p:spPr bwMode="auto">
            <a:xfrm>
              <a:off x="-4859338" y="1831975"/>
              <a:ext cx="509588" cy="292100"/>
            </a:xfrm>
            <a:custGeom>
              <a:avLst/>
              <a:gdLst>
                <a:gd name="T0" fmla="*/ 101 w 136"/>
                <a:gd name="T1" fmla="*/ 0 h 78"/>
                <a:gd name="T2" fmla="*/ 0 w 136"/>
                <a:gd name="T3" fmla="*/ 75 h 78"/>
                <a:gd name="T4" fmla="*/ 10 w 136"/>
                <a:gd name="T5" fmla="*/ 76 h 78"/>
                <a:gd name="T6" fmla="*/ 136 w 136"/>
                <a:gd name="T7" fmla="*/ 0 h 78"/>
                <a:gd name="T8" fmla="*/ 101 w 136"/>
                <a:gd name="T9" fmla="*/ 0 h 78"/>
                <a:gd name="T10" fmla="*/ 101 w 136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6" h="78">
                  <a:moveTo>
                    <a:pt x="101" y="0"/>
                  </a:moveTo>
                  <a:cubicBezTo>
                    <a:pt x="81" y="38"/>
                    <a:pt x="49" y="64"/>
                    <a:pt x="0" y="75"/>
                  </a:cubicBezTo>
                  <a:cubicBezTo>
                    <a:pt x="3" y="76"/>
                    <a:pt x="7" y="76"/>
                    <a:pt x="10" y="76"/>
                  </a:cubicBezTo>
                  <a:cubicBezTo>
                    <a:pt x="65" y="78"/>
                    <a:pt x="114" y="47"/>
                    <a:pt x="136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5"/>
            <p:cNvSpPr/>
            <p:nvPr/>
          </p:nvSpPr>
          <p:spPr bwMode="auto">
            <a:xfrm>
              <a:off x="-4937125" y="1543050"/>
              <a:ext cx="85725" cy="104775"/>
            </a:xfrm>
            <a:custGeom>
              <a:avLst/>
              <a:gdLst>
                <a:gd name="T0" fmla="*/ 10 w 23"/>
                <a:gd name="T1" fmla="*/ 28 h 28"/>
                <a:gd name="T2" fmla="*/ 23 w 23"/>
                <a:gd name="T3" fmla="*/ 15 h 28"/>
                <a:gd name="T4" fmla="*/ 13 w 23"/>
                <a:gd name="T5" fmla="*/ 1 h 28"/>
                <a:gd name="T6" fmla="*/ 1 w 23"/>
                <a:gd name="T7" fmla="*/ 13 h 28"/>
                <a:gd name="T8" fmla="*/ 10 w 23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8">
                  <a:moveTo>
                    <a:pt x="10" y="28"/>
                  </a:moveTo>
                  <a:cubicBezTo>
                    <a:pt x="16" y="28"/>
                    <a:pt x="22" y="23"/>
                    <a:pt x="23" y="15"/>
                  </a:cubicBezTo>
                  <a:cubicBezTo>
                    <a:pt x="23" y="8"/>
                    <a:pt x="19" y="1"/>
                    <a:pt x="13" y="1"/>
                  </a:cubicBezTo>
                  <a:cubicBezTo>
                    <a:pt x="7" y="0"/>
                    <a:pt x="2" y="6"/>
                    <a:pt x="1" y="13"/>
                  </a:cubicBezTo>
                  <a:cubicBezTo>
                    <a:pt x="0" y="20"/>
                    <a:pt x="4" y="27"/>
                    <a:pt x="10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6"/>
            <p:cNvSpPr/>
            <p:nvPr/>
          </p:nvSpPr>
          <p:spPr bwMode="auto">
            <a:xfrm>
              <a:off x="-4495800" y="1562100"/>
              <a:ext cx="247650" cy="201613"/>
            </a:xfrm>
            <a:custGeom>
              <a:avLst/>
              <a:gdLst>
                <a:gd name="T0" fmla="*/ 12 w 66"/>
                <a:gd name="T1" fmla="*/ 54 h 54"/>
                <a:gd name="T2" fmla="*/ 46 w 66"/>
                <a:gd name="T3" fmla="*/ 54 h 54"/>
                <a:gd name="T4" fmla="*/ 49 w 66"/>
                <a:gd name="T5" fmla="*/ 42 h 54"/>
                <a:gd name="T6" fmla="*/ 66 w 66"/>
                <a:gd name="T7" fmla="*/ 42 h 54"/>
                <a:gd name="T8" fmla="*/ 33 w 66"/>
                <a:gd name="T9" fmla="*/ 0 h 54"/>
                <a:gd name="T10" fmla="*/ 0 w 66"/>
                <a:gd name="T11" fmla="*/ 42 h 54"/>
                <a:gd name="T12" fmla="*/ 17 w 66"/>
                <a:gd name="T13" fmla="*/ 42 h 54"/>
                <a:gd name="T14" fmla="*/ 12 w 66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54">
                  <a:moveTo>
                    <a:pt x="12" y="54"/>
                  </a:moveTo>
                  <a:cubicBezTo>
                    <a:pt x="46" y="54"/>
                    <a:pt x="46" y="54"/>
                    <a:pt x="46" y="54"/>
                  </a:cubicBezTo>
                  <a:cubicBezTo>
                    <a:pt x="48" y="50"/>
                    <a:pt x="49" y="46"/>
                    <a:pt x="49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5" y="46"/>
                    <a:pt x="14" y="50"/>
                    <a:pt x="12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7"/>
            <p:cNvSpPr>
              <a:spLocks noEditPoints="1"/>
            </p:cNvSpPr>
            <p:nvPr/>
          </p:nvSpPr>
          <p:spPr bwMode="auto">
            <a:xfrm>
              <a:off x="-5087938" y="1651000"/>
              <a:ext cx="792163" cy="439738"/>
            </a:xfrm>
            <a:custGeom>
              <a:avLst/>
              <a:gdLst>
                <a:gd name="T0" fmla="*/ 164 w 211"/>
                <a:gd name="T1" fmla="*/ 32 h 117"/>
                <a:gd name="T2" fmla="*/ 160 w 211"/>
                <a:gd name="T3" fmla="*/ 37 h 117"/>
                <a:gd name="T4" fmla="*/ 90 w 211"/>
                <a:gd name="T5" fmla="*/ 33 h 117"/>
                <a:gd name="T6" fmla="*/ 57 w 211"/>
                <a:gd name="T7" fmla="*/ 6 h 117"/>
                <a:gd name="T8" fmla="*/ 56 w 211"/>
                <a:gd name="T9" fmla="*/ 13 h 117"/>
                <a:gd name="T10" fmla="*/ 51 w 211"/>
                <a:gd name="T11" fmla="*/ 6 h 117"/>
                <a:gd name="T12" fmla="*/ 51 w 211"/>
                <a:gd name="T13" fmla="*/ 0 h 117"/>
                <a:gd name="T14" fmla="*/ 47 w 211"/>
                <a:gd name="T15" fmla="*/ 5 h 117"/>
                <a:gd name="T16" fmla="*/ 47 w 211"/>
                <a:gd name="T17" fmla="*/ 28 h 117"/>
                <a:gd name="T18" fmla="*/ 45 w 211"/>
                <a:gd name="T19" fmla="*/ 8 h 117"/>
                <a:gd name="T20" fmla="*/ 44 w 211"/>
                <a:gd name="T21" fmla="*/ 1 h 117"/>
                <a:gd name="T22" fmla="*/ 34 w 211"/>
                <a:gd name="T23" fmla="*/ 1 h 117"/>
                <a:gd name="T24" fmla="*/ 17 w 211"/>
                <a:gd name="T25" fmla="*/ 14 h 117"/>
                <a:gd name="T26" fmla="*/ 9 w 211"/>
                <a:gd name="T27" fmla="*/ 21 h 117"/>
                <a:gd name="T28" fmla="*/ 8 w 211"/>
                <a:gd name="T29" fmla="*/ 22 h 117"/>
                <a:gd name="T30" fmla="*/ 8 w 211"/>
                <a:gd name="T31" fmla="*/ 22 h 117"/>
                <a:gd name="T32" fmla="*/ 11 w 211"/>
                <a:gd name="T33" fmla="*/ 34 h 117"/>
                <a:gd name="T34" fmla="*/ 11 w 211"/>
                <a:gd name="T35" fmla="*/ 34 h 117"/>
                <a:gd name="T36" fmla="*/ 19 w 211"/>
                <a:gd name="T37" fmla="*/ 37 h 117"/>
                <a:gd name="T38" fmla="*/ 8 w 211"/>
                <a:gd name="T39" fmla="*/ 72 h 117"/>
                <a:gd name="T40" fmla="*/ 10 w 211"/>
                <a:gd name="T41" fmla="*/ 101 h 117"/>
                <a:gd name="T42" fmla="*/ 2 w 211"/>
                <a:gd name="T43" fmla="*/ 110 h 117"/>
                <a:gd name="T44" fmla="*/ 8 w 211"/>
                <a:gd name="T45" fmla="*/ 115 h 117"/>
                <a:gd name="T46" fmla="*/ 16 w 211"/>
                <a:gd name="T47" fmla="*/ 109 h 117"/>
                <a:gd name="T48" fmla="*/ 39 w 211"/>
                <a:gd name="T49" fmla="*/ 111 h 117"/>
                <a:gd name="T50" fmla="*/ 20 w 211"/>
                <a:gd name="T51" fmla="*/ 100 h 117"/>
                <a:gd name="T52" fmla="*/ 16 w 211"/>
                <a:gd name="T53" fmla="*/ 67 h 117"/>
                <a:gd name="T54" fmla="*/ 25 w 211"/>
                <a:gd name="T55" fmla="*/ 45 h 117"/>
                <a:gd name="T56" fmla="*/ 24 w 211"/>
                <a:gd name="T57" fmla="*/ 59 h 117"/>
                <a:gd name="T58" fmla="*/ 53 w 211"/>
                <a:gd name="T59" fmla="*/ 117 h 117"/>
                <a:gd name="T60" fmla="*/ 51 w 211"/>
                <a:gd name="T61" fmla="*/ 65 h 117"/>
                <a:gd name="T62" fmla="*/ 82 w 211"/>
                <a:gd name="T63" fmla="*/ 107 h 117"/>
                <a:gd name="T64" fmla="*/ 73 w 211"/>
                <a:gd name="T65" fmla="*/ 61 h 117"/>
                <a:gd name="T66" fmla="*/ 58 w 211"/>
                <a:gd name="T67" fmla="*/ 45 h 117"/>
                <a:gd name="T68" fmla="*/ 83 w 211"/>
                <a:gd name="T69" fmla="*/ 47 h 117"/>
                <a:gd name="T70" fmla="*/ 204 w 211"/>
                <a:gd name="T71" fmla="*/ 45 h 117"/>
                <a:gd name="T72" fmla="*/ 208 w 211"/>
                <a:gd name="T73" fmla="*/ 40 h 117"/>
                <a:gd name="T74" fmla="*/ 207 w 211"/>
                <a:gd name="T75" fmla="*/ 32 h 117"/>
                <a:gd name="T76" fmla="*/ 57 w 211"/>
                <a:gd name="T77" fmla="*/ 29 h 117"/>
                <a:gd name="T78" fmla="*/ 64 w 211"/>
                <a:gd name="T79" fmla="*/ 3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1" h="117">
                  <a:moveTo>
                    <a:pt x="207" y="32"/>
                  </a:moveTo>
                  <a:cubicBezTo>
                    <a:pt x="164" y="32"/>
                    <a:pt x="164" y="32"/>
                    <a:pt x="164" y="32"/>
                  </a:cubicBezTo>
                  <a:cubicBezTo>
                    <a:pt x="162" y="32"/>
                    <a:pt x="160" y="34"/>
                    <a:pt x="160" y="36"/>
                  </a:cubicBezTo>
                  <a:cubicBezTo>
                    <a:pt x="160" y="36"/>
                    <a:pt x="160" y="36"/>
                    <a:pt x="160" y="37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89" y="35"/>
                    <a:pt x="89" y="34"/>
                    <a:pt x="90" y="33"/>
                  </a:cubicBezTo>
                  <a:cubicBezTo>
                    <a:pt x="84" y="31"/>
                    <a:pt x="71" y="25"/>
                    <a:pt x="71" y="25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1" y="1"/>
                    <a:pt x="39" y="1"/>
                    <a:pt x="34" y="1"/>
                  </a:cubicBezTo>
                  <a:cubicBezTo>
                    <a:pt x="33" y="1"/>
                    <a:pt x="29" y="3"/>
                    <a:pt x="27" y="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7"/>
                    <a:pt x="6" y="10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4" y="39"/>
                    <a:pt x="8" y="42"/>
                    <a:pt x="5" y="49"/>
                  </a:cubicBezTo>
                  <a:cubicBezTo>
                    <a:pt x="0" y="59"/>
                    <a:pt x="5" y="66"/>
                    <a:pt x="8" y="72"/>
                  </a:cubicBezTo>
                  <a:cubicBezTo>
                    <a:pt x="10" y="75"/>
                    <a:pt x="12" y="79"/>
                    <a:pt x="13" y="82"/>
                  </a:cubicBezTo>
                  <a:cubicBezTo>
                    <a:pt x="14" y="88"/>
                    <a:pt x="12" y="96"/>
                    <a:pt x="10" y="101"/>
                  </a:cubicBezTo>
                  <a:cubicBezTo>
                    <a:pt x="8" y="102"/>
                    <a:pt x="7" y="103"/>
                    <a:pt x="5" y="104"/>
                  </a:cubicBezTo>
                  <a:cubicBezTo>
                    <a:pt x="2" y="106"/>
                    <a:pt x="1" y="109"/>
                    <a:pt x="2" y="110"/>
                  </a:cubicBezTo>
                  <a:cubicBezTo>
                    <a:pt x="2" y="111"/>
                    <a:pt x="2" y="114"/>
                    <a:pt x="6" y="115"/>
                  </a:cubicBezTo>
                  <a:cubicBezTo>
                    <a:pt x="6" y="115"/>
                    <a:pt x="7" y="115"/>
                    <a:pt x="8" y="115"/>
                  </a:cubicBezTo>
                  <a:cubicBezTo>
                    <a:pt x="10" y="115"/>
                    <a:pt x="11" y="115"/>
                    <a:pt x="13" y="113"/>
                  </a:cubicBezTo>
                  <a:cubicBezTo>
                    <a:pt x="14" y="112"/>
                    <a:pt x="15" y="111"/>
                    <a:pt x="16" y="109"/>
                  </a:cubicBezTo>
                  <a:cubicBezTo>
                    <a:pt x="21" y="108"/>
                    <a:pt x="27" y="109"/>
                    <a:pt x="33" y="112"/>
                  </a:cubicBezTo>
                  <a:cubicBezTo>
                    <a:pt x="35" y="113"/>
                    <a:pt x="38" y="113"/>
                    <a:pt x="39" y="111"/>
                  </a:cubicBezTo>
                  <a:cubicBezTo>
                    <a:pt x="40" y="109"/>
                    <a:pt x="39" y="106"/>
                    <a:pt x="37" y="105"/>
                  </a:cubicBezTo>
                  <a:cubicBezTo>
                    <a:pt x="32" y="101"/>
                    <a:pt x="25" y="100"/>
                    <a:pt x="20" y="100"/>
                  </a:cubicBezTo>
                  <a:cubicBezTo>
                    <a:pt x="22" y="93"/>
                    <a:pt x="22" y="86"/>
                    <a:pt x="21" y="81"/>
                  </a:cubicBezTo>
                  <a:cubicBezTo>
                    <a:pt x="21" y="76"/>
                    <a:pt x="18" y="71"/>
                    <a:pt x="16" y="67"/>
                  </a:cubicBezTo>
                  <a:cubicBezTo>
                    <a:pt x="12" y="61"/>
                    <a:pt x="10" y="58"/>
                    <a:pt x="12" y="53"/>
                  </a:cubicBezTo>
                  <a:cubicBezTo>
                    <a:pt x="15" y="47"/>
                    <a:pt x="21" y="45"/>
                    <a:pt x="25" y="45"/>
                  </a:cubicBezTo>
                  <a:cubicBezTo>
                    <a:pt x="25" y="50"/>
                    <a:pt x="24" y="54"/>
                    <a:pt x="24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7" y="59"/>
                    <a:pt x="29" y="59"/>
                    <a:pt x="32" y="60"/>
                  </a:cubicBezTo>
                  <a:cubicBezTo>
                    <a:pt x="39" y="79"/>
                    <a:pt x="46" y="98"/>
                    <a:pt x="53" y="117"/>
                  </a:cubicBezTo>
                  <a:cubicBezTo>
                    <a:pt x="67" y="113"/>
                    <a:pt x="67" y="113"/>
                    <a:pt x="67" y="113"/>
                  </a:cubicBezTo>
                  <a:cubicBezTo>
                    <a:pt x="64" y="100"/>
                    <a:pt x="56" y="78"/>
                    <a:pt x="51" y="65"/>
                  </a:cubicBezTo>
                  <a:cubicBezTo>
                    <a:pt x="57" y="70"/>
                    <a:pt x="64" y="74"/>
                    <a:pt x="65" y="78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88" y="89"/>
                    <a:pt x="84" y="77"/>
                    <a:pt x="73" y="61"/>
                  </a:cubicBezTo>
                  <a:cubicBezTo>
                    <a:pt x="67" y="56"/>
                    <a:pt x="62" y="52"/>
                    <a:pt x="58" y="49"/>
                  </a:cubicBezTo>
                  <a:cubicBezTo>
                    <a:pt x="58" y="48"/>
                    <a:pt x="58" y="46"/>
                    <a:pt x="58" y="45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81" y="46"/>
                    <a:pt x="82" y="46"/>
                    <a:pt x="83" y="47"/>
                  </a:cubicBezTo>
                  <a:cubicBezTo>
                    <a:pt x="83" y="46"/>
                    <a:pt x="84" y="46"/>
                    <a:pt x="84" y="45"/>
                  </a:cubicBezTo>
                  <a:cubicBezTo>
                    <a:pt x="204" y="45"/>
                    <a:pt x="204" y="45"/>
                    <a:pt x="204" y="45"/>
                  </a:cubicBezTo>
                  <a:cubicBezTo>
                    <a:pt x="206" y="45"/>
                    <a:pt x="208" y="43"/>
                    <a:pt x="208" y="41"/>
                  </a:cubicBezTo>
                  <a:cubicBezTo>
                    <a:pt x="208" y="41"/>
                    <a:pt x="208" y="40"/>
                    <a:pt x="208" y="40"/>
                  </a:cubicBezTo>
                  <a:cubicBezTo>
                    <a:pt x="210" y="40"/>
                    <a:pt x="211" y="38"/>
                    <a:pt x="211" y="36"/>
                  </a:cubicBezTo>
                  <a:cubicBezTo>
                    <a:pt x="211" y="34"/>
                    <a:pt x="209" y="32"/>
                    <a:pt x="207" y="32"/>
                  </a:cubicBezTo>
                  <a:close/>
                  <a:moveTo>
                    <a:pt x="57" y="37"/>
                  </a:moveTo>
                  <a:cubicBezTo>
                    <a:pt x="57" y="34"/>
                    <a:pt x="57" y="31"/>
                    <a:pt x="57" y="29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6"/>
                    <a:pt x="64" y="37"/>
                  </a:cubicBezTo>
                  <a:lnTo>
                    <a:pt x="57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4" name="Rectangle 39"/>
          <p:cNvSpPr>
            <a:spLocks noChangeArrowheads="1"/>
          </p:cNvSpPr>
          <p:nvPr/>
        </p:nvSpPr>
        <p:spPr bwMode="auto">
          <a:xfrm>
            <a:off x="4214924" y="1407637"/>
            <a:ext cx="532562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就业指导服务中心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（南校区巨构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105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詹奉珍</a:t>
            </a:r>
            <a:endParaRPr lang="en-US" altLang="zh-CN" sz="2000" b="1" dirty="0">
              <a:solidFill>
                <a:srgbClr val="06C5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6C5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·029-81891196</a:t>
            </a:r>
          </a:p>
          <a:p>
            <a:pPr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7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8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8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75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75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3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3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9" dur="150" fill="hold"/>
                                            <p:tgtEl>
                                              <p:spTgt spid="6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utoRev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50" fill="hold"/>
                                            <p:tgtEl>
                                              <p:spTgt spid="8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3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33" dur="150" fill="hold"/>
                                            <p:tgtEl>
                                              <p:spTgt spid="5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3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3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40" dur="150" fill="hold"/>
                                            <p:tgtEl>
                                              <p:spTgt spid="6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3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3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47" dur="150" fill="hold"/>
                                            <p:tgtEl>
                                              <p:spTgt spid="5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3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3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utoRev="1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150" fill="hold"/>
                                            <p:tgtEl>
                                              <p:spTgt spid="6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3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6" presetClass="emph" presetSubtype="0" autoRev="1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Scale>
                                          <p:cBhvr>
                                            <p:cTn id="61" dur="150" fill="hold"/>
                                            <p:tgtEl>
                                              <p:spTgt spid="6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3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3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3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autoRev="1" fill="hold" grpId="1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50" fill="hold"/>
                                            <p:tgtEl>
                                              <p:spTgt spid="6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3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75" dur="150" fill="hold"/>
                                            <p:tgtEl>
                                              <p:spTgt spid="5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2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8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9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3" grpId="0" animBg="1"/>
          <p:bldP spid="48" grpId="0" animBg="1"/>
          <p:bldP spid="50" grpId="0" animBg="1"/>
          <p:bldP spid="50" grpId="1" animBg="1"/>
          <p:bldP spid="52" grpId="0" animBg="1"/>
          <p:bldP spid="52" grpId="1" animBg="1"/>
          <p:bldP spid="56" grpId="0" animBg="1"/>
          <p:bldP spid="56" grpId="1" animBg="1"/>
          <p:bldP spid="62" grpId="0" animBg="1"/>
          <p:bldP spid="62" grpId="1" animBg="1"/>
          <p:bldP spid="64" grpId="0" animBg="1"/>
          <p:bldP spid="64" grpId="1" animBg="1"/>
          <p:bldP spid="66" grpId="0" animBg="1"/>
          <p:bldP spid="66" grpId="1" animBg="1"/>
          <p:bldP spid="67" grpId="0"/>
          <p:bldP spid="67" grpId="1"/>
          <p:bldP spid="9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3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3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9" dur="150" fill="hold"/>
                                            <p:tgtEl>
                                              <p:spTgt spid="6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3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utoRev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50" fill="hold"/>
                                            <p:tgtEl>
                                              <p:spTgt spid="8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3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6" presetClass="emph" presetSubtype="0" autoRev="1" fill="hold" grpId="1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animScale>
                                          <p:cBhvr>
                                            <p:cTn id="33" dur="150" fill="hold"/>
                                            <p:tgtEl>
                                              <p:spTgt spid="5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3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3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40" dur="150" fill="hold"/>
                                            <p:tgtEl>
                                              <p:spTgt spid="6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1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3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3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47" dur="150" fill="hold"/>
                                            <p:tgtEl>
                                              <p:spTgt spid="5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3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3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utoRev="1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150" fill="hold"/>
                                            <p:tgtEl>
                                              <p:spTgt spid="6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3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6" presetClass="emph" presetSubtype="0" autoRev="1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Scale>
                                          <p:cBhvr>
                                            <p:cTn id="61" dur="150" fill="hold"/>
                                            <p:tgtEl>
                                              <p:spTgt spid="6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2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4" dur="3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5" dur="3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6" dur="3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autoRev="1" fill="hold" grpId="1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50" fill="hold"/>
                                            <p:tgtEl>
                                              <p:spTgt spid="6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3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3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75" dur="150" fill="hold"/>
                                            <p:tgtEl>
                                              <p:spTgt spid="5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2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3" grpId="0" animBg="1"/>
          <p:bldP spid="48" grpId="0" animBg="1"/>
          <p:bldP spid="50" grpId="0" animBg="1"/>
          <p:bldP spid="50" grpId="1" animBg="1"/>
          <p:bldP spid="52" grpId="0" animBg="1"/>
          <p:bldP spid="52" grpId="1" animBg="1"/>
          <p:bldP spid="56" grpId="0" animBg="1"/>
          <p:bldP spid="56" grpId="1" animBg="1"/>
          <p:bldP spid="62" grpId="0" animBg="1"/>
          <p:bldP spid="62" grpId="1" animBg="1"/>
          <p:bldP spid="64" grpId="0" animBg="1"/>
          <p:bldP spid="64" grpId="1" animBg="1"/>
          <p:bldP spid="66" grpId="0" animBg="1"/>
          <p:bldP spid="66" grpId="1" animBg="1"/>
          <p:bldP spid="67" grpId="0"/>
          <p:bldP spid="67" grpId="1"/>
          <p:bldP spid="94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llZDdkOWIwMWE3OWI3ODJiNzBlM2NlMWUyMGUzN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17760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17760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2404</Words>
  <Application>Microsoft Office PowerPoint</Application>
  <PresentationFormat>自定义</PresentationFormat>
  <Paragraphs>370</Paragraphs>
  <Slides>30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宋体</vt:lpstr>
      <vt:lpstr>微软雅黑</vt:lpstr>
      <vt:lpstr>Arial</vt:lpstr>
      <vt:lpstr>Calibri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参加比赛计划表—11月20日之前完成（基于通用模版创作）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De lio</cp:lastModifiedBy>
  <cp:revision>93</cp:revision>
  <dcterms:created xsi:type="dcterms:W3CDTF">2015-11-03T06:57:00Z</dcterms:created>
  <dcterms:modified xsi:type="dcterms:W3CDTF">2023-11-12T01:40:44Z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130B5B860783464C883DC4723B01AED8_13</vt:lpwstr>
  </property>
</Properties>
</file>