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Relationship Id="rId3" Type="http://schemas.openxmlformats.org/officeDocument/2006/relationships/image" Target="../media/image14.png"/><Relationship Id="rId2" Type="http://schemas.openxmlformats.org/officeDocument/2006/relationships/image" Target="../media/image22.pn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14.png"/><Relationship Id="rId6" Type="http://schemas.openxmlformats.org/officeDocument/2006/relationships/image" Target="../media/image30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9.jpeg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4.png"/><Relationship Id="rId2" Type="http://schemas.openxmlformats.org/officeDocument/2006/relationships/image" Target="../media/image34.png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4.png"/><Relationship Id="rId2" Type="http://schemas.openxmlformats.org/officeDocument/2006/relationships/image" Target="../media/image35.png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Relationship Id="rId3" Type="http://schemas.openxmlformats.org/officeDocument/2006/relationships/image" Target="../media/image14.png"/><Relationship Id="rId2" Type="http://schemas.openxmlformats.org/officeDocument/2006/relationships/image" Target="../media/image36.png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Relationship Id="rId3" Type="http://schemas.openxmlformats.org/officeDocument/2006/relationships/image" Target="../media/image18.png"/><Relationship Id="rId2" Type="http://schemas.openxmlformats.org/officeDocument/2006/relationships/image" Target="../media/image42.png"/><Relationship Id="rId1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18.png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image" Target="../media/image11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7.png"/><Relationship Id="rId2" Type="http://schemas.openxmlformats.org/officeDocument/2006/relationships/image" Target="../media/image14.png"/><Relationship Id="rId1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image" Target="../media/image11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43.png"/><Relationship Id="rId3" Type="http://schemas.openxmlformats.org/officeDocument/2006/relationships/image" Target="../media/image14.png"/><Relationship Id="rId2" Type="http://schemas.openxmlformats.org/officeDocument/2006/relationships/image" Target="../media/image48.png"/><Relationship Id="rId1" Type="http://schemas.openxmlformats.org/officeDocument/2006/relationships/image" Target="../media/image11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43.png"/><Relationship Id="rId3" Type="http://schemas.openxmlformats.org/officeDocument/2006/relationships/image" Target="../media/image35.png"/><Relationship Id="rId2" Type="http://schemas.openxmlformats.org/officeDocument/2006/relationships/image" Target="../media/image49.jpeg"/><Relationship Id="rId1" Type="http://schemas.openxmlformats.org/officeDocument/2006/relationships/image" Target="../media/image11.jpe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Relationship Id="rId3" Type="http://schemas.openxmlformats.org/officeDocument/2006/relationships/image" Target="../media/image20.png"/><Relationship Id="rId2" Type="http://schemas.openxmlformats.org/officeDocument/2006/relationships/image" Target="../media/image35.png"/><Relationship Id="rId1" Type="http://schemas.openxmlformats.org/officeDocument/2006/relationships/image" Target="../media/image11.jpe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14.png"/><Relationship Id="rId6" Type="http://schemas.openxmlformats.org/officeDocument/2006/relationships/image" Target="../media/image24.png"/><Relationship Id="rId5" Type="http://schemas.openxmlformats.org/officeDocument/2006/relationships/hyperlink" Target="192.168.10.1" TargetMode="External"/><Relationship Id="rId4" Type="http://schemas.openxmlformats.org/officeDocument/2006/relationships/hyperlink" Target="192.168.100.2" TargetMode="External"/><Relationship Id="rId3" Type="http://schemas.openxmlformats.org/officeDocument/2006/relationships/hyperlink" Target="192.168.100.1" TargetMode="External"/><Relationship Id="rId2" Type="http://schemas.openxmlformats.org/officeDocument/2006/relationships/hyperlink" Target="192.168.10.254" TargetMode="External"/><Relationship Id="rId1" Type="http://schemas.openxmlformats.org/officeDocument/2006/relationships/image" Target="../media/image11.jpe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Relationship Id="rId3" Type="http://schemas.openxmlformats.org/officeDocument/2006/relationships/image" Target="../media/image14.png"/><Relationship Id="rId2" Type="http://schemas.openxmlformats.org/officeDocument/2006/relationships/image" Target="../media/image50.png"/><Relationship Id="rId1" Type="http://schemas.openxmlformats.org/officeDocument/2006/relationships/image" Target="../media/image11.jpe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971800"/>
            <a:ext cx="9142476" cy="3884676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2871470" y="3556635"/>
            <a:ext cx="4179570" cy="2507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5300" u="sng" kern="0" spc="60" dirty="0">
                <a:ln w="19613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计算机与网络安全</a:t>
            </a:r>
            <a:r>
              <a:rPr lang="zh-CN" sz="5300" u="sng" kern="0" spc="60" dirty="0">
                <a:ln w="19613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综合实验</a:t>
            </a:r>
            <a:endParaRPr lang="en-US" altLang="en-US" sz="5300" dirty="0"/>
          </a:p>
          <a:p>
            <a:pPr algn="l" rtl="0" eaLnBrk="0">
              <a:lnSpc>
                <a:spcPct val="122000"/>
              </a:lnSpc>
            </a:pPr>
            <a:endParaRPr lang="en-US" altLang="en-US" sz="1000" dirty="0"/>
          </a:p>
          <a:p>
            <a:pPr algn="l" rtl="0" eaLnBrk="0">
              <a:lnSpc>
                <a:spcPct val="122000"/>
              </a:lnSpc>
            </a:pPr>
            <a:endParaRPr lang="en-US" altLang="en-US" sz="1000" dirty="0"/>
          </a:p>
          <a:p>
            <a:pPr algn="l" rtl="0" eaLnBrk="0">
              <a:lnSpc>
                <a:spcPct val="122000"/>
              </a:lnSpc>
            </a:pPr>
            <a:endParaRPr lang="en-US" altLang="en-US" sz="1000" dirty="0"/>
          </a:p>
          <a:p>
            <a:pPr marL="1236980" algn="l" rtl="0" eaLnBrk="0">
              <a:lnSpc>
                <a:spcPct val="84000"/>
              </a:lnSpc>
              <a:spcBef>
                <a:spcPts val="965"/>
              </a:spcBef>
            </a:pPr>
            <a:r>
              <a:rPr sz="3200" kern="0" spc="-190" dirty="0">
                <a:ln w="11641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3200" kern="0" spc="60" dirty="0">
                <a:solidFill>
                  <a:srgbClr val="FFFF33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</a:t>
            </a:r>
            <a:r>
              <a:rPr sz="3200" kern="0" spc="-190" dirty="0">
                <a:ln w="11641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endParaRPr lang="en-US" altLang="en-US" sz="3200" dirty="0"/>
          </a:p>
          <a:p>
            <a:pPr algn="l" rtl="0" eaLnBrk="0">
              <a:lnSpc>
                <a:spcPct val="101000"/>
              </a:lnSpc>
            </a:pPr>
            <a:endParaRPr lang="en-US" altLang="en-US" sz="1500" dirty="0"/>
          </a:p>
          <a:p>
            <a:pPr algn="l" rtl="0" eaLnBrk="0">
              <a:lnSpc>
                <a:spcPct val="14000"/>
              </a:lnSpc>
            </a:pPr>
            <a:endParaRPr lang="en-US" altLang="en-US" sz="100" dirty="0"/>
          </a:p>
          <a:p>
            <a:pPr marL="135255" algn="l" rtl="0" eaLnBrk="0">
              <a:lnSpc>
                <a:spcPct val="77000"/>
              </a:lnSpc>
            </a:pPr>
            <a:r>
              <a:rPr sz="3200" b="1" kern="0" spc="-1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nli@xidian.edu.cn</a:t>
            </a:r>
            <a:endParaRPr lang="en-US" altLang="en-US" sz="32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87267" y="201612"/>
            <a:ext cx="2630932" cy="280828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941762" y="3021012"/>
            <a:ext cx="1333500" cy="241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78237" y="2565590"/>
            <a:ext cx="249237" cy="421893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073421" y="108572"/>
            <a:ext cx="102057" cy="1686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57600" y="2362200"/>
            <a:ext cx="5166359" cy="3911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400" y="1600200"/>
            <a:ext cx="2782823" cy="3962400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793706" y="555130"/>
            <a:ext cx="4486275" cy="6750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400" u="sng" kern="0" spc="-2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线下实验参考书目</a:t>
            </a:r>
            <a:endParaRPr lang="en-US" altLang="en-US" sz="4400" dirty="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82239" y="3369564"/>
            <a:ext cx="3777995" cy="2945891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790778" y="1927466"/>
            <a:ext cx="6408420" cy="13246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23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离开前打扫干净自己桌面和地面</a:t>
            </a:r>
            <a:endParaRPr lang="en-US" altLang="en-US" sz="3200" dirty="0"/>
          </a:p>
          <a:p>
            <a:pPr algn="l" rtl="0" eaLnBrk="0">
              <a:lnSpc>
                <a:spcPct val="157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algn="r" rtl="0" eaLnBrk="0">
              <a:lnSpc>
                <a:spcPct val="96000"/>
              </a:lnSpc>
            </a:pPr>
            <a:r>
              <a:rPr sz="2300" kern="0" spc="-1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5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1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珍惜资源，不要将线扔</a:t>
            </a:r>
            <a:r>
              <a:rPr sz="3200" kern="0" spc="-14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到垃圾桶。</a:t>
            </a:r>
            <a:endParaRPr lang="en-US" altLang="en-US" sz="3200" dirty="0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361471"/>
            <a:ext cx="1887537" cy="2086953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077075" y="4556734"/>
            <a:ext cx="1584325" cy="1877199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86992" y="555130"/>
            <a:ext cx="2247264" cy="6788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400" u="sng" kern="0" spc="-3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注意事项</a:t>
            </a:r>
            <a:endParaRPr lang="en-US" altLang="en-US" sz="4400" dirty="0"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2257622" y="1364120"/>
            <a:ext cx="4491990" cy="1682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862965" algn="l" rtl="0" eaLnBrk="0">
              <a:lnSpc>
                <a:spcPct val="96000"/>
              </a:lnSpc>
            </a:pPr>
            <a:r>
              <a:rPr sz="4400" u="sng" kern="0" spc="-3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线下实验</a:t>
            </a:r>
            <a:r>
              <a:rPr lang="en-US" sz="4400" u="sng" kern="0" spc="-3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</a:t>
            </a:r>
            <a:endParaRPr lang="en-US" altLang="en-US" sz="44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100" dirty="0"/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</a:pP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</a:t>
            </a:r>
            <a:r>
              <a:rPr sz="4400" b="1" u="sng" kern="0" spc="-1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网络设备</a:t>
            </a:r>
            <a:endParaRPr lang="en-US" altLang="en-US" sz="4400" dirty="0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556734"/>
            <a:ext cx="1584325" cy="1877199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lang="en-US" altLang="en-US" sz="1400" dirty="0"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558977" y="553225"/>
            <a:ext cx="7489825" cy="26930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236220" algn="l" rtl="0" eaLnBrk="0">
              <a:lnSpc>
                <a:spcPct val="96000"/>
              </a:lnSpc>
            </a:pPr>
            <a:r>
              <a:rPr sz="4400" u="sng" kern="0" spc="-2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</a:t>
            </a:r>
            <a:r>
              <a:rPr sz="4400" b="1" u="sng" kern="0" spc="-2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4400" u="sng" kern="0" spc="-2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</a:t>
            </a:r>
            <a:endParaRPr lang="en-US" altLang="en-US" sz="4400" dirty="0"/>
          </a:p>
          <a:p>
            <a:pPr algn="l" rtl="0" eaLnBrk="0">
              <a:lnSpc>
                <a:spcPct val="155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8000"/>
              </a:lnSpc>
              <a:spcBef>
                <a:spcPts val="820"/>
              </a:spcBef>
            </a:pPr>
            <a:r>
              <a:rPr sz="2000" kern="0" spc="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7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设备是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认证考试中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最基本的实验</a:t>
            </a:r>
            <a:endParaRPr lang="en-US" altLang="en-US" sz="2700" dirty="0"/>
          </a:p>
          <a:p>
            <a:pPr marL="347980" indent="41275" algn="l" rtl="0" eaLnBrk="0">
              <a:lnSpc>
                <a:spcPct val="160000"/>
              </a:lnSpc>
              <a:spcBef>
                <a:spcPts val="60"/>
              </a:spcBef>
            </a:pP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内容。学习访问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备该掌握的几个术语及</a:t>
            </a:r>
            <a:r>
              <a:rPr sz="27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其相关技术</a:t>
            </a:r>
            <a:endParaRPr lang="en-US" altLang="en-US" sz="2700" dirty="0"/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1019378" y="3486759"/>
            <a:ext cx="4704079" cy="32435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2975"/>
              </a:lnSpc>
            </a:pP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75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300" kern="0" spc="150" dirty="0">
                <a:ln w="8717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</a:t>
            </a:r>
            <a:endParaRPr lang="en-US" altLang="en-US" sz="2300" dirty="0"/>
          </a:p>
          <a:p>
            <a:pPr marL="12700" algn="l" rtl="0" eaLnBrk="0">
              <a:lnSpc>
                <a:spcPct val="157000"/>
              </a:lnSpc>
              <a:spcBef>
                <a:spcPts val="1885"/>
              </a:spcBef>
            </a:pPr>
            <a:r>
              <a:rPr sz="2300" kern="0" spc="-3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74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-3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3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            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81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1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AUX</a:t>
            </a:r>
            <a:r>
              <a:rPr sz="23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              </a:t>
            </a: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72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-2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SSH</a:t>
            </a:r>
            <a:endParaRPr lang="en-US" altLang="en-US" sz="2300" dirty="0"/>
          </a:p>
          <a:p>
            <a:pPr marL="12700" algn="l" rtl="0" eaLnBrk="0">
              <a:lnSpc>
                <a:spcPts val="3210"/>
              </a:lnSpc>
              <a:spcBef>
                <a:spcPts val="1720"/>
              </a:spcBef>
            </a:pP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78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1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HTTP</a:t>
            </a:r>
            <a:endParaRPr lang="en-US" altLang="en-US" sz="2300" dirty="0"/>
          </a:p>
          <a:p>
            <a:pPr algn="l" rtl="0" eaLnBrk="0">
              <a:lnSpc>
                <a:spcPct val="102000"/>
              </a:lnSpc>
            </a:pPr>
            <a:endParaRPr lang="en-US" altLang="en-US" sz="1100" dirty="0"/>
          </a:p>
          <a:p>
            <a:pPr algn="r" rtl="0" eaLnBrk="0">
              <a:lnSpc>
                <a:spcPct val="83000"/>
              </a:lnSpc>
              <a:spcBef>
                <a:spcPts val="5"/>
              </a:spcBef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endParaRPr lang="en-US" altLang="en-US" sz="1200" dirty="0"/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24725" y="4429125"/>
            <a:ext cx="1639887" cy="20193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59546" y="4361471"/>
            <a:ext cx="175056" cy="319456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sp>
        <p:nvSpPr>
          <p:cNvPr id="74" name="path"/>
          <p:cNvSpPr/>
          <p:nvPr/>
        </p:nvSpPr>
        <p:spPr>
          <a:xfrm>
            <a:off x="8047037" y="5549900"/>
            <a:ext cx="466725" cy="417512"/>
          </a:xfrm>
          <a:custGeom>
            <a:avLst/>
            <a:gdLst/>
            <a:ahLst/>
            <a:cxnLst/>
            <a:rect l="0" t="0" r="0" b="0"/>
            <a:pathLst>
              <a:path w="735" h="657">
                <a:moveTo>
                  <a:pt x="187" y="85"/>
                </a:moveTo>
                <a:lnTo>
                  <a:pt x="230" y="85"/>
                </a:lnTo>
                <a:lnTo>
                  <a:pt x="280" y="0"/>
                </a:lnTo>
                <a:lnTo>
                  <a:pt x="307" y="50"/>
                </a:lnTo>
                <a:lnTo>
                  <a:pt x="285" y="172"/>
                </a:lnTo>
                <a:lnTo>
                  <a:pt x="195" y="142"/>
                </a:lnTo>
                <a:lnTo>
                  <a:pt x="187" y="85"/>
                </a:lnTo>
              </a:path>
              <a:path w="735" h="657">
                <a:moveTo>
                  <a:pt x="442" y="105"/>
                </a:moveTo>
                <a:lnTo>
                  <a:pt x="430" y="67"/>
                </a:lnTo>
                <a:lnTo>
                  <a:pt x="497" y="82"/>
                </a:lnTo>
                <a:lnTo>
                  <a:pt x="597" y="122"/>
                </a:lnTo>
                <a:lnTo>
                  <a:pt x="597" y="152"/>
                </a:lnTo>
                <a:lnTo>
                  <a:pt x="637" y="232"/>
                </a:lnTo>
                <a:lnTo>
                  <a:pt x="560" y="157"/>
                </a:lnTo>
                <a:lnTo>
                  <a:pt x="507" y="162"/>
                </a:lnTo>
                <a:lnTo>
                  <a:pt x="442" y="105"/>
                </a:lnTo>
              </a:path>
              <a:path w="735" h="657">
                <a:moveTo>
                  <a:pt x="0" y="122"/>
                </a:moveTo>
                <a:lnTo>
                  <a:pt x="57" y="135"/>
                </a:lnTo>
                <a:lnTo>
                  <a:pt x="145" y="195"/>
                </a:lnTo>
                <a:lnTo>
                  <a:pt x="132" y="230"/>
                </a:lnTo>
                <a:lnTo>
                  <a:pt x="205" y="260"/>
                </a:lnTo>
                <a:lnTo>
                  <a:pt x="392" y="260"/>
                </a:lnTo>
                <a:lnTo>
                  <a:pt x="187" y="290"/>
                </a:lnTo>
                <a:lnTo>
                  <a:pt x="132" y="230"/>
                </a:lnTo>
                <a:lnTo>
                  <a:pt x="80" y="217"/>
                </a:lnTo>
                <a:lnTo>
                  <a:pt x="0" y="122"/>
                </a:lnTo>
              </a:path>
              <a:path w="735" h="657">
                <a:moveTo>
                  <a:pt x="665" y="647"/>
                </a:moveTo>
                <a:lnTo>
                  <a:pt x="652" y="650"/>
                </a:lnTo>
                <a:lnTo>
                  <a:pt x="645" y="657"/>
                </a:lnTo>
                <a:lnTo>
                  <a:pt x="632" y="642"/>
                </a:lnTo>
                <a:lnTo>
                  <a:pt x="595" y="625"/>
                </a:lnTo>
                <a:lnTo>
                  <a:pt x="590" y="597"/>
                </a:lnTo>
                <a:lnTo>
                  <a:pt x="577" y="587"/>
                </a:lnTo>
                <a:lnTo>
                  <a:pt x="545" y="587"/>
                </a:lnTo>
                <a:lnTo>
                  <a:pt x="545" y="567"/>
                </a:lnTo>
                <a:lnTo>
                  <a:pt x="535" y="560"/>
                </a:lnTo>
                <a:lnTo>
                  <a:pt x="532" y="542"/>
                </a:lnTo>
                <a:lnTo>
                  <a:pt x="510" y="540"/>
                </a:lnTo>
                <a:lnTo>
                  <a:pt x="490" y="535"/>
                </a:lnTo>
                <a:lnTo>
                  <a:pt x="470" y="540"/>
                </a:lnTo>
                <a:lnTo>
                  <a:pt x="470" y="542"/>
                </a:lnTo>
                <a:lnTo>
                  <a:pt x="425" y="557"/>
                </a:lnTo>
                <a:lnTo>
                  <a:pt x="425" y="565"/>
                </a:lnTo>
                <a:lnTo>
                  <a:pt x="385" y="565"/>
                </a:lnTo>
                <a:lnTo>
                  <a:pt x="365" y="577"/>
                </a:lnTo>
                <a:lnTo>
                  <a:pt x="340" y="565"/>
                </a:lnTo>
                <a:lnTo>
                  <a:pt x="340" y="560"/>
                </a:lnTo>
                <a:lnTo>
                  <a:pt x="340" y="535"/>
                </a:lnTo>
                <a:lnTo>
                  <a:pt x="332" y="510"/>
                </a:lnTo>
                <a:lnTo>
                  <a:pt x="322" y="490"/>
                </a:lnTo>
                <a:lnTo>
                  <a:pt x="327" y="472"/>
                </a:lnTo>
                <a:lnTo>
                  <a:pt x="320" y="465"/>
                </a:lnTo>
                <a:lnTo>
                  <a:pt x="315" y="427"/>
                </a:lnTo>
                <a:lnTo>
                  <a:pt x="320" y="402"/>
                </a:lnTo>
                <a:lnTo>
                  <a:pt x="342" y="382"/>
                </a:lnTo>
                <a:lnTo>
                  <a:pt x="392" y="370"/>
                </a:lnTo>
                <a:lnTo>
                  <a:pt x="405" y="352"/>
                </a:lnTo>
                <a:lnTo>
                  <a:pt x="400" y="335"/>
                </a:lnTo>
                <a:lnTo>
                  <a:pt x="412" y="330"/>
                </a:lnTo>
                <a:lnTo>
                  <a:pt x="415" y="337"/>
                </a:lnTo>
                <a:lnTo>
                  <a:pt x="420" y="325"/>
                </a:lnTo>
                <a:lnTo>
                  <a:pt x="452" y="300"/>
                </a:lnTo>
                <a:lnTo>
                  <a:pt x="470" y="312"/>
                </a:lnTo>
                <a:lnTo>
                  <a:pt x="490" y="305"/>
                </a:lnTo>
                <a:lnTo>
                  <a:pt x="495" y="285"/>
                </a:lnTo>
                <a:lnTo>
                  <a:pt x="515" y="280"/>
                </a:lnTo>
                <a:lnTo>
                  <a:pt x="510" y="265"/>
                </a:lnTo>
                <a:lnTo>
                  <a:pt x="537" y="275"/>
                </a:lnTo>
                <a:lnTo>
                  <a:pt x="560" y="270"/>
                </a:lnTo>
                <a:lnTo>
                  <a:pt x="572" y="322"/>
                </a:lnTo>
                <a:lnTo>
                  <a:pt x="590" y="337"/>
                </a:lnTo>
                <a:lnTo>
                  <a:pt x="605" y="337"/>
                </a:lnTo>
                <a:lnTo>
                  <a:pt x="612" y="305"/>
                </a:lnTo>
                <a:lnTo>
                  <a:pt x="607" y="290"/>
                </a:lnTo>
                <a:lnTo>
                  <a:pt x="612" y="265"/>
                </a:lnTo>
                <a:lnTo>
                  <a:pt x="620" y="262"/>
                </a:lnTo>
                <a:lnTo>
                  <a:pt x="632" y="292"/>
                </a:lnTo>
                <a:lnTo>
                  <a:pt x="645" y="300"/>
                </a:lnTo>
                <a:lnTo>
                  <a:pt x="652" y="330"/>
                </a:lnTo>
                <a:lnTo>
                  <a:pt x="665" y="370"/>
                </a:lnTo>
                <a:lnTo>
                  <a:pt x="682" y="380"/>
                </a:lnTo>
                <a:lnTo>
                  <a:pt x="705" y="410"/>
                </a:lnTo>
                <a:lnTo>
                  <a:pt x="707" y="425"/>
                </a:lnTo>
                <a:lnTo>
                  <a:pt x="727" y="442"/>
                </a:lnTo>
                <a:lnTo>
                  <a:pt x="735" y="475"/>
                </a:lnTo>
                <a:lnTo>
                  <a:pt x="735" y="500"/>
                </a:lnTo>
                <a:lnTo>
                  <a:pt x="727" y="540"/>
                </a:lnTo>
                <a:lnTo>
                  <a:pt x="707" y="565"/>
                </a:lnTo>
                <a:lnTo>
                  <a:pt x="702" y="597"/>
                </a:lnTo>
                <a:lnTo>
                  <a:pt x="702" y="625"/>
                </a:lnTo>
                <a:lnTo>
                  <a:pt x="682" y="630"/>
                </a:lnTo>
                <a:lnTo>
                  <a:pt x="665" y="647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rect"/>
          <p:cNvSpPr/>
          <p:nvPr/>
        </p:nvSpPr>
        <p:spPr>
          <a:xfrm>
            <a:off x="8262937" y="5410200"/>
            <a:ext cx="25400" cy="31750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path"/>
          <p:cNvSpPr/>
          <p:nvPr/>
        </p:nvSpPr>
        <p:spPr>
          <a:xfrm>
            <a:off x="7077075" y="5243512"/>
            <a:ext cx="512762" cy="668337"/>
          </a:xfrm>
          <a:custGeom>
            <a:avLst/>
            <a:gdLst/>
            <a:ahLst/>
            <a:cxnLst/>
            <a:rect l="0" t="0" r="0" b="0"/>
            <a:pathLst>
              <a:path w="807" h="1052">
                <a:moveTo>
                  <a:pt x="190" y="0"/>
                </a:moveTo>
                <a:lnTo>
                  <a:pt x="177" y="27"/>
                </a:lnTo>
                <a:lnTo>
                  <a:pt x="112" y="82"/>
                </a:lnTo>
                <a:lnTo>
                  <a:pt x="100" y="132"/>
                </a:lnTo>
                <a:lnTo>
                  <a:pt x="52" y="170"/>
                </a:lnTo>
                <a:lnTo>
                  <a:pt x="20" y="240"/>
                </a:lnTo>
                <a:lnTo>
                  <a:pt x="20" y="285"/>
                </a:lnTo>
                <a:lnTo>
                  <a:pt x="0" y="360"/>
                </a:lnTo>
                <a:lnTo>
                  <a:pt x="27" y="392"/>
                </a:lnTo>
                <a:lnTo>
                  <a:pt x="100" y="487"/>
                </a:lnTo>
                <a:lnTo>
                  <a:pt x="120" y="475"/>
                </a:lnTo>
                <a:lnTo>
                  <a:pt x="247" y="475"/>
                </a:lnTo>
                <a:lnTo>
                  <a:pt x="307" y="497"/>
                </a:lnTo>
                <a:lnTo>
                  <a:pt x="302" y="572"/>
                </a:lnTo>
                <a:lnTo>
                  <a:pt x="345" y="670"/>
                </a:lnTo>
                <a:lnTo>
                  <a:pt x="342" y="697"/>
                </a:lnTo>
                <a:lnTo>
                  <a:pt x="360" y="727"/>
                </a:lnTo>
                <a:lnTo>
                  <a:pt x="332" y="797"/>
                </a:lnTo>
                <a:lnTo>
                  <a:pt x="365" y="885"/>
                </a:lnTo>
                <a:lnTo>
                  <a:pt x="382" y="955"/>
                </a:lnTo>
                <a:lnTo>
                  <a:pt x="405" y="997"/>
                </a:lnTo>
                <a:lnTo>
                  <a:pt x="427" y="1052"/>
                </a:lnTo>
                <a:lnTo>
                  <a:pt x="470" y="1045"/>
                </a:lnTo>
                <a:lnTo>
                  <a:pt x="540" y="1005"/>
                </a:lnTo>
                <a:lnTo>
                  <a:pt x="572" y="955"/>
                </a:lnTo>
                <a:lnTo>
                  <a:pt x="570" y="922"/>
                </a:lnTo>
                <a:lnTo>
                  <a:pt x="612" y="897"/>
                </a:lnTo>
                <a:lnTo>
                  <a:pt x="605" y="850"/>
                </a:lnTo>
                <a:lnTo>
                  <a:pt x="667" y="775"/>
                </a:lnTo>
                <a:lnTo>
                  <a:pt x="677" y="712"/>
                </a:lnTo>
                <a:lnTo>
                  <a:pt x="660" y="692"/>
                </a:lnTo>
                <a:lnTo>
                  <a:pt x="667" y="667"/>
                </a:lnTo>
                <a:lnTo>
                  <a:pt x="652" y="645"/>
                </a:lnTo>
                <a:lnTo>
                  <a:pt x="700" y="585"/>
                </a:lnTo>
                <a:lnTo>
                  <a:pt x="700" y="555"/>
                </a:lnTo>
                <a:lnTo>
                  <a:pt x="765" y="505"/>
                </a:lnTo>
                <a:lnTo>
                  <a:pt x="807" y="370"/>
                </a:lnTo>
                <a:lnTo>
                  <a:pt x="747" y="405"/>
                </a:lnTo>
                <a:lnTo>
                  <a:pt x="695" y="390"/>
                </a:lnTo>
                <a:lnTo>
                  <a:pt x="702" y="357"/>
                </a:lnTo>
                <a:lnTo>
                  <a:pt x="650" y="322"/>
                </a:lnTo>
                <a:lnTo>
                  <a:pt x="625" y="235"/>
                </a:lnTo>
                <a:lnTo>
                  <a:pt x="575" y="165"/>
                </a:lnTo>
                <a:lnTo>
                  <a:pt x="575" y="117"/>
                </a:lnTo>
                <a:lnTo>
                  <a:pt x="547" y="115"/>
                </a:lnTo>
                <a:lnTo>
                  <a:pt x="530" y="122"/>
                </a:lnTo>
                <a:lnTo>
                  <a:pt x="455" y="95"/>
                </a:lnTo>
                <a:lnTo>
                  <a:pt x="435" y="115"/>
                </a:lnTo>
                <a:lnTo>
                  <a:pt x="417" y="140"/>
                </a:lnTo>
                <a:lnTo>
                  <a:pt x="377" y="95"/>
                </a:lnTo>
                <a:lnTo>
                  <a:pt x="337" y="82"/>
                </a:lnTo>
                <a:lnTo>
                  <a:pt x="335" y="25"/>
                </a:lnTo>
                <a:lnTo>
                  <a:pt x="277" y="35"/>
                </a:lnTo>
                <a:lnTo>
                  <a:pt x="240" y="22"/>
                </a:lnTo>
                <a:lnTo>
                  <a:pt x="19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path"/>
          <p:cNvSpPr/>
          <p:nvPr/>
        </p:nvSpPr>
        <p:spPr>
          <a:xfrm>
            <a:off x="7221537" y="5027612"/>
            <a:ext cx="330200" cy="785812"/>
          </a:xfrm>
          <a:custGeom>
            <a:avLst/>
            <a:gdLst/>
            <a:ahLst/>
            <a:cxnLst/>
            <a:rect l="0" t="0" r="0" b="0"/>
            <a:pathLst>
              <a:path w="520" h="1237">
                <a:moveTo>
                  <a:pt x="125" y="290"/>
                </a:moveTo>
                <a:lnTo>
                  <a:pt x="125" y="330"/>
                </a:lnTo>
                <a:lnTo>
                  <a:pt x="125" y="305"/>
                </a:lnTo>
                <a:lnTo>
                  <a:pt x="125" y="290"/>
                </a:lnTo>
              </a:path>
              <a:path w="520" h="1237">
                <a:moveTo>
                  <a:pt x="167" y="345"/>
                </a:moveTo>
                <a:lnTo>
                  <a:pt x="207" y="345"/>
                </a:lnTo>
                <a:lnTo>
                  <a:pt x="207" y="385"/>
                </a:lnTo>
                <a:lnTo>
                  <a:pt x="167" y="345"/>
                </a:lnTo>
              </a:path>
              <a:path w="520" h="1237">
                <a:moveTo>
                  <a:pt x="402" y="270"/>
                </a:moveTo>
                <a:lnTo>
                  <a:pt x="367" y="270"/>
                </a:lnTo>
                <a:lnTo>
                  <a:pt x="347" y="292"/>
                </a:lnTo>
                <a:lnTo>
                  <a:pt x="335" y="292"/>
                </a:lnTo>
                <a:lnTo>
                  <a:pt x="325" y="302"/>
                </a:lnTo>
                <a:lnTo>
                  <a:pt x="312" y="302"/>
                </a:lnTo>
                <a:lnTo>
                  <a:pt x="312" y="332"/>
                </a:lnTo>
                <a:lnTo>
                  <a:pt x="332" y="355"/>
                </a:lnTo>
                <a:lnTo>
                  <a:pt x="385" y="355"/>
                </a:lnTo>
                <a:lnTo>
                  <a:pt x="402" y="332"/>
                </a:lnTo>
                <a:lnTo>
                  <a:pt x="402" y="270"/>
                </a:lnTo>
              </a:path>
              <a:path w="520" h="1237">
                <a:moveTo>
                  <a:pt x="92" y="90"/>
                </a:moveTo>
                <a:lnTo>
                  <a:pt x="72" y="77"/>
                </a:lnTo>
                <a:lnTo>
                  <a:pt x="72" y="25"/>
                </a:lnTo>
                <a:lnTo>
                  <a:pt x="82" y="12"/>
                </a:lnTo>
                <a:lnTo>
                  <a:pt x="65" y="12"/>
                </a:lnTo>
                <a:lnTo>
                  <a:pt x="75" y="0"/>
                </a:lnTo>
                <a:lnTo>
                  <a:pt x="62" y="0"/>
                </a:lnTo>
                <a:lnTo>
                  <a:pt x="47" y="15"/>
                </a:lnTo>
                <a:lnTo>
                  <a:pt x="47" y="47"/>
                </a:lnTo>
                <a:lnTo>
                  <a:pt x="55" y="55"/>
                </a:lnTo>
                <a:lnTo>
                  <a:pt x="55" y="70"/>
                </a:lnTo>
                <a:lnTo>
                  <a:pt x="50" y="70"/>
                </a:lnTo>
                <a:lnTo>
                  <a:pt x="37" y="82"/>
                </a:lnTo>
                <a:lnTo>
                  <a:pt x="37" y="95"/>
                </a:lnTo>
                <a:lnTo>
                  <a:pt x="22" y="117"/>
                </a:lnTo>
                <a:lnTo>
                  <a:pt x="75" y="117"/>
                </a:lnTo>
                <a:lnTo>
                  <a:pt x="92" y="90"/>
                </a:lnTo>
              </a:path>
              <a:path w="520" h="1237">
                <a:moveTo>
                  <a:pt x="32" y="52"/>
                </a:moveTo>
                <a:lnTo>
                  <a:pt x="40" y="52"/>
                </a:lnTo>
                <a:lnTo>
                  <a:pt x="40" y="40"/>
                </a:lnTo>
                <a:lnTo>
                  <a:pt x="25" y="40"/>
                </a:lnTo>
                <a:lnTo>
                  <a:pt x="0" y="65"/>
                </a:lnTo>
                <a:lnTo>
                  <a:pt x="0" y="80"/>
                </a:lnTo>
                <a:lnTo>
                  <a:pt x="22" y="80"/>
                </a:lnTo>
                <a:lnTo>
                  <a:pt x="32" y="67"/>
                </a:lnTo>
                <a:lnTo>
                  <a:pt x="32" y="52"/>
                </a:lnTo>
              </a:path>
              <a:path w="520" h="1237">
                <a:moveTo>
                  <a:pt x="480" y="1115"/>
                </a:moveTo>
                <a:lnTo>
                  <a:pt x="497" y="1100"/>
                </a:lnTo>
                <a:lnTo>
                  <a:pt x="510" y="1050"/>
                </a:lnTo>
                <a:lnTo>
                  <a:pt x="520" y="1125"/>
                </a:lnTo>
                <a:lnTo>
                  <a:pt x="505" y="1217"/>
                </a:lnTo>
                <a:lnTo>
                  <a:pt x="475" y="1237"/>
                </a:lnTo>
                <a:lnTo>
                  <a:pt x="475" y="1192"/>
                </a:lnTo>
                <a:lnTo>
                  <a:pt x="482" y="1162"/>
                </a:lnTo>
                <a:lnTo>
                  <a:pt x="480" y="111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path"/>
          <p:cNvSpPr/>
          <p:nvPr/>
        </p:nvSpPr>
        <p:spPr>
          <a:xfrm>
            <a:off x="7186612" y="4748212"/>
            <a:ext cx="1363662" cy="876300"/>
          </a:xfrm>
          <a:custGeom>
            <a:avLst/>
            <a:gdLst/>
            <a:ahLst/>
            <a:cxnLst/>
            <a:rect l="0" t="0" r="0" b="0"/>
            <a:pathLst>
              <a:path w="2147" h="1380">
                <a:moveTo>
                  <a:pt x="300" y="410"/>
                </a:moveTo>
                <a:lnTo>
                  <a:pt x="300" y="435"/>
                </a:lnTo>
                <a:lnTo>
                  <a:pt x="310" y="445"/>
                </a:lnTo>
                <a:lnTo>
                  <a:pt x="360" y="445"/>
                </a:lnTo>
                <a:lnTo>
                  <a:pt x="360" y="460"/>
                </a:lnTo>
                <a:lnTo>
                  <a:pt x="322" y="460"/>
                </a:lnTo>
                <a:lnTo>
                  <a:pt x="322" y="502"/>
                </a:lnTo>
                <a:lnTo>
                  <a:pt x="307" y="482"/>
                </a:lnTo>
                <a:lnTo>
                  <a:pt x="307" y="510"/>
                </a:lnTo>
                <a:lnTo>
                  <a:pt x="285" y="535"/>
                </a:lnTo>
                <a:lnTo>
                  <a:pt x="272" y="520"/>
                </a:lnTo>
                <a:lnTo>
                  <a:pt x="250" y="537"/>
                </a:lnTo>
                <a:lnTo>
                  <a:pt x="247" y="532"/>
                </a:lnTo>
                <a:lnTo>
                  <a:pt x="220" y="532"/>
                </a:lnTo>
                <a:lnTo>
                  <a:pt x="235" y="515"/>
                </a:lnTo>
                <a:lnTo>
                  <a:pt x="235" y="507"/>
                </a:lnTo>
                <a:lnTo>
                  <a:pt x="220" y="495"/>
                </a:lnTo>
                <a:lnTo>
                  <a:pt x="220" y="475"/>
                </a:lnTo>
                <a:lnTo>
                  <a:pt x="202" y="495"/>
                </a:lnTo>
                <a:lnTo>
                  <a:pt x="202" y="532"/>
                </a:lnTo>
                <a:lnTo>
                  <a:pt x="182" y="532"/>
                </a:lnTo>
                <a:lnTo>
                  <a:pt x="155" y="560"/>
                </a:lnTo>
                <a:lnTo>
                  <a:pt x="145" y="560"/>
                </a:lnTo>
                <a:lnTo>
                  <a:pt x="130" y="577"/>
                </a:lnTo>
                <a:lnTo>
                  <a:pt x="75" y="577"/>
                </a:lnTo>
                <a:lnTo>
                  <a:pt x="95" y="602"/>
                </a:lnTo>
                <a:lnTo>
                  <a:pt x="95" y="642"/>
                </a:lnTo>
                <a:lnTo>
                  <a:pt x="75" y="665"/>
                </a:lnTo>
                <a:lnTo>
                  <a:pt x="55" y="642"/>
                </a:lnTo>
                <a:lnTo>
                  <a:pt x="12" y="642"/>
                </a:lnTo>
                <a:lnTo>
                  <a:pt x="12" y="670"/>
                </a:lnTo>
                <a:lnTo>
                  <a:pt x="0" y="687"/>
                </a:lnTo>
                <a:lnTo>
                  <a:pt x="0" y="725"/>
                </a:lnTo>
                <a:lnTo>
                  <a:pt x="25" y="755"/>
                </a:lnTo>
                <a:lnTo>
                  <a:pt x="65" y="755"/>
                </a:lnTo>
                <a:lnTo>
                  <a:pt x="125" y="682"/>
                </a:lnTo>
                <a:lnTo>
                  <a:pt x="180" y="682"/>
                </a:lnTo>
                <a:lnTo>
                  <a:pt x="187" y="667"/>
                </a:lnTo>
                <a:lnTo>
                  <a:pt x="200" y="682"/>
                </a:lnTo>
                <a:lnTo>
                  <a:pt x="197" y="697"/>
                </a:lnTo>
                <a:lnTo>
                  <a:pt x="247" y="747"/>
                </a:lnTo>
                <a:lnTo>
                  <a:pt x="247" y="767"/>
                </a:lnTo>
                <a:lnTo>
                  <a:pt x="260" y="760"/>
                </a:lnTo>
                <a:lnTo>
                  <a:pt x="252" y="747"/>
                </a:lnTo>
                <a:lnTo>
                  <a:pt x="260" y="740"/>
                </a:lnTo>
                <a:lnTo>
                  <a:pt x="267" y="747"/>
                </a:lnTo>
                <a:lnTo>
                  <a:pt x="272" y="745"/>
                </a:lnTo>
                <a:lnTo>
                  <a:pt x="220" y="680"/>
                </a:lnTo>
                <a:lnTo>
                  <a:pt x="220" y="657"/>
                </a:lnTo>
                <a:lnTo>
                  <a:pt x="235" y="657"/>
                </a:lnTo>
                <a:lnTo>
                  <a:pt x="235" y="670"/>
                </a:lnTo>
                <a:lnTo>
                  <a:pt x="285" y="727"/>
                </a:lnTo>
                <a:lnTo>
                  <a:pt x="285" y="745"/>
                </a:lnTo>
                <a:lnTo>
                  <a:pt x="307" y="770"/>
                </a:lnTo>
                <a:lnTo>
                  <a:pt x="302" y="775"/>
                </a:lnTo>
                <a:lnTo>
                  <a:pt x="317" y="795"/>
                </a:lnTo>
                <a:lnTo>
                  <a:pt x="342" y="767"/>
                </a:lnTo>
                <a:lnTo>
                  <a:pt x="327" y="750"/>
                </a:lnTo>
                <a:lnTo>
                  <a:pt x="342" y="735"/>
                </a:lnTo>
                <a:lnTo>
                  <a:pt x="360" y="735"/>
                </a:lnTo>
                <a:lnTo>
                  <a:pt x="370" y="725"/>
                </a:lnTo>
                <a:lnTo>
                  <a:pt x="382" y="725"/>
                </a:lnTo>
                <a:lnTo>
                  <a:pt x="367" y="702"/>
                </a:lnTo>
                <a:lnTo>
                  <a:pt x="375" y="692"/>
                </a:lnTo>
                <a:lnTo>
                  <a:pt x="375" y="655"/>
                </a:lnTo>
                <a:lnTo>
                  <a:pt x="392" y="635"/>
                </a:lnTo>
                <a:lnTo>
                  <a:pt x="400" y="642"/>
                </a:lnTo>
                <a:lnTo>
                  <a:pt x="415" y="642"/>
                </a:lnTo>
                <a:lnTo>
                  <a:pt x="407" y="652"/>
                </a:lnTo>
                <a:lnTo>
                  <a:pt x="422" y="667"/>
                </a:lnTo>
                <a:lnTo>
                  <a:pt x="430" y="655"/>
                </a:lnTo>
                <a:lnTo>
                  <a:pt x="442" y="655"/>
                </a:lnTo>
                <a:lnTo>
                  <a:pt x="442" y="647"/>
                </a:lnTo>
                <a:lnTo>
                  <a:pt x="437" y="647"/>
                </a:lnTo>
                <a:lnTo>
                  <a:pt x="427" y="642"/>
                </a:lnTo>
                <a:lnTo>
                  <a:pt x="450" y="612"/>
                </a:lnTo>
                <a:lnTo>
                  <a:pt x="450" y="655"/>
                </a:lnTo>
                <a:lnTo>
                  <a:pt x="457" y="655"/>
                </a:lnTo>
                <a:lnTo>
                  <a:pt x="457" y="410"/>
                </a:lnTo>
                <a:lnTo>
                  <a:pt x="300" y="410"/>
                </a:lnTo>
              </a:path>
              <a:path w="2147" h="1380">
                <a:moveTo>
                  <a:pt x="195" y="405"/>
                </a:moveTo>
                <a:lnTo>
                  <a:pt x="250" y="362"/>
                </a:lnTo>
                <a:lnTo>
                  <a:pt x="305" y="280"/>
                </a:lnTo>
                <a:lnTo>
                  <a:pt x="372" y="240"/>
                </a:lnTo>
                <a:lnTo>
                  <a:pt x="440" y="287"/>
                </a:lnTo>
                <a:lnTo>
                  <a:pt x="447" y="325"/>
                </a:lnTo>
                <a:lnTo>
                  <a:pt x="432" y="325"/>
                </a:lnTo>
                <a:lnTo>
                  <a:pt x="405" y="320"/>
                </a:lnTo>
                <a:lnTo>
                  <a:pt x="440" y="362"/>
                </a:lnTo>
                <a:lnTo>
                  <a:pt x="582" y="307"/>
                </a:lnTo>
                <a:lnTo>
                  <a:pt x="562" y="267"/>
                </a:lnTo>
                <a:lnTo>
                  <a:pt x="625" y="197"/>
                </a:lnTo>
                <a:lnTo>
                  <a:pt x="665" y="197"/>
                </a:lnTo>
                <a:lnTo>
                  <a:pt x="625" y="222"/>
                </a:lnTo>
                <a:lnTo>
                  <a:pt x="595" y="272"/>
                </a:lnTo>
                <a:lnTo>
                  <a:pt x="595" y="307"/>
                </a:lnTo>
                <a:lnTo>
                  <a:pt x="652" y="345"/>
                </a:lnTo>
                <a:lnTo>
                  <a:pt x="735" y="237"/>
                </a:lnTo>
                <a:lnTo>
                  <a:pt x="1020" y="112"/>
                </a:lnTo>
                <a:lnTo>
                  <a:pt x="1020" y="40"/>
                </a:lnTo>
                <a:lnTo>
                  <a:pt x="1150" y="12"/>
                </a:lnTo>
                <a:lnTo>
                  <a:pt x="1225" y="50"/>
                </a:lnTo>
                <a:lnTo>
                  <a:pt x="1397" y="0"/>
                </a:lnTo>
                <a:lnTo>
                  <a:pt x="1452" y="25"/>
                </a:lnTo>
                <a:lnTo>
                  <a:pt x="1567" y="152"/>
                </a:lnTo>
                <a:lnTo>
                  <a:pt x="1700" y="127"/>
                </a:lnTo>
                <a:lnTo>
                  <a:pt x="1782" y="172"/>
                </a:lnTo>
                <a:lnTo>
                  <a:pt x="1990" y="162"/>
                </a:lnTo>
                <a:lnTo>
                  <a:pt x="2147" y="210"/>
                </a:lnTo>
                <a:lnTo>
                  <a:pt x="2132" y="280"/>
                </a:lnTo>
                <a:lnTo>
                  <a:pt x="2000" y="325"/>
                </a:lnTo>
                <a:lnTo>
                  <a:pt x="2022" y="370"/>
                </a:lnTo>
                <a:lnTo>
                  <a:pt x="1965" y="395"/>
                </a:lnTo>
                <a:lnTo>
                  <a:pt x="1962" y="485"/>
                </a:lnTo>
                <a:lnTo>
                  <a:pt x="1910" y="545"/>
                </a:lnTo>
                <a:lnTo>
                  <a:pt x="1890" y="490"/>
                </a:lnTo>
                <a:lnTo>
                  <a:pt x="1917" y="437"/>
                </a:lnTo>
                <a:lnTo>
                  <a:pt x="1912" y="330"/>
                </a:lnTo>
                <a:lnTo>
                  <a:pt x="1860" y="385"/>
                </a:lnTo>
                <a:lnTo>
                  <a:pt x="1820" y="415"/>
                </a:lnTo>
                <a:lnTo>
                  <a:pt x="1780" y="367"/>
                </a:lnTo>
                <a:lnTo>
                  <a:pt x="1752" y="490"/>
                </a:lnTo>
                <a:lnTo>
                  <a:pt x="1782" y="490"/>
                </a:lnTo>
                <a:lnTo>
                  <a:pt x="1775" y="570"/>
                </a:lnTo>
                <a:lnTo>
                  <a:pt x="1740" y="657"/>
                </a:lnTo>
                <a:lnTo>
                  <a:pt x="1695" y="690"/>
                </a:lnTo>
                <a:lnTo>
                  <a:pt x="1732" y="747"/>
                </a:lnTo>
                <a:lnTo>
                  <a:pt x="1707" y="787"/>
                </a:lnTo>
                <a:lnTo>
                  <a:pt x="1700" y="752"/>
                </a:lnTo>
                <a:lnTo>
                  <a:pt x="1700" y="740"/>
                </a:lnTo>
                <a:lnTo>
                  <a:pt x="1670" y="720"/>
                </a:lnTo>
                <a:lnTo>
                  <a:pt x="1625" y="747"/>
                </a:lnTo>
                <a:lnTo>
                  <a:pt x="1665" y="842"/>
                </a:lnTo>
                <a:lnTo>
                  <a:pt x="1680" y="890"/>
                </a:lnTo>
                <a:lnTo>
                  <a:pt x="1630" y="1020"/>
                </a:lnTo>
                <a:lnTo>
                  <a:pt x="1542" y="1057"/>
                </a:lnTo>
                <a:lnTo>
                  <a:pt x="1467" y="1050"/>
                </a:lnTo>
                <a:lnTo>
                  <a:pt x="1505" y="1105"/>
                </a:lnTo>
                <a:lnTo>
                  <a:pt x="1507" y="1180"/>
                </a:lnTo>
                <a:lnTo>
                  <a:pt x="1455" y="1267"/>
                </a:lnTo>
                <a:lnTo>
                  <a:pt x="1395" y="1220"/>
                </a:lnTo>
                <a:lnTo>
                  <a:pt x="1387" y="1270"/>
                </a:lnTo>
                <a:lnTo>
                  <a:pt x="1432" y="1315"/>
                </a:lnTo>
                <a:lnTo>
                  <a:pt x="1470" y="1380"/>
                </a:lnTo>
                <a:lnTo>
                  <a:pt x="1407" y="1340"/>
                </a:lnTo>
                <a:lnTo>
                  <a:pt x="1332" y="1122"/>
                </a:lnTo>
                <a:lnTo>
                  <a:pt x="1240" y="1065"/>
                </a:lnTo>
                <a:lnTo>
                  <a:pt x="1172" y="1070"/>
                </a:lnTo>
                <a:lnTo>
                  <a:pt x="1085" y="1192"/>
                </a:lnTo>
                <a:lnTo>
                  <a:pt x="1097" y="1237"/>
                </a:lnTo>
                <a:lnTo>
                  <a:pt x="1067" y="1325"/>
                </a:lnTo>
                <a:lnTo>
                  <a:pt x="1040" y="1325"/>
                </a:lnTo>
                <a:lnTo>
                  <a:pt x="940" y="1142"/>
                </a:lnTo>
                <a:lnTo>
                  <a:pt x="940" y="1062"/>
                </a:lnTo>
                <a:lnTo>
                  <a:pt x="920" y="1092"/>
                </a:lnTo>
                <a:lnTo>
                  <a:pt x="862" y="1090"/>
                </a:lnTo>
                <a:lnTo>
                  <a:pt x="885" y="1040"/>
                </a:lnTo>
                <a:lnTo>
                  <a:pt x="797" y="977"/>
                </a:lnTo>
                <a:lnTo>
                  <a:pt x="687" y="977"/>
                </a:lnTo>
                <a:lnTo>
                  <a:pt x="595" y="915"/>
                </a:lnTo>
                <a:lnTo>
                  <a:pt x="587" y="977"/>
                </a:lnTo>
                <a:lnTo>
                  <a:pt x="665" y="1035"/>
                </a:lnTo>
                <a:lnTo>
                  <a:pt x="692" y="1035"/>
                </a:lnTo>
                <a:lnTo>
                  <a:pt x="612" y="1112"/>
                </a:lnTo>
                <a:lnTo>
                  <a:pt x="535" y="1130"/>
                </a:lnTo>
                <a:lnTo>
                  <a:pt x="535" y="1085"/>
                </a:lnTo>
                <a:lnTo>
                  <a:pt x="422" y="930"/>
                </a:lnTo>
                <a:lnTo>
                  <a:pt x="407" y="887"/>
                </a:lnTo>
                <a:lnTo>
                  <a:pt x="467" y="837"/>
                </a:lnTo>
                <a:lnTo>
                  <a:pt x="460" y="775"/>
                </a:lnTo>
                <a:lnTo>
                  <a:pt x="460" y="705"/>
                </a:lnTo>
                <a:lnTo>
                  <a:pt x="492" y="690"/>
                </a:lnTo>
                <a:lnTo>
                  <a:pt x="460" y="657"/>
                </a:lnTo>
                <a:lnTo>
                  <a:pt x="460" y="405"/>
                </a:lnTo>
                <a:lnTo>
                  <a:pt x="302" y="405"/>
                </a:lnTo>
                <a:lnTo>
                  <a:pt x="347" y="345"/>
                </a:lnTo>
                <a:lnTo>
                  <a:pt x="345" y="325"/>
                </a:lnTo>
                <a:lnTo>
                  <a:pt x="292" y="375"/>
                </a:lnTo>
                <a:lnTo>
                  <a:pt x="275" y="405"/>
                </a:lnTo>
                <a:lnTo>
                  <a:pt x="195" y="405"/>
                </a:lnTo>
              </a:path>
              <a:path w="2147" h="1380">
                <a:moveTo>
                  <a:pt x="1847" y="565"/>
                </a:moveTo>
                <a:lnTo>
                  <a:pt x="1847" y="600"/>
                </a:lnTo>
                <a:lnTo>
                  <a:pt x="1832" y="622"/>
                </a:lnTo>
                <a:lnTo>
                  <a:pt x="1837" y="660"/>
                </a:lnTo>
                <a:lnTo>
                  <a:pt x="1817" y="710"/>
                </a:lnTo>
                <a:lnTo>
                  <a:pt x="1790" y="757"/>
                </a:lnTo>
                <a:lnTo>
                  <a:pt x="1747" y="787"/>
                </a:lnTo>
                <a:lnTo>
                  <a:pt x="1735" y="840"/>
                </a:lnTo>
                <a:lnTo>
                  <a:pt x="1752" y="845"/>
                </a:lnTo>
                <a:lnTo>
                  <a:pt x="1752" y="795"/>
                </a:lnTo>
                <a:lnTo>
                  <a:pt x="1812" y="792"/>
                </a:lnTo>
                <a:lnTo>
                  <a:pt x="1857" y="760"/>
                </a:lnTo>
                <a:lnTo>
                  <a:pt x="1857" y="692"/>
                </a:lnTo>
                <a:lnTo>
                  <a:pt x="1872" y="667"/>
                </a:lnTo>
                <a:lnTo>
                  <a:pt x="1850" y="625"/>
                </a:lnTo>
                <a:lnTo>
                  <a:pt x="1882" y="612"/>
                </a:lnTo>
                <a:lnTo>
                  <a:pt x="1902" y="577"/>
                </a:lnTo>
                <a:lnTo>
                  <a:pt x="1857" y="582"/>
                </a:lnTo>
                <a:lnTo>
                  <a:pt x="1847" y="5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86" name="path"/>
          <p:cNvSpPr/>
          <p:nvPr/>
        </p:nvSpPr>
        <p:spPr>
          <a:xfrm>
            <a:off x="8572500" y="5810250"/>
            <a:ext cx="88900" cy="114300"/>
          </a:xfrm>
          <a:custGeom>
            <a:avLst/>
            <a:gdLst/>
            <a:ahLst/>
            <a:cxnLst/>
            <a:rect l="0" t="0" r="0" b="0"/>
            <a:pathLst>
              <a:path w="140" h="180">
                <a:moveTo>
                  <a:pt x="85" y="0"/>
                </a:moveTo>
                <a:lnTo>
                  <a:pt x="140" y="52"/>
                </a:lnTo>
                <a:lnTo>
                  <a:pt x="27" y="180"/>
                </a:lnTo>
                <a:lnTo>
                  <a:pt x="0" y="150"/>
                </a:lnTo>
                <a:lnTo>
                  <a:pt x="80" y="70"/>
                </a:lnTo>
                <a:lnTo>
                  <a:pt x="85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textbox 88"/>
          <p:cNvSpPr/>
          <p:nvPr/>
        </p:nvSpPr>
        <p:spPr>
          <a:xfrm>
            <a:off x="8273089" y="6556164"/>
            <a:ext cx="106679" cy="1879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60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lang="en-US" altLang="en-US" sz="1400" dirty="0"/>
          </a:p>
        </p:txBody>
      </p:sp>
      <p:sp>
        <p:nvSpPr>
          <p:cNvPr id="90" name="rect"/>
          <p:cNvSpPr/>
          <p:nvPr/>
        </p:nvSpPr>
        <p:spPr>
          <a:xfrm>
            <a:off x="7885112" y="5584825"/>
            <a:ext cx="25400" cy="39687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2" name="rect"/>
          <p:cNvSpPr/>
          <p:nvPr/>
        </p:nvSpPr>
        <p:spPr>
          <a:xfrm>
            <a:off x="8461375" y="5981700"/>
            <a:ext cx="25400" cy="30162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479577" y="553225"/>
            <a:ext cx="8099425" cy="37795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315595" algn="l" rtl="0" eaLnBrk="0">
              <a:lnSpc>
                <a:spcPct val="96000"/>
              </a:lnSpc>
            </a:pPr>
            <a:r>
              <a:rPr sz="4400" u="sng" kern="0" spc="-2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</a:t>
            </a:r>
            <a:r>
              <a:rPr sz="4400" b="1" u="sng" kern="0" spc="-2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4400" u="sng" kern="0" spc="-2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</a:t>
            </a:r>
            <a:endParaRPr lang="en-US" altLang="en-US" sz="4400" dirty="0"/>
          </a:p>
          <a:p>
            <a:pPr algn="l" rtl="0" eaLnBrk="0">
              <a:lnSpc>
                <a:spcPct val="145000"/>
              </a:lnSpc>
            </a:pPr>
            <a:endParaRPr lang="en-US" altLang="en-US" sz="1000" dirty="0"/>
          </a:p>
          <a:p>
            <a:pPr marL="342265" indent="-329565" algn="l" rtl="0" eaLnBrk="0">
              <a:lnSpc>
                <a:spcPct val="132000"/>
              </a:lnSpc>
              <a:spcBef>
                <a:spcPts val="700"/>
              </a:spcBef>
            </a:pPr>
            <a:r>
              <a:rPr sz="17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0" dirty="0">
                <a:solidFill>
                  <a:srgbClr val="FFFF7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300" kern="0" spc="10" dirty="0">
                <a:ln w="8717" cap="flat" cmpd="sng">
                  <a:solidFill>
                    <a:srgbClr val="FFFF7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7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sz="2300" kern="0" spc="1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000" kern="0" spc="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是一种串行通信接口，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000" kern="0" spc="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端口类型为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EIA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TIA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-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232 DCE</a:t>
            </a:r>
            <a:r>
              <a:rPr sz="2000" b="1" kern="0" spc="-2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。通过用户终端的串行端口可以与设备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上的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口直接连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接，以实现对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设备的本地配置。</a:t>
            </a:r>
            <a:endParaRPr lang="en-US" altLang="en-US" sz="20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algn="l" rtl="0" eaLnBrk="0">
              <a:lnSpc>
                <a:spcPct val="116000"/>
              </a:lnSpc>
            </a:pPr>
            <a:endParaRPr lang="en-US" altLang="en-US" sz="500" dirty="0"/>
          </a:p>
          <a:p>
            <a:pPr marL="345440" indent="-332740" algn="l" rtl="0" eaLnBrk="0">
              <a:lnSpc>
                <a:spcPct val="132000"/>
              </a:lnSpc>
              <a:spcBef>
                <a:spcPts val="5"/>
              </a:spcBef>
            </a:pPr>
            <a:r>
              <a:rPr sz="17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 </a:t>
            </a:r>
            <a:r>
              <a:rPr sz="2300" b="1" kern="0" spc="-10" dirty="0">
                <a:solidFill>
                  <a:srgbClr val="FFFF7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300" kern="0" spc="-1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远程通信网络协议（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Telecommunication Network Protocol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的简称，是一种传输控制协议（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TCP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）连接，用来传输数据和少量的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控制信息。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采用客户端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</a:t>
            </a: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模式。</a:t>
            </a:r>
            <a:endParaRPr lang="en-US" altLang="en-US" sz="2000" dirty="0"/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429125"/>
            <a:ext cx="1887537" cy="201930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479577" y="4577511"/>
            <a:ext cx="8078469" cy="8350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2000"/>
              </a:lnSpc>
            </a:pPr>
            <a:endParaRPr lang="en-US" altLang="en-US" sz="100" dirty="0"/>
          </a:p>
          <a:p>
            <a:pPr marL="346075" indent="-333375" algn="l" rtl="0" eaLnBrk="0">
              <a:lnSpc>
                <a:spcPct val="124000"/>
              </a:lnSpc>
            </a:pPr>
            <a:r>
              <a:rPr sz="17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25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0" dirty="0">
                <a:solidFill>
                  <a:srgbClr val="FFFF7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AUX</a:t>
            </a:r>
            <a:r>
              <a:rPr sz="2300" kern="0" spc="10" dirty="0">
                <a:ln w="8717" cap="flat" cmpd="sng">
                  <a:solidFill>
                    <a:srgbClr val="FFFF7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7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sz="2300" kern="0" spc="1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000" kern="0" spc="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备份口，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AUX</a:t>
            </a:r>
            <a:r>
              <a:rPr sz="2000" kern="0" spc="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端口类型为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EIA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TIA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-232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DTE</a:t>
            </a:r>
            <a:r>
              <a:rPr sz="2000" b="1" kern="0" spc="-2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，通常用于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Modem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进行拨号访问。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   </a:t>
            </a:r>
            <a:endParaRPr lang="en-US" altLang="en-US" sz="2000" dirty="0"/>
          </a:p>
        </p:txBody>
      </p:sp>
      <p:sp>
        <p:nvSpPr>
          <p:cNvPr id="102" name="path"/>
          <p:cNvSpPr/>
          <p:nvPr/>
        </p:nvSpPr>
        <p:spPr>
          <a:xfrm>
            <a:off x="8275870" y="5106987"/>
            <a:ext cx="106362" cy="177800"/>
          </a:xfrm>
          <a:custGeom>
            <a:avLst/>
            <a:gdLst/>
            <a:ahLst/>
            <a:cxnLst/>
            <a:rect l="0" t="0" r="0" b="0"/>
            <a:pathLst>
              <a:path w="167" h="280">
                <a:moveTo>
                  <a:pt x="112" y="0"/>
                </a:moveTo>
                <a:lnTo>
                  <a:pt x="112" y="35"/>
                </a:lnTo>
                <a:lnTo>
                  <a:pt x="97" y="57"/>
                </a:lnTo>
                <a:lnTo>
                  <a:pt x="102" y="95"/>
                </a:lnTo>
                <a:lnTo>
                  <a:pt x="82" y="145"/>
                </a:lnTo>
                <a:lnTo>
                  <a:pt x="55" y="192"/>
                </a:lnTo>
                <a:lnTo>
                  <a:pt x="12" y="222"/>
                </a:lnTo>
                <a:lnTo>
                  <a:pt x="0" y="275"/>
                </a:lnTo>
                <a:lnTo>
                  <a:pt x="17" y="280"/>
                </a:lnTo>
                <a:lnTo>
                  <a:pt x="17" y="230"/>
                </a:lnTo>
                <a:lnTo>
                  <a:pt x="77" y="227"/>
                </a:lnTo>
                <a:lnTo>
                  <a:pt x="122" y="195"/>
                </a:lnTo>
                <a:lnTo>
                  <a:pt x="122" y="127"/>
                </a:lnTo>
                <a:lnTo>
                  <a:pt x="137" y="102"/>
                </a:lnTo>
                <a:lnTo>
                  <a:pt x="115" y="60"/>
                </a:lnTo>
                <a:lnTo>
                  <a:pt x="147" y="47"/>
                </a:lnTo>
                <a:lnTo>
                  <a:pt x="167" y="12"/>
                </a:lnTo>
                <a:lnTo>
                  <a:pt x="122" y="17"/>
                </a:lnTo>
                <a:lnTo>
                  <a:pt x="112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path"/>
          <p:cNvSpPr/>
          <p:nvPr/>
        </p:nvSpPr>
        <p:spPr>
          <a:xfrm>
            <a:off x="7174145" y="5008562"/>
            <a:ext cx="290512" cy="263525"/>
          </a:xfrm>
          <a:custGeom>
            <a:avLst/>
            <a:gdLst/>
            <a:ahLst/>
            <a:cxnLst/>
            <a:rect l="0" t="0" r="0" b="0"/>
            <a:pathLst>
              <a:path w="457" h="415">
                <a:moveTo>
                  <a:pt x="180" y="320"/>
                </a:moveTo>
                <a:lnTo>
                  <a:pt x="180" y="360"/>
                </a:lnTo>
                <a:lnTo>
                  <a:pt x="180" y="335"/>
                </a:lnTo>
                <a:lnTo>
                  <a:pt x="180" y="320"/>
                </a:lnTo>
              </a:path>
              <a:path w="457" h="415">
                <a:moveTo>
                  <a:pt x="222" y="375"/>
                </a:moveTo>
                <a:lnTo>
                  <a:pt x="262" y="375"/>
                </a:lnTo>
                <a:lnTo>
                  <a:pt x="262" y="415"/>
                </a:lnTo>
                <a:lnTo>
                  <a:pt x="222" y="375"/>
                </a:lnTo>
              </a:path>
              <a:path w="457" h="415">
                <a:moveTo>
                  <a:pt x="457" y="300"/>
                </a:moveTo>
                <a:lnTo>
                  <a:pt x="422" y="300"/>
                </a:lnTo>
                <a:lnTo>
                  <a:pt x="402" y="322"/>
                </a:lnTo>
                <a:lnTo>
                  <a:pt x="390" y="322"/>
                </a:lnTo>
                <a:lnTo>
                  <a:pt x="380" y="332"/>
                </a:lnTo>
                <a:lnTo>
                  <a:pt x="367" y="332"/>
                </a:lnTo>
                <a:lnTo>
                  <a:pt x="367" y="362"/>
                </a:lnTo>
                <a:lnTo>
                  <a:pt x="387" y="385"/>
                </a:lnTo>
                <a:lnTo>
                  <a:pt x="440" y="385"/>
                </a:lnTo>
                <a:lnTo>
                  <a:pt x="457" y="362"/>
                </a:lnTo>
                <a:lnTo>
                  <a:pt x="457" y="300"/>
                </a:lnTo>
              </a:path>
              <a:path w="457" h="415">
                <a:moveTo>
                  <a:pt x="147" y="120"/>
                </a:moveTo>
                <a:lnTo>
                  <a:pt x="127" y="107"/>
                </a:lnTo>
                <a:lnTo>
                  <a:pt x="127" y="55"/>
                </a:lnTo>
                <a:lnTo>
                  <a:pt x="137" y="42"/>
                </a:lnTo>
                <a:lnTo>
                  <a:pt x="120" y="42"/>
                </a:lnTo>
                <a:lnTo>
                  <a:pt x="130" y="30"/>
                </a:lnTo>
                <a:lnTo>
                  <a:pt x="117" y="30"/>
                </a:lnTo>
                <a:lnTo>
                  <a:pt x="102" y="45"/>
                </a:lnTo>
                <a:lnTo>
                  <a:pt x="102" y="77"/>
                </a:lnTo>
                <a:lnTo>
                  <a:pt x="110" y="85"/>
                </a:lnTo>
                <a:lnTo>
                  <a:pt x="110" y="100"/>
                </a:lnTo>
                <a:lnTo>
                  <a:pt x="105" y="100"/>
                </a:lnTo>
                <a:lnTo>
                  <a:pt x="92" y="112"/>
                </a:lnTo>
                <a:lnTo>
                  <a:pt x="92" y="125"/>
                </a:lnTo>
                <a:lnTo>
                  <a:pt x="77" y="147"/>
                </a:lnTo>
                <a:lnTo>
                  <a:pt x="130" y="147"/>
                </a:lnTo>
                <a:lnTo>
                  <a:pt x="147" y="120"/>
                </a:lnTo>
              </a:path>
              <a:path w="457" h="415">
                <a:moveTo>
                  <a:pt x="87" y="82"/>
                </a:moveTo>
                <a:lnTo>
                  <a:pt x="95" y="82"/>
                </a:lnTo>
                <a:lnTo>
                  <a:pt x="95" y="70"/>
                </a:lnTo>
                <a:lnTo>
                  <a:pt x="80" y="70"/>
                </a:lnTo>
                <a:lnTo>
                  <a:pt x="55" y="95"/>
                </a:lnTo>
                <a:lnTo>
                  <a:pt x="55" y="110"/>
                </a:lnTo>
                <a:lnTo>
                  <a:pt x="77" y="110"/>
                </a:lnTo>
                <a:lnTo>
                  <a:pt x="87" y="97"/>
                </a:lnTo>
                <a:lnTo>
                  <a:pt x="87" y="82"/>
                </a:lnTo>
              </a:path>
              <a:path w="457" h="415">
                <a:moveTo>
                  <a:pt x="300" y="0"/>
                </a:moveTo>
                <a:lnTo>
                  <a:pt x="300" y="25"/>
                </a:lnTo>
                <a:lnTo>
                  <a:pt x="310" y="35"/>
                </a:lnTo>
                <a:lnTo>
                  <a:pt x="360" y="35"/>
                </a:lnTo>
                <a:lnTo>
                  <a:pt x="360" y="50"/>
                </a:lnTo>
                <a:lnTo>
                  <a:pt x="322" y="50"/>
                </a:lnTo>
                <a:lnTo>
                  <a:pt x="322" y="92"/>
                </a:lnTo>
                <a:lnTo>
                  <a:pt x="307" y="72"/>
                </a:lnTo>
                <a:lnTo>
                  <a:pt x="307" y="100"/>
                </a:lnTo>
                <a:lnTo>
                  <a:pt x="285" y="125"/>
                </a:lnTo>
                <a:lnTo>
                  <a:pt x="272" y="110"/>
                </a:lnTo>
                <a:lnTo>
                  <a:pt x="250" y="127"/>
                </a:lnTo>
                <a:lnTo>
                  <a:pt x="247" y="122"/>
                </a:lnTo>
                <a:lnTo>
                  <a:pt x="220" y="122"/>
                </a:lnTo>
                <a:lnTo>
                  <a:pt x="235" y="105"/>
                </a:lnTo>
                <a:lnTo>
                  <a:pt x="235" y="97"/>
                </a:lnTo>
                <a:lnTo>
                  <a:pt x="220" y="85"/>
                </a:lnTo>
                <a:lnTo>
                  <a:pt x="220" y="65"/>
                </a:lnTo>
                <a:lnTo>
                  <a:pt x="202" y="85"/>
                </a:lnTo>
                <a:lnTo>
                  <a:pt x="202" y="122"/>
                </a:lnTo>
                <a:lnTo>
                  <a:pt x="182" y="122"/>
                </a:lnTo>
                <a:lnTo>
                  <a:pt x="155" y="150"/>
                </a:lnTo>
                <a:lnTo>
                  <a:pt x="145" y="150"/>
                </a:lnTo>
                <a:lnTo>
                  <a:pt x="130" y="167"/>
                </a:lnTo>
                <a:lnTo>
                  <a:pt x="75" y="167"/>
                </a:lnTo>
                <a:lnTo>
                  <a:pt x="95" y="192"/>
                </a:lnTo>
                <a:lnTo>
                  <a:pt x="95" y="232"/>
                </a:lnTo>
                <a:lnTo>
                  <a:pt x="75" y="255"/>
                </a:lnTo>
                <a:lnTo>
                  <a:pt x="55" y="232"/>
                </a:lnTo>
                <a:lnTo>
                  <a:pt x="12" y="232"/>
                </a:lnTo>
                <a:lnTo>
                  <a:pt x="12" y="260"/>
                </a:lnTo>
                <a:lnTo>
                  <a:pt x="0" y="277"/>
                </a:lnTo>
                <a:lnTo>
                  <a:pt x="0" y="315"/>
                </a:lnTo>
                <a:lnTo>
                  <a:pt x="25" y="345"/>
                </a:lnTo>
                <a:lnTo>
                  <a:pt x="65" y="345"/>
                </a:lnTo>
                <a:lnTo>
                  <a:pt x="125" y="272"/>
                </a:lnTo>
                <a:lnTo>
                  <a:pt x="180" y="272"/>
                </a:lnTo>
                <a:lnTo>
                  <a:pt x="187" y="257"/>
                </a:lnTo>
                <a:lnTo>
                  <a:pt x="200" y="272"/>
                </a:lnTo>
                <a:lnTo>
                  <a:pt x="197" y="287"/>
                </a:lnTo>
                <a:lnTo>
                  <a:pt x="247" y="337"/>
                </a:lnTo>
                <a:lnTo>
                  <a:pt x="247" y="357"/>
                </a:lnTo>
                <a:lnTo>
                  <a:pt x="260" y="350"/>
                </a:lnTo>
                <a:lnTo>
                  <a:pt x="252" y="337"/>
                </a:lnTo>
                <a:lnTo>
                  <a:pt x="260" y="330"/>
                </a:lnTo>
                <a:lnTo>
                  <a:pt x="267" y="337"/>
                </a:lnTo>
                <a:lnTo>
                  <a:pt x="272" y="335"/>
                </a:lnTo>
                <a:lnTo>
                  <a:pt x="220" y="270"/>
                </a:lnTo>
                <a:lnTo>
                  <a:pt x="220" y="247"/>
                </a:lnTo>
                <a:lnTo>
                  <a:pt x="235" y="247"/>
                </a:lnTo>
                <a:lnTo>
                  <a:pt x="235" y="260"/>
                </a:lnTo>
                <a:lnTo>
                  <a:pt x="285" y="317"/>
                </a:lnTo>
                <a:lnTo>
                  <a:pt x="285" y="335"/>
                </a:lnTo>
                <a:lnTo>
                  <a:pt x="307" y="360"/>
                </a:lnTo>
                <a:lnTo>
                  <a:pt x="302" y="365"/>
                </a:lnTo>
                <a:lnTo>
                  <a:pt x="317" y="385"/>
                </a:lnTo>
                <a:lnTo>
                  <a:pt x="342" y="357"/>
                </a:lnTo>
                <a:lnTo>
                  <a:pt x="327" y="340"/>
                </a:lnTo>
                <a:lnTo>
                  <a:pt x="342" y="325"/>
                </a:lnTo>
                <a:lnTo>
                  <a:pt x="360" y="325"/>
                </a:lnTo>
                <a:lnTo>
                  <a:pt x="370" y="315"/>
                </a:lnTo>
                <a:lnTo>
                  <a:pt x="382" y="315"/>
                </a:lnTo>
                <a:lnTo>
                  <a:pt x="367" y="292"/>
                </a:lnTo>
                <a:lnTo>
                  <a:pt x="375" y="282"/>
                </a:lnTo>
                <a:lnTo>
                  <a:pt x="375" y="245"/>
                </a:lnTo>
                <a:lnTo>
                  <a:pt x="392" y="225"/>
                </a:lnTo>
                <a:lnTo>
                  <a:pt x="400" y="232"/>
                </a:lnTo>
                <a:lnTo>
                  <a:pt x="415" y="232"/>
                </a:lnTo>
                <a:lnTo>
                  <a:pt x="407" y="242"/>
                </a:lnTo>
                <a:lnTo>
                  <a:pt x="422" y="257"/>
                </a:lnTo>
                <a:lnTo>
                  <a:pt x="430" y="245"/>
                </a:lnTo>
                <a:lnTo>
                  <a:pt x="442" y="245"/>
                </a:lnTo>
                <a:lnTo>
                  <a:pt x="442" y="237"/>
                </a:lnTo>
                <a:lnTo>
                  <a:pt x="437" y="237"/>
                </a:lnTo>
                <a:lnTo>
                  <a:pt x="427" y="232"/>
                </a:lnTo>
                <a:lnTo>
                  <a:pt x="450" y="202"/>
                </a:lnTo>
                <a:lnTo>
                  <a:pt x="450" y="245"/>
                </a:lnTo>
                <a:lnTo>
                  <a:pt x="457" y="245"/>
                </a:lnTo>
                <a:lnTo>
                  <a:pt x="457" y="0"/>
                </a:lnTo>
                <a:lnTo>
                  <a:pt x="30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2714485" y="659296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endParaRPr lang="en-US" altLang="en-US" sz="1400" dirty="0"/>
          </a:p>
        </p:txBody>
      </p:sp>
      <p:sp>
        <p:nvSpPr>
          <p:cNvPr id="112" name="path"/>
          <p:cNvSpPr/>
          <p:nvPr/>
        </p:nvSpPr>
        <p:spPr>
          <a:xfrm>
            <a:off x="8047037" y="5549900"/>
            <a:ext cx="466725" cy="417512"/>
          </a:xfrm>
          <a:custGeom>
            <a:avLst/>
            <a:gdLst/>
            <a:ahLst/>
            <a:cxnLst/>
            <a:rect l="0" t="0" r="0" b="0"/>
            <a:pathLst>
              <a:path w="735" h="657">
                <a:moveTo>
                  <a:pt x="187" y="85"/>
                </a:moveTo>
                <a:lnTo>
                  <a:pt x="230" y="85"/>
                </a:lnTo>
                <a:lnTo>
                  <a:pt x="280" y="0"/>
                </a:lnTo>
                <a:lnTo>
                  <a:pt x="307" y="50"/>
                </a:lnTo>
                <a:lnTo>
                  <a:pt x="285" y="172"/>
                </a:lnTo>
                <a:lnTo>
                  <a:pt x="195" y="142"/>
                </a:lnTo>
                <a:lnTo>
                  <a:pt x="187" y="85"/>
                </a:lnTo>
              </a:path>
              <a:path w="735" h="657">
                <a:moveTo>
                  <a:pt x="442" y="105"/>
                </a:moveTo>
                <a:lnTo>
                  <a:pt x="430" y="67"/>
                </a:lnTo>
                <a:lnTo>
                  <a:pt x="497" y="82"/>
                </a:lnTo>
                <a:lnTo>
                  <a:pt x="597" y="122"/>
                </a:lnTo>
                <a:lnTo>
                  <a:pt x="597" y="152"/>
                </a:lnTo>
                <a:lnTo>
                  <a:pt x="637" y="232"/>
                </a:lnTo>
                <a:lnTo>
                  <a:pt x="560" y="157"/>
                </a:lnTo>
                <a:lnTo>
                  <a:pt x="507" y="162"/>
                </a:lnTo>
                <a:lnTo>
                  <a:pt x="442" y="105"/>
                </a:lnTo>
              </a:path>
              <a:path w="735" h="657">
                <a:moveTo>
                  <a:pt x="0" y="122"/>
                </a:moveTo>
                <a:lnTo>
                  <a:pt x="57" y="135"/>
                </a:lnTo>
                <a:lnTo>
                  <a:pt x="145" y="195"/>
                </a:lnTo>
                <a:lnTo>
                  <a:pt x="132" y="230"/>
                </a:lnTo>
                <a:lnTo>
                  <a:pt x="205" y="260"/>
                </a:lnTo>
                <a:lnTo>
                  <a:pt x="392" y="260"/>
                </a:lnTo>
                <a:lnTo>
                  <a:pt x="187" y="290"/>
                </a:lnTo>
                <a:lnTo>
                  <a:pt x="132" y="230"/>
                </a:lnTo>
                <a:lnTo>
                  <a:pt x="80" y="217"/>
                </a:lnTo>
                <a:lnTo>
                  <a:pt x="0" y="122"/>
                </a:lnTo>
              </a:path>
              <a:path w="735" h="657">
                <a:moveTo>
                  <a:pt x="665" y="647"/>
                </a:moveTo>
                <a:lnTo>
                  <a:pt x="652" y="650"/>
                </a:lnTo>
                <a:lnTo>
                  <a:pt x="645" y="657"/>
                </a:lnTo>
                <a:lnTo>
                  <a:pt x="632" y="642"/>
                </a:lnTo>
                <a:lnTo>
                  <a:pt x="595" y="625"/>
                </a:lnTo>
                <a:lnTo>
                  <a:pt x="590" y="597"/>
                </a:lnTo>
                <a:lnTo>
                  <a:pt x="577" y="587"/>
                </a:lnTo>
                <a:lnTo>
                  <a:pt x="545" y="587"/>
                </a:lnTo>
                <a:lnTo>
                  <a:pt x="545" y="567"/>
                </a:lnTo>
                <a:lnTo>
                  <a:pt x="535" y="560"/>
                </a:lnTo>
                <a:lnTo>
                  <a:pt x="532" y="542"/>
                </a:lnTo>
                <a:lnTo>
                  <a:pt x="510" y="540"/>
                </a:lnTo>
                <a:lnTo>
                  <a:pt x="490" y="535"/>
                </a:lnTo>
                <a:lnTo>
                  <a:pt x="470" y="540"/>
                </a:lnTo>
                <a:lnTo>
                  <a:pt x="470" y="542"/>
                </a:lnTo>
                <a:lnTo>
                  <a:pt x="425" y="557"/>
                </a:lnTo>
                <a:lnTo>
                  <a:pt x="425" y="565"/>
                </a:lnTo>
                <a:lnTo>
                  <a:pt x="385" y="565"/>
                </a:lnTo>
                <a:lnTo>
                  <a:pt x="365" y="577"/>
                </a:lnTo>
                <a:lnTo>
                  <a:pt x="340" y="565"/>
                </a:lnTo>
                <a:lnTo>
                  <a:pt x="340" y="560"/>
                </a:lnTo>
                <a:lnTo>
                  <a:pt x="340" y="535"/>
                </a:lnTo>
                <a:lnTo>
                  <a:pt x="332" y="510"/>
                </a:lnTo>
                <a:lnTo>
                  <a:pt x="322" y="490"/>
                </a:lnTo>
                <a:lnTo>
                  <a:pt x="327" y="472"/>
                </a:lnTo>
                <a:lnTo>
                  <a:pt x="320" y="465"/>
                </a:lnTo>
                <a:lnTo>
                  <a:pt x="315" y="427"/>
                </a:lnTo>
                <a:lnTo>
                  <a:pt x="320" y="402"/>
                </a:lnTo>
                <a:lnTo>
                  <a:pt x="342" y="382"/>
                </a:lnTo>
                <a:lnTo>
                  <a:pt x="392" y="370"/>
                </a:lnTo>
                <a:lnTo>
                  <a:pt x="405" y="352"/>
                </a:lnTo>
                <a:lnTo>
                  <a:pt x="400" y="335"/>
                </a:lnTo>
                <a:lnTo>
                  <a:pt x="412" y="330"/>
                </a:lnTo>
                <a:lnTo>
                  <a:pt x="415" y="337"/>
                </a:lnTo>
                <a:lnTo>
                  <a:pt x="420" y="325"/>
                </a:lnTo>
                <a:lnTo>
                  <a:pt x="452" y="300"/>
                </a:lnTo>
                <a:lnTo>
                  <a:pt x="470" y="312"/>
                </a:lnTo>
                <a:lnTo>
                  <a:pt x="490" y="305"/>
                </a:lnTo>
                <a:lnTo>
                  <a:pt x="495" y="285"/>
                </a:lnTo>
                <a:lnTo>
                  <a:pt x="515" y="280"/>
                </a:lnTo>
                <a:lnTo>
                  <a:pt x="510" y="265"/>
                </a:lnTo>
                <a:lnTo>
                  <a:pt x="537" y="275"/>
                </a:lnTo>
                <a:lnTo>
                  <a:pt x="560" y="270"/>
                </a:lnTo>
                <a:lnTo>
                  <a:pt x="572" y="322"/>
                </a:lnTo>
                <a:lnTo>
                  <a:pt x="590" y="337"/>
                </a:lnTo>
                <a:lnTo>
                  <a:pt x="605" y="337"/>
                </a:lnTo>
                <a:lnTo>
                  <a:pt x="612" y="305"/>
                </a:lnTo>
                <a:lnTo>
                  <a:pt x="607" y="290"/>
                </a:lnTo>
                <a:lnTo>
                  <a:pt x="612" y="265"/>
                </a:lnTo>
                <a:lnTo>
                  <a:pt x="620" y="262"/>
                </a:lnTo>
                <a:lnTo>
                  <a:pt x="632" y="292"/>
                </a:lnTo>
                <a:lnTo>
                  <a:pt x="645" y="300"/>
                </a:lnTo>
                <a:lnTo>
                  <a:pt x="652" y="330"/>
                </a:lnTo>
                <a:lnTo>
                  <a:pt x="665" y="370"/>
                </a:lnTo>
                <a:lnTo>
                  <a:pt x="682" y="380"/>
                </a:lnTo>
                <a:lnTo>
                  <a:pt x="705" y="410"/>
                </a:lnTo>
                <a:lnTo>
                  <a:pt x="707" y="425"/>
                </a:lnTo>
                <a:lnTo>
                  <a:pt x="727" y="442"/>
                </a:lnTo>
                <a:lnTo>
                  <a:pt x="735" y="475"/>
                </a:lnTo>
                <a:lnTo>
                  <a:pt x="735" y="500"/>
                </a:lnTo>
                <a:lnTo>
                  <a:pt x="727" y="540"/>
                </a:lnTo>
                <a:lnTo>
                  <a:pt x="707" y="565"/>
                </a:lnTo>
                <a:lnTo>
                  <a:pt x="702" y="597"/>
                </a:lnTo>
                <a:lnTo>
                  <a:pt x="702" y="625"/>
                </a:lnTo>
                <a:lnTo>
                  <a:pt x="682" y="630"/>
                </a:lnTo>
                <a:lnTo>
                  <a:pt x="665" y="647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53300" y="6126365"/>
            <a:ext cx="185737" cy="307568"/>
          </a:xfrm>
          <a:prstGeom prst="rect">
            <a:avLst/>
          </a:prstGeom>
        </p:spPr>
      </p:pic>
      <p:sp>
        <p:nvSpPr>
          <p:cNvPr id="116" name="path"/>
          <p:cNvSpPr/>
          <p:nvPr/>
        </p:nvSpPr>
        <p:spPr>
          <a:xfrm>
            <a:off x="8572500" y="5810250"/>
            <a:ext cx="88900" cy="114300"/>
          </a:xfrm>
          <a:custGeom>
            <a:avLst/>
            <a:gdLst/>
            <a:ahLst/>
            <a:cxnLst/>
            <a:rect l="0" t="0" r="0" b="0"/>
            <a:pathLst>
              <a:path w="140" h="180">
                <a:moveTo>
                  <a:pt x="85" y="0"/>
                </a:moveTo>
                <a:lnTo>
                  <a:pt x="140" y="52"/>
                </a:lnTo>
                <a:lnTo>
                  <a:pt x="27" y="180"/>
                </a:lnTo>
                <a:lnTo>
                  <a:pt x="0" y="150"/>
                </a:lnTo>
                <a:lnTo>
                  <a:pt x="80" y="70"/>
                </a:lnTo>
                <a:lnTo>
                  <a:pt x="85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  <p:sp>
        <p:nvSpPr>
          <p:cNvPr id="120" name="path"/>
          <p:cNvSpPr/>
          <p:nvPr/>
        </p:nvSpPr>
        <p:spPr>
          <a:xfrm>
            <a:off x="7523162" y="5694362"/>
            <a:ext cx="28575" cy="119062"/>
          </a:xfrm>
          <a:custGeom>
            <a:avLst/>
            <a:gdLst/>
            <a:ahLst/>
            <a:cxnLst/>
            <a:rect l="0" t="0" r="0" b="0"/>
            <a:pathLst>
              <a:path w="45" h="187">
                <a:moveTo>
                  <a:pt x="5" y="65"/>
                </a:moveTo>
                <a:lnTo>
                  <a:pt x="22" y="50"/>
                </a:lnTo>
                <a:lnTo>
                  <a:pt x="35" y="0"/>
                </a:lnTo>
                <a:lnTo>
                  <a:pt x="45" y="75"/>
                </a:lnTo>
                <a:lnTo>
                  <a:pt x="30" y="167"/>
                </a:lnTo>
                <a:lnTo>
                  <a:pt x="0" y="187"/>
                </a:lnTo>
                <a:lnTo>
                  <a:pt x="0" y="142"/>
                </a:lnTo>
                <a:lnTo>
                  <a:pt x="7" y="112"/>
                </a:lnTo>
                <a:lnTo>
                  <a:pt x="5" y="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rect"/>
          <p:cNvSpPr/>
          <p:nvPr/>
        </p:nvSpPr>
        <p:spPr>
          <a:xfrm>
            <a:off x="7885112" y="5584825"/>
            <a:ext cx="25400" cy="39687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" name="path"/>
          <p:cNvSpPr/>
          <p:nvPr/>
        </p:nvSpPr>
        <p:spPr>
          <a:xfrm>
            <a:off x="8262937" y="5410200"/>
            <a:ext cx="25400" cy="31750"/>
          </a:xfrm>
          <a:custGeom>
            <a:avLst/>
            <a:gdLst/>
            <a:ahLst/>
            <a:cxnLst/>
            <a:rect l="0" t="0" r="0" b="0"/>
            <a:pathLst>
              <a:path w="40" h="50">
                <a:moveTo>
                  <a:pt x="17" y="0"/>
                </a:moveTo>
                <a:lnTo>
                  <a:pt x="22" y="12"/>
                </a:lnTo>
                <a:lnTo>
                  <a:pt x="17" y="25"/>
                </a:lnTo>
                <a:lnTo>
                  <a:pt x="17" y="35"/>
                </a:lnTo>
                <a:lnTo>
                  <a:pt x="40" y="42"/>
                </a:lnTo>
                <a:lnTo>
                  <a:pt x="40" y="50"/>
                </a:lnTo>
                <a:lnTo>
                  <a:pt x="22" y="42"/>
                </a:lnTo>
                <a:lnTo>
                  <a:pt x="7" y="50"/>
                </a:lnTo>
                <a:lnTo>
                  <a:pt x="0" y="42"/>
                </a:lnTo>
                <a:lnTo>
                  <a:pt x="7" y="35"/>
                </a:lnTo>
                <a:lnTo>
                  <a:pt x="0" y="25"/>
                </a:lnTo>
                <a:lnTo>
                  <a:pt x="7" y="5"/>
                </a:lnTo>
                <a:lnTo>
                  <a:pt x="17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rect"/>
          <p:cNvSpPr/>
          <p:nvPr/>
        </p:nvSpPr>
        <p:spPr>
          <a:xfrm>
            <a:off x="8461375" y="5981700"/>
            <a:ext cx="25400" cy="30162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479577" y="553225"/>
            <a:ext cx="8152130" cy="37795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315595" algn="l" rtl="0" eaLnBrk="0">
              <a:lnSpc>
                <a:spcPct val="96000"/>
              </a:lnSpc>
            </a:pPr>
            <a:r>
              <a:rPr sz="4400" u="sng" kern="0" spc="-2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</a:t>
            </a:r>
            <a:r>
              <a:rPr sz="4400" b="1" u="sng" kern="0" spc="-2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4400" u="sng" kern="0" spc="-2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</a:t>
            </a:r>
            <a:endParaRPr lang="en-US" altLang="en-US" sz="4400" dirty="0"/>
          </a:p>
          <a:p>
            <a:pPr algn="l" rtl="0" eaLnBrk="0">
              <a:lnSpc>
                <a:spcPct val="150000"/>
              </a:lnSpc>
            </a:pPr>
            <a:endParaRPr lang="en-US" altLang="en-US" sz="1000" dirty="0"/>
          </a:p>
          <a:p>
            <a:pPr marL="344170" indent="-332105" algn="l" rtl="0" eaLnBrk="0">
              <a:lnSpc>
                <a:spcPct val="136000"/>
              </a:lnSpc>
              <a:spcBef>
                <a:spcPts val="690"/>
              </a:spcBef>
            </a:pPr>
            <a:r>
              <a:rPr sz="17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 </a:t>
            </a:r>
            <a:r>
              <a:rPr sz="2300" b="1" kern="0" spc="-10" dirty="0">
                <a:solidFill>
                  <a:srgbClr val="FFFF7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SSH</a:t>
            </a:r>
            <a:r>
              <a:rPr sz="2300" b="1" kern="0" spc="320" dirty="0">
                <a:solidFill>
                  <a:srgbClr val="FFFF7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-1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安全外壳（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Secure Shell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）的简</a:t>
            </a: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称。</a:t>
            </a: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SSH</a:t>
            </a: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可以利用加密和强大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000" kern="0" spc="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的认证功能提供安全保障，保护设备不受诸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IP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地址欺诈、明文密码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000" kern="0" spc="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截取等攻击，从而对网络设备进行安全的远程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访问。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SSH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采用客户端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服务器模式工作。</a:t>
            </a:r>
            <a:endParaRPr lang="en-US" altLang="en-US" sz="20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5000"/>
              </a:lnSpc>
              <a:spcBef>
                <a:spcPts val="700"/>
              </a:spcBef>
            </a:pPr>
            <a:r>
              <a:rPr sz="17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24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0" dirty="0">
                <a:solidFill>
                  <a:srgbClr val="FFFF7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HTTP</a:t>
            </a:r>
            <a:r>
              <a:rPr sz="2300" kern="0" spc="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超文本传输协议（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Hypertext Transfer Protocol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）的简称。</a:t>
            </a:r>
            <a:endParaRPr lang="en-US" altLang="en-US" sz="2000" dirty="0"/>
          </a:p>
          <a:p>
            <a:pPr algn="l" rtl="0" eaLnBrk="0">
              <a:lnSpc>
                <a:spcPct val="102000"/>
              </a:lnSpc>
            </a:pPr>
            <a:endParaRPr lang="en-US" altLang="en-US" sz="1200" dirty="0"/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HTTP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能够在网络中传递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Web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页面，通过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Web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的配置页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面可以完成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endParaRPr lang="en-US" altLang="en-US" sz="2000" dirty="0"/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361471"/>
            <a:ext cx="1887537" cy="2086953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</a:t>
            </a:r>
            <a:endParaRPr lang="en-US" altLang="en-US" sz="1400" dirty="0"/>
          </a:p>
        </p:txBody>
      </p:sp>
      <p:sp>
        <p:nvSpPr>
          <p:cNvPr id="140" name="textbox 140"/>
          <p:cNvSpPr/>
          <p:nvPr/>
        </p:nvSpPr>
        <p:spPr>
          <a:xfrm>
            <a:off x="817279" y="4475823"/>
            <a:ext cx="1250950" cy="316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algn="r" rtl="0" eaLnBrk="0">
              <a:lnSpc>
                <a:spcPct val="100000"/>
              </a:lnSpc>
            </a:pPr>
            <a:r>
              <a:rPr sz="1900" kern="0" spc="-18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设备配置。</a:t>
            </a:r>
            <a:endParaRPr lang="en-US" alt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3359" y="1508760"/>
            <a:ext cx="4985562" cy="4615179"/>
          </a:xfrm>
          <a:prstGeom prst="rect">
            <a:avLst/>
          </a:prstGeom>
        </p:spPr>
      </p:pic>
      <p:sp>
        <p:nvSpPr>
          <p:cNvPr id="146" name="textbox 146"/>
          <p:cNvSpPr/>
          <p:nvPr/>
        </p:nvSpPr>
        <p:spPr>
          <a:xfrm>
            <a:off x="5419775" y="1962582"/>
            <a:ext cx="3336925" cy="22993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8415" algn="l" rtl="0" eaLnBrk="0">
              <a:lnSpc>
                <a:spcPts val="2885"/>
              </a:lnSpc>
            </a:pPr>
            <a:r>
              <a:rPr sz="23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CLI</a:t>
            </a:r>
            <a:r>
              <a:rPr sz="2300" kern="0" spc="380" dirty="0">
                <a:ln w="8717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3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command</a:t>
            </a:r>
            <a:r>
              <a:rPr sz="2300" b="1" kern="0" spc="38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23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line</a:t>
            </a:r>
            <a:endParaRPr lang="en-US" altLang="en-US" sz="2300" dirty="0"/>
          </a:p>
          <a:p>
            <a:pPr marL="12700" algn="l" rtl="0" eaLnBrk="0">
              <a:lnSpc>
                <a:spcPct val="98000"/>
              </a:lnSpc>
              <a:spcBef>
                <a:spcPts val="1445"/>
              </a:spcBef>
            </a:pPr>
            <a:r>
              <a:rPr sz="23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interface</a:t>
            </a:r>
            <a:r>
              <a:rPr sz="2300" b="1" kern="0" spc="-27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90" dirty="0">
                <a:ln w="8717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，命令行界面）</a:t>
            </a:r>
            <a:endParaRPr lang="en-US" altLang="en-US" sz="2300" dirty="0"/>
          </a:p>
          <a:p>
            <a:pPr marL="19685" algn="l" rtl="0" eaLnBrk="0">
              <a:lnSpc>
                <a:spcPct val="84000"/>
              </a:lnSpc>
              <a:spcBef>
                <a:spcPts val="1375"/>
              </a:spcBef>
            </a:pP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是指可在用户提示符下键入可</a:t>
            </a:r>
            <a:endParaRPr lang="en-US" altLang="en-US" sz="2000" dirty="0"/>
          </a:p>
          <a:p>
            <a:pPr marL="18415" indent="-2540" algn="l" rtl="0" eaLnBrk="0">
              <a:lnSpc>
                <a:spcPct val="155000"/>
              </a:lnSpc>
              <a:spcBef>
                <a:spcPts val="40"/>
              </a:spcBef>
            </a:pP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执行指令的界面，它通常不支</a:t>
            </a:r>
            <a:r>
              <a:rPr sz="2000" kern="0" spc="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持鼠标，用户通过键盘输入指</a:t>
            </a:r>
            <a:endParaRPr lang="en-US" altLang="en-US" sz="2000" dirty="0"/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24725" y="4361471"/>
            <a:ext cx="1639887" cy="2086953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sp>
        <p:nvSpPr>
          <p:cNvPr id="152" name="textbox 152"/>
          <p:cNvSpPr/>
          <p:nvPr/>
        </p:nvSpPr>
        <p:spPr>
          <a:xfrm>
            <a:off x="784755" y="553225"/>
            <a:ext cx="5612765" cy="6769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截取自最新的</a:t>
            </a:r>
            <a:r>
              <a:rPr sz="4400" b="1" u="sng" kern="0" spc="-1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文档</a:t>
            </a:r>
            <a:endParaRPr lang="en-US" altLang="en-US" sz="4400" dirty="0"/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5424324" y="4402798"/>
            <a:ext cx="3332479" cy="7734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2000" kern="0" spc="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令，计算机接收到指令后，予</a:t>
            </a:r>
            <a:endParaRPr lang="en-US" altLang="en-US" sz="2000" dirty="0"/>
          </a:p>
          <a:p>
            <a:pPr algn="l" rtl="0" eaLnBrk="0">
              <a:lnSpc>
                <a:spcPct val="100000"/>
              </a:lnSpc>
            </a:pPr>
            <a:endParaRPr lang="en-US" altLang="en-US" sz="11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40005" algn="l" rtl="0" eaLnBrk="0">
              <a:lnSpc>
                <a:spcPct val="95000"/>
              </a:lnSpc>
            </a:pPr>
            <a:r>
              <a:rPr sz="2000" kern="0" spc="-8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以执行。</a:t>
            </a:r>
            <a:endParaRPr lang="en-US" altLang="en-US" sz="2000" dirty="0"/>
          </a:p>
        </p:txBody>
      </p:sp>
      <p:sp>
        <p:nvSpPr>
          <p:cNvPr id="158" name="path"/>
          <p:cNvSpPr/>
          <p:nvPr/>
        </p:nvSpPr>
        <p:spPr>
          <a:xfrm>
            <a:off x="7077075" y="4748212"/>
            <a:ext cx="1584325" cy="1219200"/>
          </a:xfrm>
          <a:custGeom>
            <a:avLst/>
            <a:gdLst/>
            <a:ahLst/>
            <a:cxnLst/>
            <a:rect l="0" t="0" r="0" b="0"/>
            <a:pathLst>
              <a:path w="2495" h="1920">
                <a:moveTo>
                  <a:pt x="352" y="730"/>
                </a:moveTo>
                <a:lnTo>
                  <a:pt x="352" y="770"/>
                </a:lnTo>
                <a:lnTo>
                  <a:pt x="352" y="745"/>
                </a:lnTo>
                <a:lnTo>
                  <a:pt x="352" y="730"/>
                </a:lnTo>
              </a:path>
              <a:path w="2495" h="1920">
                <a:moveTo>
                  <a:pt x="395" y="785"/>
                </a:moveTo>
                <a:lnTo>
                  <a:pt x="435" y="785"/>
                </a:lnTo>
                <a:lnTo>
                  <a:pt x="435" y="825"/>
                </a:lnTo>
                <a:lnTo>
                  <a:pt x="395" y="785"/>
                </a:lnTo>
              </a:path>
              <a:path w="2495" h="1920">
                <a:moveTo>
                  <a:pt x="630" y="710"/>
                </a:moveTo>
                <a:lnTo>
                  <a:pt x="595" y="710"/>
                </a:lnTo>
                <a:lnTo>
                  <a:pt x="575" y="732"/>
                </a:lnTo>
                <a:lnTo>
                  <a:pt x="562" y="732"/>
                </a:lnTo>
                <a:lnTo>
                  <a:pt x="552" y="742"/>
                </a:lnTo>
                <a:lnTo>
                  <a:pt x="540" y="742"/>
                </a:lnTo>
                <a:lnTo>
                  <a:pt x="540" y="772"/>
                </a:lnTo>
                <a:lnTo>
                  <a:pt x="560" y="795"/>
                </a:lnTo>
                <a:lnTo>
                  <a:pt x="612" y="795"/>
                </a:lnTo>
                <a:lnTo>
                  <a:pt x="630" y="772"/>
                </a:lnTo>
                <a:lnTo>
                  <a:pt x="630" y="710"/>
                </a:lnTo>
              </a:path>
              <a:path w="2495" h="1920">
                <a:moveTo>
                  <a:pt x="190" y="780"/>
                </a:moveTo>
                <a:lnTo>
                  <a:pt x="177" y="807"/>
                </a:lnTo>
                <a:lnTo>
                  <a:pt x="112" y="862"/>
                </a:lnTo>
                <a:lnTo>
                  <a:pt x="100" y="912"/>
                </a:lnTo>
                <a:lnTo>
                  <a:pt x="52" y="950"/>
                </a:lnTo>
                <a:lnTo>
                  <a:pt x="20" y="1020"/>
                </a:lnTo>
                <a:lnTo>
                  <a:pt x="20" y="1065"/>
                </a:lnTo>
                <a:lnTo>
                  <a:pt x="0" y="1140"/>
                </a:lnTo>
                <a:lnTo>
                  <a:pt x="27" y="1172"/>
                </a:lnTo>
                <a:lnTo>
                  <a:pt x="100" y="1267"/>
                </a:lnTo>
                <a:lnTo>
                  <a:pt x="120" y="1255"/>
                </a:lnTo>
                <a:lnTo>
                  <a:pt x="247" y="1255"/>
                </a:lnTo>
                <a:lnTo>
                  <a:pt x="307" y="1277"/>
                </a:lnTo>
                <a:lnTo>
                  <a:pt x="302" y="1352"/>
                </a:lnTo>
                <a:lnTo>
                  <a:pt x="345" y="1450"/>
                </a:lnTo>
                <a:lnTo>
                  <a:pt x="342" y="1477"/>
                </a:lnTo>
                <a:lnTo>
                  <a:pt x="360" y="1507"/>
                </a:lnTo>
                <a:lnTo>
                  <a:pt x="332" y="1577"/>
                </a:lnTo>
                <a:lnTo>
                  <a:pt x="365" y="1665"/>
                </a:lnTo>
                <a:lnTo>
                  <a:pt x="382" y="1735"/>
                </a:lnTo>
                <a:lnTo>
                  <a:pt x="405" y="1777"/>
                </a:lnTo>
                <a:lnTo>
                  <a:pt x="427" y="1832"/>
                </a:lnTo>
                <a:lnTo>
                  <a:pt x="470" y="1825"/>
                </a:lnTo>
                <a:lnTo>
                  <a:pt x="540" y="1785"/>
                </a:lnTo>
                <a:lnTo>
                  <a:pt x="572" y="1735"/>
                </a:lnTo>
                <a:lnTo>
                  <a:pt x="570" y="1702"/>
                </a:lnTo>
                <a:lnTo>
                  <a:pt x="612" y="1677"/>
                </a:lnTo>
                <a:lnTo>
                  <a:pt x="605" y="1630"/>
                </a:lnTo>
                <a:lnTo>
                  <a:pt x="667" y="1555"/>
                </a:lnTo>
                <a:lnTo>
                  <a:pt x="677" y="1492"/>
                </a:lnTo>
                <a:lnTo>
                  <a:pt x="660" y="1472"/>
                </a:lnTo>
                <a:lnTo>
                  <a:pt x="667" y="1447"/>
                </a:lnTo>
                <a:lnTo>
                  <a:pt x="652" y="1425"/>
                </a:lnTo>
                <a:lnTo>
                  <a:pt x="700" y="1365"/>
                </a:lnTo>
                <a:lnTo>
                  <a:pt x="700" y="1335"/>
                </a:lnTo>
                <a:lnTo>
                  <a:pt x="765" y="1285"/>
                </a:lnTo>
                <a:lnTo>
                  <a:pt x="807" y="1150"/>
                </a:lnTo>
                <a:lnTo>
                  <a:pt x="747" y="1185"/>
                </a:lnTo>
                <a:lnTo>
                  <a:pt x="695" y="1170"/>
                </a:lnTo>
                <a:lnTo>
                  <a:pt x="702" y="1137"/>
                </a:lnTo>
                <a:lnTo>
                  <a:pt x="650" y="1102"/>
                </a:lnTo>
                <a:lnTo>
                  <a:pt x="625" y="1015"/>
                </a:lnTo>
                <a:lnTo>
                  <a:pt x="575" y="945"/>
                </a:lnTo>
                <a:lnTo>
                  <a:pt x="575" y="897"/>
                </a:lnTo>
                <a:lnTo>
                  <a:pt x="547" y="895"/>
                </a:lnTo>
                <a:lnTo>
                  <a:pt x="530" y="902"/>
                </a:lnTo>
                <a:lnTo>
                  <a:pt x="455" y="875"/>
                </a:lnTo>
                <a:lnTo>
                  <a:pt x="435" y="895"/>
                </a:lnTo>
                <a:lnTo>
                  <a:pt x="417" y="920"/>
                </a:lnTo>
                <a:lnTo>
                  <a:pt x="377" y="875"/>
                </a:lnTo>
                <a:lnTo>
                  <a:pt x="337" y="862"/>
                </a:lnTo>
                <a:lnTo>
                  <a:pt x="335" y="805"/>
                </a:lnTo>
                <a:lnTo>
                  <a:pt x="277" y="815"/>
                </a:lnTo>
                <a:lnTo>
                  <a:pt x="240" y="802"/>
                </a:lnTo>
                <a:lnTo>
                  <a:pt x="190" y="780"/>
                </a:lnTo>
              </a:path>
              <a:path w="2495" h="1920">
                <a:moveTo>
                  <a:pt x="1885" y="1042"/>
                </a:moveTo>
                <a:lnTo>
                  <a:pt x="1890" y="1055"/>
                </a:lnTo>
                <a:lnTo>
                  <a:pt x="1885" y="1067"/>
                </a:lnTo>
                <a:lnTo>
                  <a:pt x="1885" y="1077"/>
                </a:lnTo>
                <a:lnTo>
                  <a:pt x="1907" y="1085"/>
                </a:lnTo>
                <a:lnTo>
                  <a:pt x="1907" y="1092"/>
                </a:lnTo>
                <a:lnTo>
                  <a:pt x="1890" y="1085"/>
                </a:lnTo>
                <a:lnTo>
                  <a:pt x="1875" y="1092"/>
                </a:lnTo>
                <a:lnTo>
                  <a:pt x="1867" y="1085"/>
                </a:lnTo>
                <a:lnTo>
                  <a:pt x="1875" y="1077"/>
                </a:lnTo>
                <a:lnTo>
                  <a:pt x="1867" y="1067"/>
                </a:lnTo>
                <a:lnTo>
                  <a:pt x="1875" y="1047"/>
                </a:lnTo>
                <a:lnTo>
                  <a:pt x="1885" y="1042"/>
                </a:lnTo>
              </a:path>
              <a:path w="2495" h="1920">
                <a:moveTo>
                  <a:pt x="1715" y="1347"/>
                </a:moveTo>
                <a:lnTo>
                  <a:pt x="1757" y="1347"/>
                </a:lnTo>
                <a:lnTo>
                  <a:pt x="1807" y="1262"/>
                </a:lnTo>
                <a:lnTo>
                  <a:pt x="1835" y="1312"/>
                </a:lnTo>
                <a:lnTo>
                  <a:pt x="1812" y="1435"/>
                </a:lnTo>
                <a:lnTo>
                  <a:pt x="1722" y="1405"/>
                </a:lnTo>
                <a:lnTo>
                  <a:pt x="1715" y="1347"/>
                </a:lnTo>
              </a:path>
              <a:path w="2495" h="1920">
                <a:moveTo>
                  <a:pt x="1970" y="1367"/>
                </a:moveTo>
                <a:lnTo>
                  <a:pt x="1957" y="1330"/>
                </a:lnTo>
                <a:lnTo>
                  <a:pt x="2025" y="1345"/>
                </a:lnTo>
                <a:lnTo>
                  <a:pt x="2125" y="1385"/>
                </a:lnTo>
                <a:lnTo>
                  <a:pt x="2125" y="1415"/>
                </a:lnTo>
                <a:lnTo>
                  <a:pt x="2165" y="1495"/>
                </a:lnTo>
                <a:lnTo>
                  <a:pt x="2087" y="1420"/>
                </a:lnTo>
                <a:lnTo>
                  <a:pt x="2035" y="1425"/>
                </a:lnTo>
                <a:lnTo>
                  <a:pt x="1970" y="1367"/>
                </a:lnTo>
              </a:path>
              <a:path w="2495" h="1920">
                <a:moveTo>
                  <a:pt x="2440" y="1672"/>
                </a:moveTo>
                <a:lnTo>
                  <a:pt x="2495" y="1725"/>
                </a:lnTo>
                <a:lnTo>
                  <a:pt x="2382" y="1852"/>
                </a:lnTo>
                <a:lnTo>
                  <a:pt x="2355" y="1822"/>
                </a:lnTo>
                <a:lnTo>
                  <a:pt x="2435" y="1742"/>
                </a:lnTo>
                <a:lnTo>
                  <a:pt x="2440" y="1672"/>
                </a:lnTo>
              </a:path>
              <a:path w="2495" h="1920">
                <a:moveTo>
                  <a:pt x="320" y="530"/>
                </a:moveTo>
                <a:lnTo>
                  <a:pt x="300" y="517"/>
                </a:lnTo>
                <a:lnTo>
                  <a:pt x="300" y="465"/>
                </a:lnTo>
                <a:lnTo>
                  <a:pt x="310" y="452"/>
                </a:lnTo>
                <a:lnTo>
                  <a:pt x="292" y="452"/>
                </a:lnTo>
                <a:lnTo>
                  <a:pt x="302" y="440"/>
                </a:lnTo>
                <a:lnTo>
                  <a:pt x="290" y="440"/>
                </a:lnTo>
                <a:lnTo>
                  <a:pt x="275" y="455"/>
                </a:lnTo>
                <a:lnTo>
                  <a:pt x="275" y="487"/>
                </a:lnTo>
                <a:lnTo>
                  <a:pt x="282" y="495"/>
                </a:lnTo>
                <a:lnTo>
                  <a:pt x="282" y="510"/>
                </a:lnTo>
                <a:lnTo>
                  <a:pt x="277" y="510"/>
                </a:lnTo>
                <a:lnTo>
                  <a:pt x="265" y="522"/>
                </a:lnTo>
                <a:lnTo>
                  <a:pt x="265" y="535"/>
                </a:lnTo>
                <a:lnTo>
                  <a:pt x="250" y="557"/>
                </a:lnTo>
                <a:lnTo>
                  <a:pt x="302" y="557"/>
                </a:lnTo>
                <a:lnTo>
                  <a:pt x="320" y="530"/>
                </a:lnTo>
              </a:path>
              <a:path w="2495" h="1920">
                <a:moveTo>
                  <a:pt x="260" y="492"/>
                </a:moveTo>
                <a:lnTo>
                  <a:pt x="267" y="492"/>
                </a:lnTo>
                <a:lnTo>
                  <a:pt x="267" y="480"/>
                </a:lnTo>
                <a:lnTo>
                  <a:pt x="252" y="480"/>
                </a:lnTo>
                <a:lnTo>
                  <a:pt x="227" y="505"/>
                </a:lnTo>
                <a:lnTo>
                  <a:pt x="227" y="520"/>
                </a:lnTo>
                <a:lnTo>
                  <a:pt x="250" y="520"/>
                </a:lnTo>
                <a:lnTo>
                  <a:pt x="260" y="507"/>
                </a:lnTo>
                <a:lnTo>
                  <a:pt x="260" y="492"/>
                </a:lnTo>
              </a:path>
              <a:path w="2495" h="1920">
                <a:moveTo>
                  <a:pt x="472" y="410"/>
                </a:moveTo>
                <a:lnTo>
                  <a:pt x="472" y="435"/>
                </a:lnTo>
                <a:lnTo>
                  <a:pt x="482" y="445"/>
                </a:lnTo>
                <a:lnTo>
                  <a:pt x="532" y="445"/>
                </a:lnTo>
                <a:lnTo>
                  <a:pt x="532" y="460"/>
                </a:lnTo>
                <a:lnTo>
                  <a:pt x="495" y="460"/>
                </a:lnTo>
                <a:lnTo>
                  <a:pt x="495" y="502"/>
                </a:lnTo>
                <a:lnTo>
                  <a:pt x="480" y="482"/>
                </a:lnTo>
                <a:lnTo>
                  <a:pt x="480" y="510"/>
                </a:lnTo>
                <a:lnTo>
                  <a:pt x="457" y="535"/>
                </a:lnTo>
                <a:lnTo>
                  <a:pt x="445" y="520"/>
                </a:lnTo>
                <a:lnTo>
                  <a:pt x="422" y="537"/>
                </a:lnTo>
                <a:lnTo>
                  <a:pt x="420" y="532"/>
                </a:lnTo>
                <a:lnTo>
                  <a:pt x="392" y="532"/>
                </a:lnTo>
                <a:lnTo>
                  <a:pt x="407" y="515"/>
                </a:lnTo>
                <a:lnTo>
                  <a:pt x="407" y="507"/>
                </a:lnTo>
                <a:lnTo>
                  <a:pt x="392" y="495"/>
                </a:lnTo>
                <a:lnTo>
                  <a:pt x="392" y="475"/>
                </a:lnTo>
                <a:lnTo>
                  <a:pt x="375" y="495"/>
                </a:lnTo>
                <a:lnTo>
                  <a:pt x="375" y="532"/>
                </a:lnTo>
                <a:lnTo>
                  <a:pt x="355" y="532"/>
                </a:lnTo>
                <a:lnTo>
                  <a:pt x="327" y="560"/>
                </a:lnTo>
                <a:lnTo>
                  <a:pt x="317" y="560"/>
                </a:lnTo>
                <a:lnTo>
                  <a:pt x="302" y="577"/>
                </a:lnTo>
                <a:lnTo>
                  <a:pt x="247" y="577"/>
                </a:lnTo>
                <a:lnTo>
                  <a:pt x="267" y="602"/>
                </a:lnTo>
                <a:lnTo>
                  <a:pt x="267" y="642"/>
                </a:lnTo>
                <a:lnTo>
                  <a:pt x="247" y="665"/>
                </a:lnTo>
                <a:lnTo>
                  <a:pt x="227" y="642"/>
                </a:lnTo>
                <a:lnTo>
                  <a:pt x="185" y="642"/>
                </a:lnTo>
                <a:lnTo>
                  <a:pt x="185" y="670"/>
                </a:lnTo>
                <a:lnTo>
                  <a:pt x="172" y="687"/>
                </a:lnTo>
                <a:lnTo>
                  <a:pt x="172" y="725"/>
                </a:lnTo>
                <a:lnTo>
                  <a:pt x="197" y="755"/>
                </a:lnTo>
                <a:lnTo>
                  <a:pt x="237" y="755"/>
                </a:lnTo>
                <a:lnTo>
                  <a:pt x="297" y="682"/>
                </a:lnTo>
                <a:lnTo>
                  <a:pt x="352" y="682"/>
                </a:lnTo>
                <a:lnTo>
                  <a:pt x="360" y="667"/>
                </a:lnTo>
                <a:lnTo>
                  <a:pt x="372" y="682"/>
                </a:lnTo>
                <a:lnTo>
                  <a:pt x="370" y="697"/>
                </a:lnTo>
                <a:lnTo>
                  <a:pt x="420" y="747"/>
                </a:lnTo>
                <a:lnTo>
                  <a:pt x="420" y="767"/>
                </a:lnTo>
                <a:lnTo>
                  <a:pt x="432" y="760"/>
                </a:lnTo>
                <a:lnTo>
                  <a:pt x="425" y="747"/>
                </a:lnTo>
                <a:lnTo>
                  <a:pt x="432" y="740"/>
                </a:lnTo>
                <a:lnTo>
                  <a:pt x="440" y="747"/>
                </a:lnTo>
                <a:lnTo>
                  <a:pt x="445" y="745"/>
                </a:lnTo>
                <a:lnTo>
                  <a:pt x="392" y="680"/>
                </a:lnTo>
                <a:lnTo>
                  <a:pt x="392" y="657"/>
                </a:lnTo>
                <a:lnTo>
                  <a:pt x="407" y="657"/>
                </a:lnTo>
                <a:lnTo>
                  <a:pt x="407" y="670"/>
                </a:lnTo>
                <a:lnTo>
                  <a:pt x="457" y="727"/>
                </a:lnTo>
                <a:lnTo>
                  <a:pt x="457" y="745"/>
                </a:lnTo>
                <a:lnTo>
                  <a:pt x="480" y="770"/>
                </a:lnTo>
                <a:lnTo>
                  <a:pt x="475" y="775"/>
                </a:lnTo>
                <a:lnTo>
                  <a:pt x="490" y="795"/>
                </a:lnTo>
                <a:lnTo>
                  <a:pt x="515" y="767"/>
                </a:lnTo>
                <a:lnTo>
                  <a:pt x="500" y="750"/>
                </a:lnTo>
                <a:lnTo>
                  <a:pt x="515" y="735"/>
                </a:lnTo>
                <a:lnTo>
                  <a:pt x="532" y="735"/>
                </a:lnTo>
                <a:lnTo>
                  <a:pt x="542" y="725"/>
                </a:lnTo>
                <a:lnTo>
                  <a:pt x="555" y="725"/>
                </a:lnTo>
                <a:lnTo>
                  <a:pt x="540" y="702"/>
                </a:lnTo>
                <a:lnTo>
                  <a:pt x="547" y="692"/>
                </a:lnTo>
                <a:lnTo>
                  <a:pt x="547" y="655"/>
                </a:lnTo>
                <a:lnTo>
                  <a:pt x="565" y="635"/>
                </a:lnTo>
                <a:lnTo>
                  <a:pt x="572" y="642"/>
                </a:lnTo>
                <a:lnTo>
                  <a:pt x="587" y="642"/>
                </a:lnTo>
                <a:lnTo>
                  <a:pt x="580" y="652"/>
                </a:lnTo>
                <a:lnTo>
                  <a:pt x="595" y="667"/>
                </a:lnTo>
                <a:lnTo>
                  <a:pt x="602" y="655"/>
                </a:lnTo>
                <a:lnTo>
                  <a:pt x="615" y="655"/>
                </a:lnTo>
                <a:lnTo>
                  <a:pt x="615" y="647"/>
                </a:lnTo>
                <a:lnTo>
                  <a:pt x="610" y="647"/>
                </a:lnTo>
                <a:lnTo>
                  <a:pt x="600" y="642"/>
                </a:lnTo>
                <a:lnTo>
                  <a:pt x="622" y="612"/>
                </a:lnTo>
                <a:lnTo>
                  <a:pt x="622" y="655"/>
                </a:lnTo>
                <a:lnTo>
                  <a:pt x="630" y="655"/>
                </a:lnTo>
                <a:lnTo>
                  <a:pt x="630" y="410"/>
                </a:lnTo>
                <a:lnTo>
                  <a:pt x="472" y="410"/>
                </a:lnTo>
              </a:path>
              <a:path w="2495" h="1920">
                <a:moveTo>
                  <a:pt x="367" y="405"/>
                </a:moveTo>
                <a:lnTo>
                  <a:pt x="422" y="362"/>
                </a:lnTo>
                <a:lnTo>
                  <a:pt x="477" y="280"/>
                </a:lnTo>
                <a:lnTo>
                  <a:pt x="545" y="240"/>
                </a:lnTo>
                <a:lnTo>
                  <a:pt x="612" y="287"/>
                </a:lnTo>
                <a:lnTo>
                  <a:pt x="620" y="325"/>
                </a:lnTo>
                <a:lnTo>
                  <a:pt x="605" y="325"/>
                </a:lnTo>
                <a:lnTo>
                  <a:pt x="577" y="320"/>
                </a:lnTo>
                <a:lnTo>
                  <a:pt x="612" y="362"/>
                </a:lnTo>
                <a:lnTo>
                  <a:pt x="755" y="307"/>
                </a:lnTo>
                <a:lnTo>
                  <a:pt x="735" y="267"/>
                </a:lnTo>
                <a:lnTo>
                  <a:pt x="797" y="197"/>
                </a:lnTo>
                <a:lnTo>
                  <a:pt x="837" y="197"/>
                </a:lnTo>
                <a:lnTo>
                  <a:pt x="797" y="222"/>
                </a:lnTo>
                <a:lnTo>
                  <a:pt x="767" y="272"/>
                </a:lnTo>
                <a:lnTo>
                  <a:pt x="767" y="307"/>
                </a:lnTo>
                <a:lnTo>
                  <a:pt x="825" y="345"/>
                </a:lnTo>
                <a:lnTo>
                  <a:pt x="907" y="237"/>
                </a:lnTo>
                <a:lnTo>
                  <a:pt x="1192" y="112"/>
                </a:lnTo>
                <a:lnTo>
                  <a:pt x="1192" y="40"/>
                </a:lnTo>
                <a:lnTo>
                  <a:pt x="1322" y="12"/>
                </a:lnTo>
                <a:lnTo>
                  <a:pt x="1397" y="50"/>
                </a:lnTo>
                <a:lnTo>
                  <a:pt x="1570" y="0"/>
                </a:lnTo>
                <a:lnTo>
                  <a:pt x="1625" y="25"/>
                </a:lnTo>
                <a:lnTo>
                  <a:pt x="1740" y="152"/>
                </a:lnTo>
                <a:lnTo>
                  <a:pt x="1872" y="127"/>
                </a:lnTo>
                <a:lnTo>
                  <a:pt x="1955" y="172"/>
                </a:lnTo>
                <a:lnTo>
                  <a:pt x="2162" y="162"/>
                </a:lnTo>
                <a:lnTo>
                  <a:pt x="2320" y="210"/>
                </a:lnTo>
                <a:lnTo>
                  <a:pt x="2305" y="280"/>
                </a:lnTo>
                <a:lnTo>
                  <a:pt x="2172" y="325"/>
                </a:lnTo>
                <a:lnTo>
                  <a:pt x="2195" y="370"/>
                </a:lnTo>
                <a:lnTo>
                  <a:pt x="2137" y="395"/>
                </a:lnTo>
                <a:lnTo>
                  <a:pt x="2135" y="485"/>
                </a:lnTo>
                <a:lnTo>
                  <a:pt x="2082" y="545"/>
                </a:lnTo>
                <a:lnTo>
                  <a:pt x="2062" y="490"/>
                </a:lnTo>
                <a:lnTo>
                  <a:pt x="2090" y="437"/>
                </a:lnTo>
                <a:lnTo>
                  <a:pt x="2085" y="330"/>
                </a:lnTo>
                <a:lnTo>
                  <a:pt x="2032" y="385"/>
                </a:lnTo>
                <a:lnTo>
                  <a:pt x="1992" y="415"/>
                </a:lnTo>
                <a:lnTo>
                  <a:pt x="1952" y="367"/>
                </a:lnTo>
                <a:lnTo>
                  <a:pt x="1925" y="490"/>
                </a:lnTo>
                <a:lnTo>
                  <a:pt x="1955" y="490"/>
                </a:lnTo>
                <a:lnTo>
                  <a:pt x="1947" y="570"/>
                </a:lnTo>
                <a:lnTo>
                  <a:pt x="1912" y="657"/>
                </a:lnTo>
                <a:lnTo>
                  <a:pt x="1867" y="690"/>
                </a:lnTo>
                <a:lnTo>
                  <a:pt x="1905" y="747"/>
                </a:lnTo>
                <a:lnTo>
                  <a:pt x="1880" y="787"/>
                </a:lnTo>
                <a:lnTo>
                  <a:pt x="1872" y="752"/>
                </a:lnTo>
                <a:lnTo>
                  <a:pt x="1872" y="740"/>
                </a:lnTo>
                <a:lnTo>
                  <a:pt x="1842" y="720"/>
                </a:lnTo>
                <a:lnTo>
                  <a:pt x="1797" y="747"/>
                </a:lnTo>
                <a:lnTo>
                  <a:pt x="1837" y="842"/>
                </a:lnTo>
                <a:lnTo>
                  <a:pt x="1852" y="890"/>
                </a:lnTo>
                <a:lnTo>
                  <a:pt x="1802" y="1020"/>
                </a:lnTo>
                <a:lnTo>
                  <a:pt x="1715" y="1057"/>
                </a:lnTo>
                <a:lnTo>
                  <a:pt x="1640" y="1050"/>
                </a:lnTo>
                <a:lnTo>
                  <a:pt x="1677" y="1105"/>
                </a:lnTo>
                <a:lnTo>
                  <a:pt x="1680" y="1180"/>
                </a:lnTo>
                <a:lnTo>
                  <a:pt x="1627" y="1267"/>
                </a:lnTo>
                <a:lnTo>
                  <a:pt x="1567" y="1220"/>
                </a:lnTo>
                <a:lnTo>
                  <a:pt x="1560" y="1270"/>
                </a:lnTo>
                <a:lnTo>
                  <a:pt x="1605" y="1315"/>
                </a:lnTo>
                <a:lnTo>
                  <a:pt x="1642" y="1380"/>
                </a:lnTo>
                <a:lnTo>
                  <a:pt x="1580" y="1340"/>
                </a:lnTo>
                <a:lnTo>
                  <a:pt x="1505" y="1122"/>
                </a:lnTo>
                <a:lnTo>
                  <a:pt x="1412" y="1065"/>
                </a:lnTo>
                <a:lnTo>
                  <a:pt x="1345" y="1070"/>
                </a:lnTo>
                <a:lnTo>
                  <a:pt x="1257" y="1192"/>
                </a:lnTo>
                <a:lnTo>
                  <a:pt x="1270" y="1237"/>
                </a:lnTo>
                <a:lnTo>
                  <a:pt x="1240" y="1325"/>
                </a:lnTo>
                <a:lnTo>
                  <a:pt x="1212" y="1325"/>
                </a:lnTo>
                <a:lnTo>
                  <a:pt x="1112" y="1142"/>
                </a:lnTo>
                <a:lnTo>
                  <a:pt x="1112" y="1062"/>
                </a:lnTo>
                <a:lnTo>
                  <a:pt x="1092" y="1092"/>
                </a:lnTo>
                <a:lnTo>
                  <a:pt x="1035" y="1090"/>
                </a:lnTo>
                <a:lnTo>
                  <a:pt x="1057" y="1040"/>
                </a:lnTo>
                <a:lnTo>
                  <a:pt x="970" y="977"/>
                </a:lnTo>
                <a:lnTo>
                  <a:pt x="860" y="977"/>
                </a:lnTo>
                <a:lnTo>
                  <a:pt x="767" y="915"/>
                </a:lnTo>
                <a:lnTo>
                  <a:pt x="760" y="977"/>
                </a:lnTo>
                <a:lnTo>
                  <a:pt x="837" y="1035"/>
                </a:lnTo>
                <a:lnTo>
                  <a:pt x="865" y="1035"/>
                </a:lnTo>
                <a:lnTo>
                  <a:pt x="785" y="1112"/>
                </a:lnTo>
                <a:lnTo>
                  <a:pt x="707" y="1130"/>
                </a:lnTo>
                <a:lnTo>
                  <a:pt x="707" y="1085"/>
                </a:lnTo>
                <a:lnTo>
                  <a:pt x="595" y="930"/>
                </a:lnTo>
                <a:lnTo>
                  <a:pt x="580" y="887"/>
                </a:lnTo>
                <a:lnTo>
                  <a:pt x="640" y="837"/>
                </a:lnTo>
                <a:lnTo>
                  <a:pt x="632" y="775"/>
                </a:lnTo>
                <a:lnTo>
                  <a:pt x="632" y="705"/>
                </a:lnTo>
                <a:lnTo>
                  <a:pt x="665" y="690"/>
                </a:lnTo>
                <a:lnTo>
                  <a:pt x="632" y="657"/>
                </a:lnTo>
                <a:lnTo>
                  <a:pt x="632" y="405"/>
                </a:lnTo>
                <a:lnTo>
                  <a:pt x="475" y="405"/>
                </a:lnTo>
                <a:lnTo>
                  <a:pt x="520" y="345"/>
                </a:lnTo>
                <a:lnTo>
                  <a:pt x="517" y="325"/>
                </a:lnTo>
                <a:lnTo>
                  <a:pt x="465" y="375"/>
                </a:lnTo>
                <a:lnTo>
                  <a:pt x="447" y="405"/>
                </a:lnTo>
                <a:lnTo>
                  <a:pt x="367" y="405"/>
                </a:lnTo>
              </a:path>
              <a:path w="2495" h="1920">
                <a:moveTo>
                  <a:pt x="2020" y="565"/>
                </a:moveTo>
                <a:lnTo>
                  <a:pt x="2020" y="600"/>
                </a:lnTo>
                <a:lnTo>
                  <a:pt x="2005" y="622"/>
                </a:lnTo>
                <a:lnTo>
                  <a:pt x="2010" y="660"/>
                </a:lnTo>
                <a:lnTo>
                  <a:pt x="1990" y="710"/>
                </a:lnTo>
                <a:lnTo>
                  <a:pt x="1962" y="757"/>
                </a:lnTo>
                <a:lnTo>
                  <a:pt x="1920" y="787"/>
                </a:lnTo>
                <a:lnTo>
                  <a:pt x="1907" y="840"/>
                </a:lnTo>
                <a:lnTo>
                  <a:pt x="1925" y="845"/>
                </a:lnTo>
                <a:lnTo>
                  <a:pt x="1925" y="795"/>
                </a:lnTo>
                <a:lnTo>
                  <a:pt x="1985" y="792"/>
                </a:lnTo>
                <a:lnTo>
                  <a:pt x="2030" y="760"/>
                </a:lnTo>
                <a:lnTo>
                  <a:pt x="2030" y="692"/>
                </a:lnTo>
                <a:lnTo>
                  <a:pt x="2045" y="667"/>
                </a:lnTo>
                <a:lnTo>
                  <a:pt x="2022" y="625"/>
                </a:lnTo>
                <a:lnTo>
                  <a:pt x="2055" y="612"/>
                </a:lnTo>
                <a:lnTo>
                  <a:pt x="2075" y="577"/>
                </a:lnTo>
                <a:lnTo>
                  <a:pt x="2030" y="582"/>
                </a:lnTo>
                <a:lnTo>
                  <a:pt x="2020" y="565"/>
                </a:lnTo>
              </a:path>
              <a:path w="2495" h="1920">
                <a:moveTo>
                  <a:pt x="1292" y="1317"/>
                </a:moveTo>
                <a:lnTo>
                  <a:pt x="1272" y="1345"/>
                </a:lnTo>
                <a:lnTo>
                  <a:pt x="1285" y="1380"/>
                </a:lnTo>
                <a:lnTo>
                  <a:pt x="1312" y="1355"/>
                </a:lnTo>
                <a:lnTo>
                  <a:pt x="1292" y="1317"/>
                </a:lnTo>
              </a:path>
              <a:path w="2495" h="1920">
                <a:moveTo>
                  <a:pt x="1527" y="1385"/>
                </a:moveTo>
                <a:lnTo>
                  <a:pt x="1585" y="1397"/>
                </a:lnTo>
                <a:lnTo>
                  <a:pt x="1672" y="1457"/>
                </a:lnTo>
                <a:lnTo>
                  <a:pt x="1660" y="1492"/>
                </a:lnTo>
                <a:lnTo>
                  <a:pt x="1732" y="1522"/>
                </a:lnTo>
                <a:lnTo>
                  <a:pt x="1920" y="1522"/>
                </a:lnTo>
                <a:lnTo>
                  <a:pt x="1715" y="1552"/>
                </a:lnTo>
                <a:lnTo>
                  <a:pt x="1660" y="1492"/>
                </a:lnTo>
                <a:lnTo>
                  <a:pt x="1607" y="1480"/>
                </a:lnTo>
                <a:lnTo>
                  <a:pt x="1527" y="1385"/>
                </a:lnTo>
              </a:path>
              <a:path w="2495" h="1920">
                <a:moveTo>
                  <a:pt x="2192" y="1910"/>
                </a:moveTo>
                <a:lnTo>
                  <a:pt x="2180" y="1912"/>
                </a:lnTo>
                <a:lnTo>
                  <a:pt x="2172" y="1920"/>
                </a:lnTo>
                <a:lnTo>
                  <a:pt x="2160" y="1905"/>
                </a:lnTo>
                <a:lnTo>
                  <a:pt x="2122" y="1887"/>
                </a:lnTo>
                <a:lnTo>
                  <a:pt x="2117" y="1860"/>
                </a:lnTo>
                <a:lnTo>
                  <a:pt x="2105" y="1850"/>
                </a:lnTo>
                <a:lnTo>
                  <a:pt x="2072" y="1850"/>
                </a:lnTo>
                <a:lnTo>
                  <a:pt x="2072" y="1830"/>
                </a:lnTo>
                <a:lnTo>
                  <a:pt x="2062" y="1822"/>
                </a:lnTo>
                <a:lnTo>
                  <a:pt x="2060" y="1805"/>
                </a:lnTo>
                <a:lnTo>
                  <a:pt x="2037" y="1802"/>
                </a:lnTo>
                <a:lnTo>
                  <a:pt x="2017" y="1797"/>
                </a:lnTo>
                <a:lnTo>
                  <a:pt x="1997" y="1802"/>
                </a:lnTo>
                <a:lnTo>
                  <a:pt x="1997" y="1805"/>
                </a:lnTo>
                <a:lnTo>
                  <a:pt x="1952" y="1820"/>
                </a:lnTo>
                <a:lnTo>
                  <a:pt x="1952" y="1827"/>
                </a:lnTo>
                <a:lnTo>
                  <a:pt x="1912" y="1827"/>
                </a:lnTo>
                <a:lnTo>
                  <a:pt x="1892" y="1840"/>
                </a:lnTo>
                <a:lnTo>
                  <a:pt x="1867" y="1827"/>
                </a:lnTo>
                <a:lnTo>
                  <a:pt x="1867" y="1822"/>
                </a:lnTo>
                <a:lnTo>
                  <a:pt x="1867" y="1797"/>
                </a:lnTo>
                <a:lnTo>
                  <a:pt x="1860" y="1772"/>
                </a:lnTo>
                <a:lnTo>
                  <a:pt x="1850" y="1752"/>
                </a:lnTo>
                <a:lnTo>
                  <a:pt x="1855" y="1735"/>
                </a:lnTo>
                <a:lnTo>
                  <a:pt x="1847" y="1727"/>
                </a:lnTo>
                <a:lnTo>
                  <a:pt x="1842" y="1690"/>
                </a:lnTo>
                <a:lnTo>
                  <a:pt x="1847" y="1665"/>
                </a:lnTo>
                <a:lnTo>
                  <a:pt x="1870" y="1645"/>
                </a:lnTo>
                <a:lnTo>
                  <a:pt x="1920" y="1632"/>
                </a:lnTo>
                <a:lnTo>
                  <a:pt x="1932" y="1615"/>
                </a:lnTo>
                <a:lnTo>
                  <a:pt x="1927" y="1597"/>
                </a:lnTo>
                <a:lnTo>
                  <a:pt x="1940" y="1592"/>
                </a:lnTo>
                <a:lnTo>
                  <a:pt x="1942" y="1600"/>
                </a:lnTo>
                <a:lnTo>
                  <a:pt x="1947" y="1587"/>
                </a:lnTo>
                <a:lnTo>
                  <a:pt x="1980" y="1562"/>
                </a:lnTo>
                <a:lnTo>
                  <a:pt x="1997" y="1575"/>
                </a:lnTo>
                <a:lnTo>
                  <a:pt x="2017" y="1567"/>
                </a:lnTo>
                <a:lnTo>
                  <a:pt x="2022" y="1547"/>
                </a:lnTo>
                <a:lnTo>
                  <a:pt x="2042" y="1542"/>
                </a:lnTo>
                <a:lnTo>
                  <a:pt x="2037" y="1527"/>
                </a:lnTo>
                <a:lnTo>
                  <a:pt x="2065" y="1537"/>
                </a:lnTo>
                <a:lnTo>
                  <a:pt x="2087" y="1532"/>
                </a:lnTo>
                <a:lnTo>
                  <a:pt x="2100" y="1585"/>
                </a:lnTo>
                <a:lnTo>
                  <a:pt x="2117" y="1600"/>
                </a:lnTo>
                <a:lnTo>
                  <a:pt x="2132" y="1600"/>
                </a:lnTo>
                <a:lnTo>
                  <a:pt x="2140" y="1567"/>
                </a:lnTo>
                <a:lnTo>
                  <a:pt x="2135" y="1552"/>
                </a:lnTo>
                <a:lnTo>
                  <a:pt x="2140" y="1527"/>
                </a:lnTo>
                <a:lnTo>
                  <a:pt x="2147" y="1525"/>
                </a:lnTo>
                <a:lnTo>
                  <a:pt x="2160" y="1555"/>
                </a:lnTo>
                <a:lnTo>
                  <a:pt x="2172" y="1562"/>
                </a:lnTo>
                <a:lnTo>
                  <a:pt x="2180" y="1592"/>
                </a:lnTo>
                <a:lnTo>
                  <a:pt x="2192" y="1632"/>
                </a:lnTo>
                <a:lnTo>
                  <a:pt x="2210" y="1642"/>
                </a:lnTo>
                <a:lnTo>
                  <a:pt x="2232" y="1672"/>
                </a:lnTo>
                <a:lnTo>
                  <a:pt x="2235" y="1687"/>
                </a:lnTo>
                <a:lnTo>
                  <a:pt x="2255" y="1705"/>
                </a:lnTo>
                <a:lnTo>
                  <a:pt x="2262" y="1737"/>
                </a:lnTo>
                <a:lnTo>
                  <a:pt x="2262" y="1762"/>
                </a:lnTo>
                <a:lnTo>
                  <a:pt x="2255" y="1802"/>
                </a:lnTo>
                <a:lnTo>
                  <a:pt x="2235" y="1827"/>
                </a:lnTo>
                <a:lnTo>
                  <a:pt x="2230" y="1860"/>
                </a:lnTo>
                <a:lnTo>
                  <a:pt x="2230" y="1887"/>
                </a:lnTo>
                <a:lnTo>
                  <a:pt x="2210" y="1892"/>
                </a:lnTo>
                <a:lnTo>
                  <a:pt x="2192" y="191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lang="en-US" altLang="en-US" sz="1400" dirty="0"/>
          </a:p>
        </p:txBody>
      </p:sp>
      <p:sp>
        <p:nvSpPr>
          <p:cNvPr id="164" name="path"/>
          <p:cNvSpPr/>
          <p:nvPr/>
        </p:nvSpPr>
        <p:spPr>
          <a:xfrm>
            <a:off x="7523162" y="5694362"/>
            <a:ext cx="28575" cy="119062"/>
          </a:xfrm>
          <a:custGeom>
            <a:avLst/>
            <a:gdLst/>
            <a:ahLst/>
            <a:cxnLst/>
            <a:rect l="0" t="0" r="0" b="0"/>
            <a:pathLst>
              <a:path w="45" h="187">
                <a:moveTo>
                  <a:pt x="5" y="65"/>
                </a:moveTo>
                <a:lnTo>
                  <a:pt x="22" y="50"/>
                </a:lnTo>
                <a:lnTo>
                  <a:pt x="35" y="0"/>
                </a:lnTo>
                <a:lnTo>
                  <a:pt x="45" y="75"/>
                </a:lnTo>
                <a:lnTo>
                  <a:pt x="30" y="167"/>
                </a:lnTo>
                <a:lnTo>
                  <a:pt x="0" y="187"/>
                </a:lnTo>
                <a:lnTo>
                  <a:pt x="0" y="142"/>
                </a:lnTo>
                <a:lnTo>
                  <a:pt x="7" y="112"/>
                </a:lnTo>
                <a:lnTo>
                  <a:pt x="5" y="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" name="rect"/>
          <p:cNvSpPr/>
          <p:nvPr/>
        </p:nvSpPr>
        <p:spPr>
          <a:xfrm>
            <a:off x="8461375" y="5981700"/>
            <a:ext cx="25400" cy="30162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268832" y="1895615"/>
            <a:ext cx="8626475" cy="16808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3075940" algn="l" rtl="0" eaLnBrk="0">
              <a:lnSpc>
                <a:spcPct val="95000"/>
              </a:lnSpc>
            </a:pPr>
            <a:r>
              <a:rPr sz="4400" u="sng" kern="0" spc="-5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实验内容</a:t>
            </a:r>
            <a:r>
              <a:rPr lang="zh-CN" sz="4400" b="1" u="sng" kern="0" spc="-5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之一</a:t>
            </a:r>
            <a:endParaRPr lang="en-US" altLang="en-US" sz="4400" dirty="0"/>
          </a:p>
          <a:p>
            <a:pPr algn="l" rtl="0" eaLnBrk="0">
              <a:lnSpc>
                <a:spcPct val="13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1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400" u="sng" kern="0" spc="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4400" b="1" u="sng" kern="0" spc="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4400" u="sng" kern="0" spc="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端口本地访问</a:t>
            </a:r>
            <a:r>
              <a:rPr sz="4400" b="1" u="sng" kern="0" spc="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</a:t>
            </a:r>
            <a:endParaRPr lang="en-US" altLang="en-US" sz="4400" dirty="0"/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556734"/>
            <a:ext cx="1584325" cy="1877199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178" name="textbox 178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</a:t>
            </a:r>
            <a:endParaRPr lang="en-US" altLang="en-US" sz="1400" dirty="0"/>
          </a:p>
        </p:txBody>
      </p:sp>
      <p:pic>
        <p:nvPicPr>
          <p:cNvPr id="180" name="picture 1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1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460694" y="421780"/>
            <a:ext cx="8273415" cy="6315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400" u="sng" kern="0" spc="-6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实验目的</a:t>
            </a:r>
            <a:endParaRPr lang="en-US" altLang="en-US" sz="44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marL="37465" algn="l" rtl="0" eaLnBrk="0">
              <a:lnSpc>
                <a:spcPct val="96000"/>
              </a:lnSpc>
              <a:spcBef>
                <a:spcPts val="960"/>
              </a:spcBef>
            </a:pPr>
            <a:r>
              <a:rPr sz="23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熟悉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路由器的开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机界面。</a:t>
            </a:r>
            <a:endParaRPr lang="en-US" altLang="en-US" sz="3200" dirty="0"/>
          </a:p>
          <a:p>
            <a:pPr algn="l" rtl="0" eaLnBrk="0">
              <a:lnSpc>
                <a:spcPct val="154000"/>
              </a:lnSpc>
            </a:pPr>
            <a:endParaRPr lang="en-US" altLang="en-US" sz="1000" dirty="0"/>
          </a:p>
          <a:p>
            <a:pPr marL="419735" indent="-382270" algn="l" rtl="0" eaLnBrk="0">
              <a:lnSpc>
                <a:spcPct val="123000"/>
              </a:lnSpc>
              <a:spcBef>
                <a:spcPts val="965"/>
              </a:spcBef>
            </a:pPr>
            <a:r>
              <a:rPr sz="23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7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端口实现对第一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次上电的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kern="0" spc="-6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由器的本地访问。</a:t>
            </a:r>
            <a:endParaRPr lang="en-US" altLang="en-US" sz="32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300" dirty="0"/>
          </a:p>
          <a:p>
            <a:pPr marL="2933700" algn="l" rtl="0" eaLnBrk="0">
              <a:lnSpc>
                <a:spcPct val="74000"/>
              </a:lnSpc>
              <a:spcBef>
                <a:spcPts val="5"/>
              </a:spcBef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</a:t>
            </a:r>
            <a:endParaRPr lang="en-US" altLang="en-US" sz="1400" dirty="0"/>
          </a:p>
        </p:txBody>
      </p:sp>
      <p:pic>
        <p:nvPicPr>
          <p:cNvPr id="188" name="picture 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77075" y="4556734"/>
            <a:ext cx="1584325" cy="1877199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24725" y="4361471"/>
            <a:ext cx="1639887" cy="2267928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406577" y="451942"/>
            <a:ext cx="8223884" cy="40239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173355" algn="l" rtl="0" eaLnBrk="0">
              <a:lnSpc>
                <a:spcPct val="96000"/>
              </a:lnSpc>
            </a:pPr>
            <a:r>
              <a:rPr sz="4400" u="sng" kern="0" spc="-5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设备需求</a:t>
            </a:r>
            <a:endParaRPr lang="en-US" altLang="en-US" sz="4400" dirty="0"/>
          </a:p>
          <a:p>
            <a:pPr algn="l" rtl="0" eaLnBrk="0">
              <a:lnSpc>
                <a:spcPct val="121000"/>
              </a:lnSpc>
            </a:pPr>
            <a:endParaRPr lang="en-US" altLang="en-US" sz="1000" dirty="0"/>
          </a:p>
          <a:p>
            <a:pPr algn="l" rtl="0" eaLnBrk="0">
              <a:lnSpc>
                <a:spcPct val="121000"/>
              </a:lnSpc>
            </a:pPr>
            <a:endParaRPr lang="en-US" altLang="en-US" sz="1000" dirty="0"/>
          </a:p>
          <a:p>
            <a:pPr marL="349250" indent="-336550" algn="l" rtl="0" eaLnBrk="0">
              <a:lnSpc>
                <a:spcPct val="127000"/>
              </a:lnSpc>
              <a:spcBef>
                <a:spcPts val="820"/>
              </a:spcBef>
            </a:pPr>
            <a:r>
              <a:rPr sz="2000" kern="0" spc="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6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台具有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个以上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10/100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Mbit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700" kern="0" spc="7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以太网电接口的</a:t>
            </a: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700" kern="0" spc="4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路由器。</a:t>
            </a:r>
            <a:endParaRPr lang="en-US" altLang="en-US" sz="2700" dirty="0"/>
          </a:p>
          <a:p>
            <a:pPr algn="l" rtl="0" eaLnBrk="0">
              <a:lnSpc>
                <a:spcPct val="140000"/>
              </a:lnSpc>
            </a:pPr>
            <a:endParaRPr lang="en-US" altLang="en-US" sz="1000" dirty="0"/>
          </a:p>
          <a:p>
            <a:pPr marL="352425" indent="-339725" algn="l" rtl="0" eaLnBrk="0">
              <a:lnSpc>
                <a:spcPct val="127000"/>
              </a:lnSpc>
              <a:spcBef>
                <a:spcPts val="820"/>
              </a:spcBef>
            </a:pPr>
            <a:r>
              <a:rPr sz="2000" kern="0" spc="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7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一台装有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Windows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系列操作系统的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（台式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机或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700" kern="0" spc="7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笔记本）</a:t>
            </a:r>
            <a:r>
              <a:rPr sz="2700" kern="0" spc="-7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7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以及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700" kern="0" spc="7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电缆及转接器。</a:t>
            </a:r>
            <a:endParaRPr lang="en-US" altLang="en-US" sz="27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7000"/>
              </a:lnSpc>
            </a:pPr>
            <a:endParaRPr lang="en-US" altLang="en-US" sz="400" dirty="0"/>
          </a:p>
          <a:p>
            <a:pPr algn="r" rtl="0" eaLnBrk="0">
              <a:lnSpc>
                <a:spcPct val="100000"/>
              </a:lnSpc>
              <a:spcBef>
                <a:spcPts val="5"/>
              </a:spcBef>
            </a:pPr>
            <a:r>
              <a:rPr sz="1700" kern="0" spc="80" dirty="0">
                <a:ln w="6537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注意：很多笔记本都不再配置串行接口，需要购</a:t>
            </a:r>
            <a:r>
              <a:rPr sz="1700" kern="0" spc="70" dirty="0">
                <a:ln w="6537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</a:t>
            </a:r>
            <a:r>
              <a:rPr sz="17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USB</a:t>
            </a:r>
            <a:r>
              <a:rPr sz="1700" kern="0" spc="70" dirty="0">
                <a:ln w="6537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转串行接口的适配器。</a:t>
            </a:r>
            <a:endParaRPr lang="en-US" altLang="en-US" sz="1700" dirty="0"/>
          </a:p>
        </p:txBody>
      </p:sp>
      <p:sp>
        <p:nvSpPr>
          <p:cNvPr id="202" name="textbox 202"/>
          <p:cNvSpPr/>
          <p:nvPr/>
        </p:nvSpPr>
        <p:spPr>
          <a:xfrm>
            <a:off x="-12700" y="6464300"/>
            <a:ext cx="9157334" cy="4089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lang="en-US" altLang="en-US" sz="600" dirty="0"/>
          </a:p>
          <a:p>
            <a:pPr marL="3406775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11</a:t>
            </a:r>
            <a:endParaRPr lang="en-US" altLang="en-US" sz="1400" dirty="0"/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77075" y="4570412"/>
            <a:ext cx="1704975" cy="18635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2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08" name="textbox 208"/>
          <p:cNvSpPr/>
          <p:nvPr/>
        </p:nvSpPr>
        <p:spPr>
          <a:xfrm>
            <a:off x="765378" y="553225"/>
            <a:ext cx="5327650" cy="41255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24130" algn="l" rtl="0" eaLnBrk="0">
              <a:lnSpc>
                <a:spcPct val="95000"/>
              </a:lnSpc>
            </a:pPr>
            <a:r>
              <a:rPr sz="4400" b="1" u="sng" kern="0" spc="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 </a:t>
            </a:r>
            <a:r>
              <a:rPr sz="4400" u="sng" kern="0" spc="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路由产品系</a:t>
            </a: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列</a:t>
            </a:r>
            <a:endParaRPr lang="en-US" altLang="en-US" sz="44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70"/>
              </a:spcBef>
            </a:pPr>
            <a:r>
              <a:rPr sz="2300" kern="0" spc="-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4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CR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核心路由器</a:t>
            </a:r>
            <a:endParaRPr lang="en-US" altLang="en-US" sz="32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65"/>
              </a:spcBef>
            </a:pPr>
            <a:r>
              <a:rPr sz="2300" kern="0" spc="-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4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SR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系列高端路由器</a:t>
            </a:r>
            <a:endParaRPr lang="en-US" altLang="en-US" sz="32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65"/>
              </a:spcBef>
            </a:pPr>
            <a:r>
              <a:rPr sz="23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6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MSR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系列开放多业务路由器</a:t>
            </a:r>
            <a:endParaRPr lang="en-US" altLang="en-US" sz="32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2300" kern="0" spc="-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5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ER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系列低端路由器</a:t>
            </a:r>
            <a:endParaRPr lang="en-US" altLang="en-US" sz="3200" dirty="0"/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556734"/>
            <a:ext cx="1584325" cy="1877199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3382010" y="6552565"/>
            <a:ext cx="3302635" cy="1898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3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endParaRPr lang="en-US" altLang="en-US" sz="1200" dirty="0"/>
          </a:p>
        </p:txBody>
      </p:sp>
      <p:sp>
        <p:nvSpPr>
          <p:cNvPr id="216" name="textbox 216"/>
          <p:cNvSpPr/>
          <p:nvPr/>
        </p:nvSpPr>
        <p:spPr>
          <a:xfrm>
            <a:off x="7532687" y="6553665"/>
            <a:ext cx="982980" cy="1879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  <a:tabLst>
                <a:tab pos="676275" algn="l"/>
              </a:tabLst>
            </a:pP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sz="1300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endParaRPr lang="en-US" altLang="en-US" sz="1300" dirty="0"/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22" name="textbox 222"/>
          <p:cNvSpPr/>
          <p:nvPr/>
        </p:nvSpPr>
        <p:spPr>
          <a:xfrm>
            <a:off x="562178" y="2262112"/>
            <a:ext cx="7305040" cy="21532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23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3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台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 MSR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36-40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企业级路由器。</a:t>
            </a:r>
            <a:endParaRPr lang="en-US" altLang="en-US" sz="32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65"/>
              </a:spcBef>
            </a:pPr>
            <a:r>
              <a:rPr sz="23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台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 MS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 26-00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路由器。</a:t>
            </a:r>
            <a:endParaRPr lang="en-US" altLang="en-US" sz="32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algn="r" rtl="0" eaLnBrk="0">
              <a:lnSpc>
                <a:spcPct val="96000"/>
              </a:lnSpc>
            </a:pPr>
            <a:r>
              <a:rPr sz="2300" kern="0" spc="-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9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一台</a:t>
            </a:r>
            <a:r>
              <a:rPr sz="3200" b="1" kern="0" spc="-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 MSR</a:t>
            </a:r>
            <a:r>
              <a:rPr sz="3200" b="1" kern="0" spc="-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810-W-DB</a:t>
            </a:r>
            <a:r>
              <a:rPr sz="3200" kern="0" spc="-10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无线路由器。</a:t>
            </a:r>
            <a:endParaRPr lang="en-US" altLang="en-US" sz="3200" dirty="0"/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76850" y="324485"/>
            <a:ext cx="3505200" cy="1708404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24725" y="4429125"/>
            <a:ext cx="1639887" cy="2019300"/>
          </a:xfrm>
          <a:prstGeom prst="rect">
            <a:avLst/>
          </a:prstGeom>
        </p:spPr>
      </p:pic>
      <p:pic>
        <p:nvPicPr>
          <p:cNvPr id="228" name="picture 2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59546" y="4361471"/>
            <a:ext cx="175056" cy="319456"/>
          </a:xfrm>
          <a:prstGeom prst="rect">
            <a:avLst/>
          </a:prstGeom>
        </p:spPr>
      </p:pic>
      <p:pic>
        <p:nvPicPr>
          <p:cNvPr id="230" name="picture 2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sp>
        <p:nvSpPr>
          <p:cNvPr id="232" name="path"/>
          <p:cNvSpPr/>
          <p:nvPr/>
        </p:nvSpPr>
        <p:spPr>
          <a:xfrm>
            <a:off x="7221537" y="5027612"/>
            <a:ext cx="58737" cy="74612"/>
          </a:xfrm>
          <a:custGeom>
            <a:avLst/>
            <a:gdLst/>
            <a:ahLst/>
            <a:cxnLst/>
            <a:rect l="0" t="0" r="0" b="0"/>
            <a:pathLst>
              <a:path w="92" h="117">
                <a:moveTo>
                  <a:pt x="92" y="90"/>
                </a:moveTo>
                <a:lnTo>
                  <a:pt x="72" y="77"/>
                </a:lnTo>
                <a:lnTo>
                  <a:pt x="72" y="25"/>
                </a:lnTo>
                <a:lnTo>
                  <a:pt x="82" y="12"/>
                </a:lnTo>
                <a:lnTo>
                  <a:pt x="65" y="12"/>
                </a:lnTo>
                <a:lnTo>
                  <a:pt x="75" y="0"/>
                </a:lnTo>
                <a:lnTo>
                  <a:pt x="62" y="0"/>
                </a:lnTo>
                <a:lnTo>
                  <a:pt x="47" y="15"/>
                </a:lnTo>
                <a:lnTo>
                  <a:pt x="47" y="47"/>
                </a:lnTo>
                <a:lnTo>
                  <a:pt x="55" y="55"/>
                </a:lnTo>
                <a:lnTo>
                  <a:pt x="55" y="70"/>
                </a:lnTo>
                <a:lnTo>
                  <a:pt x="50" y="70"/>
                </a:lnTo>
                <a:lnTo>
                  <a:pt x="37" y="82"/>
                </a:lnTo>
                <a:lnTo>
                  <a:pt x="37" y="95"/>
                </a:lnTo>
                <a:lnTo>
                  <a:pt x="22" y="117"/>
                </a:lnTo>
                <a:lnTo>
                  <a:pt x="75" y="117"/>
                </a:lnTo>
                <a:lnTo>
                  <a:pt x="92" y="90"/>
                </a:lnTo>
              </a:path>
              <a:path w="92" h="117">
                <a:moveTo>
                  <a:pt x="32" y="52"/>
                </a:moveTo>
                <a:lnTo>
                  <a:pt x="40" y="52"/>
                </a:lnTo>
                <a:lnTo>
                  <a:pt x="40" y="40"/>
                </a:lnTo>
                <a:lnTo>
                  <a:pt x="25" y="40"/>
                </a:lnTo>
                <a:lnTo>
                  <a:pt x="0" y="65"/>
                </a:lnTo>
                <a:lnTo>
                  <a:pt x="0" y="80"/>
                </a:lnTo>
                <a:lnTo>
                  <a:pt x="22" y="80"/>
                </a:lnTo>
                <a:lnTo>
                  <a:pt x="32" y="67"/>
                </a:lnTo>
                <a:lnTo>
                  <a:pt x="32" y="52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4" name="path"/>
          <p:cNvSpPr/>
          <p:nvPr/>
        </p:nvSpPr>
        <p:spPr>
          <a:xfrm>
            <a:off x="7077075" y="5243512"/>
            <a:ext cx="512762" cy="668337"/>
          </a:xfrm>
          <a:custGeom>
            <a:avLst/>
            <a:gdLst/>
            <a:ahLst/>
            <a:cxnLst/>
            <a:rect l="0" t="0" r="0" b="0"/>
            <a:pathLst>
              <a:path w="807" h="1052">
                <a:moveTo>
                  <a:pt x="190" y="0"/>
                </a:moveTo>
                <a:lnTo>
                  <a:pt x="177" y="27"/>
                </a:lnTo>
                <a:lnTo>
                  <a:pt x="112" y="82"/>
                </a:lnTo>
                <a:lnTo>
                  <a:pt x="100" y="132"/>
                </a:lnTo>
                <a:lnTo>
                  <a:pt x="52" y="170"/>
                </a:lnTo>
                <a:lnTo>
                  <a:pt x="20" y="240"/>
                </a:lnTo>
                <a:lnTo>
                  <a:pt x="20" y="285"/>
                </a:lnTo>
                <a:lnTo>
                  <a:pt x="0" y="360"/>
                </a:lnTo>
                <a:lnTo>
                  <a:pt x="27" y="392"/>
                </a:lnTo>
                <a:lnTo>
                  <a:pt x="100" y="487"/>
                </a:lnTo>
                <a:lnTo>
                  <a:pt x="120" y="475"/>
                </a:lnTo>
                <a:lnTo>
                  <a:pt x="247" y="475"/>
                </a:lnTo>
                <a:lnTo>
                  <a:pt x="307" y="497"/>
                </a:lnTo>
                <a:lnTo>
                  <a:pt x="302" y="572"/>
                </a:lnTo>
                <a:lnTo>
                  <a:pt x="345" y="670"/>
                </a:lnTo>
                <a:lnTo>
                  <a:pt x="342" y="697"/>
                </a:lnTo>
                <a:lnTo>
                  <a:pt x="360" y="727"/>
                </a:lnTo>
                <a:lnTo>
                  <a:pt x="332" y="797"/>
                </a:lnTo>
                <a:lnTo>
                  <a:pt x="365" y="885"/>
                </a:lnTo>
                <a:lnTo>
                  <a:pt x="382" y="955"/>
                </a:lnTo>
                <a:lnTo>
                  <a:pt x="405" y="997"/>
                </a:lnTo>
                <a:lnTo>
                  <a:pt x="427" y="1052"/>
                </a:lnTo>
                <a:lnTo>
                  <a:pt x="470" y="1045"/>
                </a:lnTo>
                <a:lnTo>
                  <a:pt x="540" y="1005"/>
                </a:lnTo>
                <a:lnTo>
                  <a:pt x="572" y="955"/>
                </a:lnTo>
                <a:lnTo>
                  <a:pt x="570" y="922"/>
                </a:lnTo>
                <a:lnTo>
                  <a:pt x="612" y="897"/>
                </a:lnTo>
                <a:lnTo>
                  <a:pt x="605" y="850"/>
                </a:lnTo>
                <a:lnTo>
                  <a:pt x="667" y="775"/>
                </a:lnTo>
                <a:lnTo>
                  <a:pt x="677" y="712"/>
                </a:lnTo>
                <a:lnTo>
                  <a:pt x="660" y="692"/>
                </a:lnTo>
                <a:lnTo>
                  <a:pt x="667" y="667"/>
                </a:lnTo>
                <a:lnTo>
                  <a:pt x="652" y="645"/>
                </a:lnTo>
                <a:lnTo>
                  <a:pt x="700" y="585"/>
                </a:lnTo>
                <a:lnTo>
                  <a:pt x="700" y="555"/>
                </a:lnTo>
                <a:lnTo>
                  <a:pt x="765" y="505"/>
                </a:lnTo>
                <a:lnTo>
                  <a:pt x="807" y="370"/>
                </a:lnTo>
                <a:lnTo>
                  <a:pt x="747" y="405"/>
                </a:lnTo>
                <a:lnTo>
                  <a:pt x="695" y="390"/>
                </a:lnTo>
                <a:lnTo>
                  <a:pt x="702" y="357"/>
                </a:lnTo>
                <a:lnTo>
                  <a:pt x="650" y="322"/>
                </a:lnTo>
                <a:lnTo>
                  <a:pt x="625" y="235"/>
                </a:lnTo>
                <a:lnTo>
                  <a:pt x="575" y="165"/>
                </a:lnTo>
                <a:lnTo>
                  <a:pt x="575" y="117"/>
                </a:lnTo>
                <a:lnTo>
                  <a:pt x="547" y="115"/>
                </a:lnTo>
                <a:lnTo>
                  <a:pt x="530" y="122"/>
                </a:lnTo>
                <a:lnTo>
                  <a:pt x="455" y="95"/>
                </a:lnTo>
                <a:lnTo>
                  <a:pt x="435" y="115"/>
                </a:lnTo>
                <a:lnTo>
                  <a:pt x="417" y="140"/>
                </a:lnTo>
                <a:lnTo>
                  <a:pt x="377" y="95"/>
                </a:lnTo>
                <a:lnTo>
                  <a:pt x="337" y="82"/>
                </a:lnTo>
                <a:lnTo>
                  <a:pt x="335" y="25"/>
                </a:lnTo>
                <a:lnTo>
                  <a:pt x="277" y="35"/>
                </a:lnTo>
                <a:lnTo>
                  <a:pt x="240" y="22"/>
                </a:lnTo>
                <a:lnTo>
                  <a:pt x="19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path"/>
          <p:cNvSpPr/>
          <p:nvPr/>
        </p:nvSpPr>
        <p:spPr>
          <a:xfrm>
            <a:off x="7300912" y="5199062"/>
            <a:ext cx="250825" cy="614362"/>
          </a:xfrm>
          <a:custGeom>
            <a:avLst/>
            <a:gdLst/>
            <a:ahLst/>
            <a:cxnLst/>
            <a:rect l="0" t="0" r="0" b="0"/>
            <a:pathLst>
              <a:path w="395" h="967">
                <a:moveTo>
                  <a:pt x="0" y="20"/>
                </a:moveTo>
                <a:lnTo>
                  <a:pt x="0" y="60"/>
                </a:lnTo>
                <a:lnTo>
                  <a:pt x="0" y="35"/>
                </a:lnTo>
                <a:lnTo>
                  <a:pt x="0" y="20"/>
                </a:lnTo>
              </a:path>
              <a:path w="395" h="967">
                <a:moveTo>
                  <a:pt x="42" y="75"/>
                </a:moveTo>
                <a:lnTo>
                  <a:pt x="82" y="75"/>
                </a:lnTo>
                <a:lnTo>
                  <a:pt x="82" y="115"/>
                </a:lnTo>
                <a:lnTo>
                  <a:pt x="42" y="75"/>
                </a:lnTo>
              </a:path>
              <a:path w="395" h="967">
                <a:moveTo>
                  <a:pt x="277" y="0"/>
                </a:moveTo>
                <a:lnTo>
                  <a:pt x="242" y="0"/>
                </a:lnTo>
                <a:lnTo>
                  <a:pt x="222" y="22"/>
                </a:lnTo>
                <a:lnTo>
                  <a:pt x="210" y="22"/>
                </a:lnTo>
                <a:lnTo>
                  <a:pt x="200" y="32"/>
                </a:lnTo>
                <a:lnTo>
                  <a:pt x="187" y="32"/>
                </a:lnTo>
                <a:lnTo>
                  <a:pt x="187" y="62"/>
                </a:lnTo>
                <a:lnTo>
                  <a:pt x="207" y="85"/>
                </a:lnTo>
                <a:lnTo>
                  <a:pt x="260" y="85"/>
                </a:lnTo>
                <a:lnTo>
                  <a:pt x="277" y="62"/>
                </a:lnTo>
                <a:lnTo>
                  <a:pt x="277" y="0"/>
                </a:lnTo>
              </a:path>
              <a:path w="395" h="967">
                <a:moveTo>
                  <a:pt x="355" y="845"/>
                </a:moveTo>
                <a:lnTo>
                  <a:pt x="372" y="830"/>
                </a:lnTo>
                <a:lnTo>
                  <a:pt x="385" y="780"/>
                </a:lnTo>
                <a:lnTo>
                  <a:pt x="395" y="855"/>
                </a:lnTo>
                <a:lnTo>
                  <a:pt x="380" y="947"/>
                </a:lnTo>
                <a:lnTo>
                  <a:pt x="350" y="967"/>
                </a:lnTo>
                <a:lnTo>
                  <a:pt x="350" y="922"/>
                </a:lnTo>
                <a:lnTo>
                  <a:pt x="357" y="892"/>
                </a:lnTo>
                <a:lnTo>
                  <a:pt x="355" y="84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8" name="rect"/>
          <p:cNvSpPr/>
          <p:nvPr/>
        </p:nvSpPr>
        <p:spPr>
          <a:xfrm>
            <a:off x="8262937" y="5410200"/>
            <a:ext cx="25400" cy="31750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0" name="path"/>
          <p:cNvSpPr/>
          <p:nvPr/>
        </p:nvSpPr>
        <p:spPr>
          <a:xfrm>
            <a:off x="8047037" y="5549900"/>
            <a:ext cx="466725" cy="417512"/>
          </a:xfrm>
          <a:custGeom>
            <a:avLst/>
            <a:gdLst/>
            <a:ahLst/>
            <a:cxnLst/>
            <a:rect l="0" t="0" r="0" b="0"/>
            <a:pathLst>
              <a:path w="735" h="657">
                <a:moveTo>
                  <a:pt x="187" y="85"/>
                </a:moveTo>
                <a:lnTo>
                  <a:pt x="230" y="85"/>
                </a:lnTo>
                <a:lnTo>
                  <a:pt x="280" y="0"/>
                </a:lnTo>
                <a:lnTo>
                  <a:pt x="307" y="50"/>
                </a:lnTo>
                <a:lnTo>
                  <a:pt x="285" y="172"/>
                </a:lnTo>
                <a:lnTo>
                  <a:pt x="195" y="142"/>
                </a:lnTo>
                <a:lnTo>
                  <a:pt x="187" y="85"/>
                </a:lnTo>
              </a:path>
              <a:path w="735" h="657">
                <a:moveTo>
                  <a:pt x="442" y="105"/>
                </a:moveTo>
                <a:lnTo>
                  <a:pt x="430" y="67"/>
                </a:lnTo>
                <a:lnTo>
                  <a:pt x="497" y="82"/>
                </a:lnTo>
                <a:lnTo>
                  <a:pt x="597" y="122"/>
                </a:lnTo>
                <a:lnTo>
                  <a:pt x="597" y="152"/>
                </a:lnTo>
                <a:lnTo>
                  <a:pt x="637" y="232"/>
                </a:lnTo>
                <a:lnTo>
                  <a:pt x="560" y="157"/>
                </a:lnTo>
                <a:lnTo>
                  <a:pt x="507" y="162"/>
                </a:lnTo>
                <a:lnTo>
                  <a:pt x="442" y="105"/>
                </a:lnTo>
              </a:path>
              <a:path w="735" h="657">
                <a:moveTo>
                  <a:pt x="0" y="122"/>
                </a:moveTo>
                <a:lnTo>
                  <a:pt x="57" y="135"/>
                </a:lnTo>
                <a:lnTo>
                  <a:pt x="145" y="195"/>
                </a:lnTo>
                <a:lnTo>
                  <a:pt x="132" y="230"/>
                </a:lnTo>
                <a:lnTo>
                  <a:pt x="205" y="260"/>
                </a:lnTo>
                <a:lnTo>
                  <a:pt x="392" y="260"/>
                </a:lnTo>
                <a:lnTo>
                  <a:pt x="187" y="290"/>
                </a:lnTo>
                <a:lnTo>
                  <a:pt x="132" y="230"/>
                </a:lnTo>
                <a:lnTo>
                  <a:pt x="80" y="217"/>
                </a:lnTo>
                <a:lnTo>
                  <a:pt x="0" y="122"/>
                </a:lnTo>
              </a:path>
              <a:path w="735" h="657">
                <a:moveTo>
                  <a:pt x="665" y="647"/>
                </a:moveTo>
                <a:lnTo>
                  <a:pt x="652" y="650"/>
                </a:lnTo>
                <a:lnTo>
                  <a:pt x="645" y="657"/>
                </a:lnTo>
                <a:lnTo>
                  <a:pt x="632" y="642"/>
                </a:lnTo>
                <a:lnTo>
                  <a:pt x="595" y="625"/>
                </a:lnTo>
                <a:lnTo>
                  <a:pt x="590" y="597"/>
                </a:lnTo>
                <a:lnTo>
                  <a:pt x="577" y="587"/>
                </a:lnTo>
                <a:lnTo>
                  <a:pt x="545" y="587"/>
                </a:lnTo>
                <a:lnTo>
                  <a:pt x="545" y="567"/>
                </a:lnTo>
                <a:lnTo>
                  <a:pt x="535" y="560"/>
                </a:lnTo>
                <a:lnTo>
                  <a:pt x="532" y="542"/>
                </a:lnTo>
                <a:lnTo>
                  <a:pt x="510" y="540"/>
                </a:lnTo>
                <a:lnTo>
                  <a:pt x="490" y="535"/>
                </a:lnTo>
                <a:lnTo>
                  <a:pt x="470" y="540"/>
                </a:lnTo>
                <a:lnTo>
                  <a:pt x="470" y="542"/>
                </a:lnTo>
                <a:lnTo>
                  <a:pt x="425" y="557"/>
                </a:lnTo>
                <a:lnTo>
                  <a:pt x="425" y="565"/>
                </a:lnTo>
                <a:lnTo>
                  <a:pt x="385" y="565"/>
                </a:lnTo>
                <a:lnTo>
                  <a:pt x="365" y="577"/>
                </a:lnTo>
                <a:lnTo>
                  <a:pt x="340" y="565"/>
                </a:lnTo>
                <a:lnTo>
                  <a:pt x="340" y="560"/>
                </a:lnTo>
                <a:lnTo>
                  <a:pt x="340" y="535"/>
                </a:lnTo>
                <a:lnTo>
                  <a:pt x="332" y="510"/>
                </a:lnTo>
                <a:lnTo>
                  <a:pt x="322" y="490"/>
                </a:lnTo>
                <a:lnTo>
                  <a:pt x="327" y="472"/>
                </a:lnTo>
                <a:lnTo>
                  <a:pt x="320" y="465"/>
                </a:lnTo>
                <a:lnTo>
                  <a:pt x="315" y="427"/>
                </a:lnTo>
                <a:lnTo>
                  <a:pt x="320" y="402"/>
                </a:lnTo>
                <a:lnTo>
                  <a:pt x="342" y="382"/>
                </a:lnTo>
                <a:lnTo>
                  <a:pt x="392" y="370"/>
                </a:lnTo>
                <a:lnTo>
                  <a:pt x="405" y="352"/>
                </a:lnTo>
                <a:lnTo>
                  <a:pt x="400" y="335"/>
                </a:lnTo>
                <a:lnTo>
                  <a:pt x="412" y="330"/>
                </a:lnTo>
                <a:lnTo>
                  <a:pt x="415" y="337"/>
                </a:lnTo>
                <a:lnTo>
                  <a:pt x="420" y="325"/>
                </a:lnTo>
                <a:lnTo>
                  <a:pt x="452" y="300"/>
                </a:lnTo>
                <a:lnTo>
                  <a:pt x="470" y="312"/>
                </a:lnTo>
                <a:lnTo>
                  <a:pt x="490" y="305"/>
                </a:lnTo>
                <a:lnTo>
                  <a:pt x="495" y="285"/>
                </a:lnTo>
                <a:lnTo>
                  <a:pt x="515" y="280"/>
                </a:lnTo>
                <a:lnTo>
                  <a:pt x="510" y="265"/>
                </a:lnTo>
                <a:lnTo>
                  <a:pt x="537" y="275"/>
                </a:lnTo>
                <a:lnTo>
                  <a:pt x="560" y="270"/>
                </a:lnTo>
                <a:lnTo>
                  <a:pt x="572" y="322"/>
                </a:lnTo>
                <a:lnTo>
                  <a:pt x="590" y="337"/>
                </a:lnTo>
                <a:lnTo>
                  <a:pt x="605" y="337"/>
                </a:lnTo>
                <a:lnTo>
                  <a:pt x="612" y="305"/>
                </a:lnTo>
                <a:lnTo>
                  <a:pt x="607" y="290"/>
                </a:lnTo>
                <a:lnTo>
                  <a:pt x="612" y="265"/>
                </a:lnTo>
                <a:lnTo>
                  <a:pt x="620" y="262"/>
                </a:lnTo>
                <a:lnTo>
                  <a:pt x="632" y="292"/>
                </a:lnTo>
                <a:lnTo>
                  <a:pt x="645" y="300"/>
                </a:lnTo>
                <a:lnTo>
                  <a:pt x="652" y="330"/>
                </a:lnTo>
                <a:lnTo>
                  <a:pt x="665" y="370"/>
                </a:lnTo>
                <a:lnTo>
                  <a:pt x="682" y="380"/>
                </a:lnTo>
                <a:lnTo>
                  <a:pt x="705" y="410"/>
                </a:lnTo>
                <a:lnTo>
                  <a:pt x="707" y="425"/>
                </a:lnTo>
                <a:lnTo>
                  <a:pt x="727" y="442"/>
                </a:lnTo>
                <a:lnTo>
                  <a:pt x="735" y="475"/>
                </a:lnTo>
                <a:lnTo>
                  <a:pt x="735" y="500"/>
                </a:lnTo>
                <a:lnTo>
                  <a:pt x="727" y="540"/>
                </a:lnTo>
                <a:lnTo>
                  <a:pt x="707" y="565"/>
                </a:lnTo>
                <a:lnTo>
                  <a:pt x="702" y="597"/>
                </a:lnTo>
                <a:lnTo>
                  <a:pt x="702" y="625"/>
                </a:lnTo>
                <a:lnTo>
                  <a:pt x="682" y="630"/>
                </a:lnTo>
                <a:lnTo>
                  <a:pt x="665" y="647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" name="path"/>
          <p:cNvSpPr/>
          <p:nvPr/>
        </p:nvSpPr>
        <p:spPr>
          <a:xfrm>
            <a:off x="7186612" y="4748212"/>
            <a:ext cx="1363662" cy="876300"/>
          </a:xfrm>
          <a:custGeom>
            <a:avLst/>
            <a:gdLst/>
            <a:ahLst/>
            <a:cxnLst/>
            <a:rect l="0" t="0" r="0" b="0"/>
            <a:pathLst>
              <a:path w="2147" h="1380">
                <a:moveTo>
                  <a:pt x="300" y="410"/>
                </a:moveTo>
                <a:lnTo>
                  <a:pt x="300" y="435"/>
                </a:lnTo>
                <a:lnTo>
                  <a:pt x="310" y="445"/>
                </a:lnTo>
                <a:lnTo>
                  <a:pt x="360" y="445"/>
                </a:lnTo>
                <a:lnTo>
                  <a:pt x="360" y="460"/>
                </a:lnTo>
                <a:lnTo>
                  <a:pt x="322" y="460"/>
                </a:lnTo>
                <a:lnTo>
                  <a:pt x="322" y="502"/>
                </a:lnTo>
                <a:lnTo>
                  <a:pt x="307" y="482"/>
                </a:lnTo>
                <a:lnTo>
                  <a:pt x="307" y="510"/>
                </a:lnTo>
                <a:lnTo>
                  <a:pt x="285" y="535"/>
                </a:lnTo>
                <a:lnTo>
                  <a:pt x="272" y="520"/>
                </a:lnTo>
                <a:lnTo>
                  <a:pt x="250" y="537"/>
                </a:lnTo>
                <a:lnTo>
                  <a:pt x="247" y="532"/>
                </a:lnTo>
                <a:lnTo>
                  <a:pt x="220" y="532"/>
                </a:lnTo>
                <a:lnTo>
                  <a:pt x="235" y="515"/>
                </a:lnTo>
                <a:lnTo>
                  <a:pt x="235" y="507"/>
                </a:lnTo>
                <a:lnTo>
                  <a:pt x="220" y="495"/>
                </a:lnTo>
                <a:lnTo>
                  <a:pt x="220" y="475"/>
                </a:lnTo>
                <a:lnTo>
                  <a:pt x="202" y="495"/>
                </a:lnTo>
                <a:lnTo>
                  <a:pt x="202" y="532"/>
                </a:lnTo>
                <a:lnTo>
                  <a:pt x="182" y="532"/>
                </a:lnTo>
                <a:lnTo>
                  <a:pt x="155" y="560"/>
                </a:lnTo>
                <a:lnTo>
                  <a:pt x="145" y="560"/>
                </a:lnTo>
                <a:lnTo>
                  <a:pt x="130" y="577"/>
                </a:lnTo>
                <a:lnTo>
                  <a:pt x="75" y="577"/>
                </a:lnTo>
                <a:lnTo>
                  <a:pt x="95" y="602"/>
                </a:lnTo>
                <a:lnTo>
                  <a:pt x="95" y="642"/>
                </a:lnTo>
                <a:lnTo>
                  <a:pt x="75" y="665"/>
                </a:lnTo>
                <a:lnTo>
                  <a:pt x="55" y="642"/>
                </a:lnTo>
                <a:lnTo>
                  <a:pt x="12" y="642"/>
                </a:lnTo>
                <a:lnTo>
                  <a:pt x="12" y="670"/>
                </a:lnTo>
                <a:lnTo>
                  <a:pt x="0" y="687"/>
                </a:lnTo>
                <a:lnTo>
                  <a:pt x="0" y="725"/>
                </a:lnTo>
                <a:lnTo>
                  <a:pt x="25" y="755"/>
                </a:lnTo>
                <a:lnTo>
                  <a:pt x="65" y="755"/>
                </a:lnTo>
                <a:lnTo>
                  <a:pt x="125" y="682"/>
                </a:lnTo>
                <a:lnTo>
                  <a:pt x="180" y="682"/>
                </a:lnTo>
                <a:lnTo>
                  <a:pt x="187" y="667"/>
                </a:lnTo>
                <a:lnTo>
                  <a:pt x="200" y="682"/>
                </a:lnTo>
                <a:lnTo>
                  <a:pt x="197" y="697"/>
                </a:lnTo>
                <a:lnTo>
                  <a:pt x="247" y="747"/>
                </a:lnTo>
                <a:lnTo>
                  <a:pt x="247" y="767"/>
                </a:lnTo>
                <a:lnTo>
                  <a:pt x="260" y="760"/>
                </a:lnTo>
                <a:lnTo>
                  <a:pt x="252" y="747"/>
                </a:lnTo>
                <a:lnTo>
                  <a:pt x="260" y="740"/>
                </a:lnTo>
                <a:lnTo>
                  <a:pt x="267" y="747"/>
                </a:lnTo>
                <a:lnTo>
                  <a:pt x="272" y="745"/>
                </a:lnTo>
                <a:lnTo>
                  <a:pt x="220" y="680"/>
                </a:lnTo>
                <a:lnTo>
                  <a:pt x="220" y="657"/>
                </a:lnTo>
                <a:lnTo>
                  <a:pt x="235" y="657"/>
                </a:lnTo>
                <a:lnTo>
                  <a:pt x="235" y="670"/>
                </a:lnTo>
                <a:lnTo>
                  <a:pt x="285" y="727"/>
                </a:lnTo>
                <a:lnTo>
                  <a:pt x="285" y="745"/>
                </a:lnTo>
                <a:lnTo>
                  <a:pt x="307" y="770"/>
                </a:lnTo>
                <a:lnTo>
                  <a:pt x="302" y="775"/>
                </a:lnTo>
                <a:lnTo>
                  <a:pt x="317" y="795"/>
                </a:lnTo>
                <a:lnTo>
                  <a:pt x="342" y="767"/>
                </a:lnTo>
                <a:lnTo>
                  <a:pt x="327" y="750"/>
                </a:lnTo>
                <a:lnTo>
                  <a:pt x="342" y="735"/>
                </a:lnTo>
                <a:lnTo>
                  <a:pt x="360" y="735"/>
                </a:lnTo>
                <a:lnTo>
                  <a:pt x="370" y="725"/>
                </a:lnTo>
                <a:lnTo>
                  <a:pt x="382" y="725"/>
                </a:lnTo>
                <a:lnTo>
                  <a:pt x="367" y="702"/>
                </a:lnTo>
                <a:lnTo>
                  <a:pt x="375" y="692"/>
                </a:lnTo>
                <a:lnTo>
                  <a:pt x="375" y="655"/>
                </a:lnTo>
                <a:lnTo>
                  <a:pt x="392" y="635"/>
                </a:lnTo>
                <a:lnTo>
                  <a:pt x="400" y="642"/>
                </a:lnTo>
                <a:lnTo>
                  <a:pt x="415" y="642"/>
                </a:lnTo>
                <a:lnTo>
                  <a:pt x="407" y="652"/>
                </a:lnTo>
                <a:lnTo>
                  <a:pt x="422" y="667"/>
                </a:lnTo>
                <a:lnTo>
                  <a:pt x="430" y="655"/>
                </a:lnTo>
                <a:lnTo>
                  <a:pt x="442" y="655"/>
                </a:lnTo>
                <a:lnTo>
                  <a:pt x="442" y="647"/>
                </a:lnTo>
                <a:lnTo>
                  <a:pt x="437" y="647"/>
                </a:lnTo>
                <a:lnTo>
                  <a:pt x="427" y="642"/>
                </a:lnTo>
                <a:lnTo>
                  <a:pt x="450" y="612"/>
                </a:lnTo>
                <a:lnTo>
                  <a:pt x="450" y="655"/>
                </a:lnTo>
                <a:lnTo>
                  <a:pt x="457" y="655"/>
                </a:lnTo>
                <a:lnTo>
                  <a:pt x="457" y="410"/>
                </a:lnTo>
                <a:lnTo>
                  <a:pt x="300" y="410"/>
                </a:lnTo>
              </a:path>
              <a:path w="2147" h="1380">
                <a:moveTo>
                  <a:pt x="195" y="405"/>
                </a:moveTo>
                <a:lnTo>
                  <a:pt x="250" y="362"/>
                </a:lnTo>
                <a:lnTo>
                  <a:pt x="305" y="280"/>
                </a:lnTo>
                <a:lnTo>
                  <a:pt x="372" y="240"/>
                </a:lnTo>
                <a:lnTo>
                  <a:pt x="440" y="287"/>
                </a:lnTo>
                <a:lnTo>
                  <a:pt x="447" y="325"/>
                </a:lnTo>
                <a:lnTo>
                  <a:pt x="432" y="325"/>
                </a:lnTo>
                <a:lnTo>
                  <a:pt x="405" y="320"/>
                </a:lnTo>
                <a:lnTo>
                  <a:pt x="440" y="362"/>
                </a:lnTo>
                <a:lnTo>
                  <a:pt x="582" y="307"/>
                </a:lnTo>
                <a:lnTo>
                  <a:pt x="562" y="267"/>
                </a:lnTo>
                <a:lnTo>
                  <a:pt x="625" y="197"/>
                </a:lnTo>
                <a:lnTo>
                  <a:pt x="665" y="197"/>
                </a:lnTo>
                <a:lnTo>
                  <a:pt x="625" y="222"/>
                </a:lnTo>
                <a:lnTo>
                  <a:pt x="595" y="272"/>
                </a:lnTo>
                <a:lnTo>
                  <a:pt x="595" y="307"/>
                </a:lnTo>
                <a:lnTo>
                  <a:pt x="652" y="345"/>
                </a:lnTo>
                <a:lnTo>
                  <a:pt x="735" y="237"/>
                </a:lnTo>
                <a:lnTo>
                  <a:pt x="1020" y="112"/>
                </a:lnTo>
                <a:lnTo>
                  <a:pt x="1020" y="40"/>
                </a:lnTo>
                <a:lnTo>
                  <a:pt x="1150" y="12"/>
                </a:lnTo>
                <a:lnTo>
                  <a:pt x="1225" y="50"/>
                </a:lnTo>
                <a:lnTo>
                  <a:pt x="1397" y="0"/>
                </a:lnTo>
                <a:lnTo>
                  <a:pt x="1452" y="25"/>
                </a:lnTo>
                <a:lnTo>
                  <a:pt x="1567" y="152"/>
                </a:lnTo>
                <a:lnTo>
                  <a:pt x="1700" y="127"/>
                </a:lnTo>
                <a:lnTo>
                  <a:pt x="1782" y="172"/>
                </a:lnTo>
                <a:lnTo>
                  <a:pt x="1990" y="162"/>
                </a:lnTo>
                <a:lnTo>
                  <a:pt x="2147" y="210"/>
                </a:lnTo>
                <a:lnTo>
                  <a:pt x="2132" y="280"/>
                </a:lnTo>
                <a:lnTo>
                  <a:pt x="2000" y="325"/>
                </a:lnTo>
                <a:lnTo>
                  <a:pt x="2022" y="370"/>
                </a:lnTo>
                <a:lnTo>
                  <a:pt x="1965" y="395"/>
                </a:lnTo>
                <a:lnTo>
                  <a:pt x="1962" y="485"/>
                </a:lnTo>
                <a:lnTo>
                  <a:pt x="1910" y="545"/>
                </a:lnTo>
                <a:lnTo>
                  <a:pt x="1890" y="490"/>
                </a:lnTo>
                <a:lnTo>
                  <a:pt x="1917" y="437"/>
                </a:lnTo>
                <a:lnTo>
                  <a:pt x="1912" y="330"/>
                </a:lnTo>
                <a:lnTo>
                  <a:pt x="1860" y="385"/>
                </a:lnTo>
                <a:lnTo>
                  <a:pt x="1820" y="415"/>
                </a:lnTo>
                <a:lnTo>
                  <a:pt x="1780" y="367"/>
                </a:lnTo>
                <a:lnTo>
                  <a:pt x="1752" y="490"/>
                </a:lnTo>
                <a:lnTo>
                  <a:pt x="1782" y="490"/>
                </a:lnTo>
                <a:lnTo>
                  <a:pt x="1775" y="570"/>
                </a:lnTo>
                <a:lnTo>
                  <a:pt x="1740" y="657"/>
                </a:lnTo>
                <a:lnTo>
                  <a:pt x="1695" y="690"/>
                </a:lnTo>
                <a:lnTo>
                  <a:pt x="1732" y="747"/>
                </a:lnTo>
                <a:lnTo>
                  <a:pt x="1707" y="787"/>
                </a:lnTo>
                <a:lnTo>
                  <a:pt x="1700" y="752"/>
                </a:lnTo>
                <a:lnTo>
                  <a:pt x="1700" y="740"/>
                </a:lnTo>
                <a:lnTo>
                  <a:pt x="1670" y="720"/>
                </a:lnTo>
                <a:lnTo>
                  <a:pt x="1625" y="747"/>
                </a:lnTo>
                <a:lnTo>
                  <a:pt x="1665" y="842"/>
                </a:lnTo>
                <a:lnTo>
                  <a:pt x="1680" y="890"/>
                </a:lnTo>
                <a:lnTo>
                  <a:pt x="1630" y="1020"/>
                </a:lnTo>
                <a:lnTo>
                  <a:pt x="1542" y="1057"/>
                </a:lnTo>
                <a:lnTo>
                  <a:pt x="1467" y="1050"/>
                </a:lnTo>
                <a:lnTo>
                  <a:pt x="1505" y="1105"/>
                </a:lnTo>
                <a:lnTo>
                  <a:pt x="1507" y="1180"/>
                </a:lnTo>
                <a:lnTo>
                  <a:pt x="1455" y="1267"/>
                </a:lnTo>
                <a:lnTo>
                  <a:pt x="1395" y="1220"/>
                </a:lnTo>
                <a:lnTo>
                  <a:pt x="1387" y="1270"/>
                </a:lnTo>
                <a:lnTo>
                  <a:pt x="1432" y="1315"/>
                </a:lnTo>
                <a:lnTo>
                  <a:pt x="1470" y="1380"/>
                </a:lnTo>
                <a:lnTo>
                  <a:pt x="1407" y="1340"/>
                </a:lnTo>
                <a:lnTo>
                  <a:pt x="1332" y="1122"/>
                </a:lnTo>
                <a:lnTo>
                  <a:pt x="1240" y="1065"/>
                </a:lnTo>
                <a:lnTo>
                  <a:pt x="1172" y="1070"/>
                </a:lnTo>
                <a:lnTo>
                  <a:pt x="1085" y="1192"/>
                </a:lnTo>
                <a:lnTo>
                  <a:pt x="1097" y="1237"/>
                </a:lnTo>
                <a:lnTo>
                  <a:pt x="1067" y="1325"/>
                </a:lnTo>
                <a:lnTo>
                  <a:pt x="1040" y="1325"/>
                </a:lnTo>
                <a:lnTo>
                  <a:pt x="940" y="1142"/>
                </a:lnTo>
                <a:lnTo>
                  <a:pt x="940" y="1062"/>
                </a:lnTo>
                <a:lnTo>
                  <a:pt x="920" y="1092"/>
                </a:lnTo>
                <a:lnTo>
                  <a:pt x="862" y="1090"/>
                </a:lnTo>
                <a:lnTo>
                  <a:pt x="885" y="1040"/>
                </a:lnTo>
                <a:lnTo>
                  <a:pt x="797" y="977"/>
                </a:lnTo>
                <a:lnTo>
                  <a:pt x="687" y="977"/>
                </a:lnTo>
                <a:lnTo>
                  <a:pt x="595" y="915"/>
                </a:lnTo>
                <a:lnTo>
                  <a:pt x="587" y="977"/>
                </a:lnTo>
                <a:lnTo>
                  <a:pt x="665" y="1035"/>
                </a:lnTo>
                <a:lnTo>
                  <a:pt x="692" y="1035"/>
                </a:lnTo>
                <a:lnTo>
                  <a:pt x="612" y="1112"/>
                </a:lnTo>
                <a:lnTo>
                  <a:pt x="535" y="1130"/>
                </a:lnTo>
                <a:lnTo>
                  <a:pt x="535" y="1085"/>
                </a:lnTo>
                <a:lnTo>
                  <a:pt x="422" y="930"/>
                </a:lnTo>
                <a:lnTo>
                  <a:pt x="407" y="887"/>
                </a:lnTo>
                <a:lnTo>
                  <a:pt x="467" y="837"/>
                </a:lnTo>
                <a:lnTo>
                  <a:pt x="460" y="775"/>
                </a:lnTo>
                <a:lnTo>
                  <a:pt x="460" y="705"/>
                </a:lnTo>
                <a:lnTo>
                  <a:pt x="492" y="690"/>
                </a:lnTo>
                <a:lnTo>
                  <a:pt x="460" y="657"/>
                </a:lnTo>
                <a:lnTo>
                  <a:pt x="460" y="405"/>
                </a:lnTo>
                <a:lnTo>
                  <a:pt x="302" y="405"/>
                </a:lnTo>
                <a:lnTo>
                  <a:pt x="347" y="345"/>
                </a:lnTo>
                <a:lnTo>
                  <a:pt x="345" y="325"/>
                </a:lnTo>
                <a:lnTo>
                  <a:pt x="292" y="375"/>
                </a:lnTo>
                <a:lnTo>
                  <a:pt x="275" y="405"/>
                </a:lnTo>
                <a:lnTo>
                  <a:pt x="195" y="405"/>
                </a:lnTo>
              </a:path>
              <a:path w="2147" h="1380">
                <a:moveTo>
                  <a:pt x="1847" y="565"/>
                </a:moveTo>
                <a:lnTo>
                  <a:pt x="1847" y="600"/>
                </a:lnTo>
                <a:lnTo>
                  <a:pt x="1832" y="622"/>
                </a:lnTo>
                <a:lnTo>
                  <a:pt x="1837" y="660"/>
                </a:lnTo>
                <a:lnTo>
                  <a:pt x="1817" y="710"/>
                </a:lnTo>
                <a:lnTo>
                  <a:pt x="1790" y="757"/>
                </a:lnTo>
                <a:lnTo>
                  <a:pt x="1747" y="787"/>
                </a:lnTo>
                <a:lnTo>
                  <a:pt x="1735" y="840"/>
                </a:lnTo>
                <a:lnTo>
                  <a:pt x="1752" y="845"/>
                </a:lnTo>
                <a:lnTo>
                  <a:pt x="1752" y="795"/>
                </a:lnTo>
                <a:lnTo>
                  <a:pt x="1812" y="792"/>
                </a:lnTo>
                <a:lnTo>
                  <a:pt x="1857" y="760"/>
                </a:lnTo>
                <a:lnTo>
                  <a:pt x="1857" y="692"/>
                </a:lnTo>
                <a:lnTo>
                  <a:pt x="1872" y="667"/>
                </a:lnTo>
                <a:lnTo>
                  <a:pt x="1850" y="625"/>
                </a:lnTo>
                <a:lnTo>
                  <a:pt x="1882" y="612"/>
                </a:lnTo>
                <a:lnTo>
                  <a:pt x="1902" y="577"/>
                </a:lnTo>
                <a:lnTo>
                  <a:pt x="1857" y="582"/>
                </a:lnTo>
                <a:lnTo>
                  <a:pt x="1847" y="5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4" name="path"/>
          <p:cNvSpPr/>
          <p:nvPr/>
        </p:nvSpPr>
        <p:spPr>
          <a:xfrm>
            <a:off x="8572500" y="5810250"/>
            <a:ext cx="88900" cy="114300"/>
          </a:xfrm>
          <a:custGeom>
            <a:avLst/>
            <a:gdLst/>
            <a:ahLst/>
            <a:cxnLst/>
            <a:rect l="0" t="0" r="0" b="0"/>
            <a:pathLst>
              <a:path w="140" h="180">
                <a:moveTo>
                  <a:pt x="85" y="0"/>
                </a:moveTo>
                <a:lnTo>
                  <a:pt x="140" y="52"/>
                </a:lnTo>
                <a:lnTo>
                  <a:pt x="27" y="180"/>
                </a:lnTo>
                <a:lnTo>
                  <a:pt x="0" y="150"/>
                </a:lnTo>
                <a:lnTo>
                  <a:pt x="80" y="70"/>
                </a:lnTo>
                <a:lnTo>
                  <a:pt x="85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6" name="rect"/>
          <p:cNvSpPr/>
          <p:nvPr/>
        </p:nvSpPr>
        <p:spPr>
          <a:xfrm>
            <a:off x="7885112" y="5584825"/>
            <a:ext cx="25400" cy="39687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92478" y="4748148"/>
            <a:ext cx="5012435" cy="1066800"/>
          </a:xfrm>
          <a:prstGeom prst="rect">
            <a:avLst/>
          </a:prstGeom>
        </p:spPr>
      </p:pic>
      <p:pic>
        <p:nvPicPr>
          <p:cNvPr id="250" name="picture 2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800419" y="555130"/>
            <a:ext cx="3917950" cy="6769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400" u="sng" kern="0" spc="-3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实验室的路由器</a:t>
            </a:r>
            <a:endParaRPr lang="en-US" altLang="en-US" sz="4400" dirty="0"/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13</a:t>
            </a:r>
            <a:endParaRPr lang="en-US" altLang="en-US" sz="1400" dirty="0"/>
          </a:p>
        </p:txBody>
      </p:sp>
      <p:sp>
        <p:nvSpPr>
          <p:cNvPr id="258" name="rect"/>
          <p:cNvSpPr/>
          <p:nvPr/>
        </p:nvSpPr>
        <p:spPr>
          <a:xfrm>
            <a:off x="8461375" y="5981700"/>
            <a:ext cx="25400" cy="30162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2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9450" y="5068176"/>
            <a:ext cx="4539919" cy="1337386"/>
          </a:xfrm>
          <a:prstGeom prst="rect">
            <a:avLst/>
          </a:prstGeom>
        </p:spPr>
      </p:pic>
      <p:sp>
        <p:nvSpPr>
          <p:cNvPr id="264" name="textbox 264"/>
          <p:cNvSpPr/>
          <p:nvPr/>
        </p:nvSpPr>
        <p:spPr>
          <a:xfrm>
            <a:off x="614565" y="3356216"/>
            <a:ext cx="4424679" cy="30187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lang="en-US" altLang="en-US" sz="100" dirty="0"/>
          </a:p>
          <a:p>
            <a:pPr marL="344170" indent="-331470" algn="l" rtl="0" eaLnBrk="0">
              <a:lnSpc>
                <a:spcPct val="123000"/>
              </a:lnSpc>
            </a:pPr>
            <a:r>
              <a:rPr sz="2300" kern="0" spc="-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两者串口相连就变成一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边是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USB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口，一边是</a:t>
            </a:r>
            <a:endParaRPr lang="en-US" altLang="en-US" sz="3200" dirty="0"/>
          </a:p>
          <a:p>
            <a:pPr marL="337185" algn="l" rtl="0" eaLnBrk="0">
              <a:lnSpc>
                <a:spcPts val="3935"/>
              </a:lnSpc>
              <a:spcBef>
                <a:spcPts val="2040"/>
              </a:spcBef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RJ-45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口。</a:t>
            </a:r>
            <a:endParaRPr lang="en-US" altLang="en-US" sz="3200" dirty="0"/>
          </a:p>
          <a:p>
            <a:pPr algn="l" rtl="0" eaLnBrk="0">
              <a:lnSpc>
                <a:spcPct val="179000"/>
              </a:lnSpc>
            </a:pPr>
            <a:endParaRPr lang="en-US" altLang="en-US" sz="1000" dirty="0"/>
          </a:p>
          <a:p>
            <a:pPr marL="743585" algn="l" rtl="0" eaLnBrk="0">
              <a:lnSpc>
                <a:spcPct val="87000"/>
              </a:lnSpc>
              <a:spcBef>
                <a:spcPts val="700"/>
              </a:spcBef>
            </a:pPr>
            <a:r>
              <a:rPr sz="2300" kern="0" spc="90" dirty="0">
                <a:ln w="8717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注意：这里需要</a:t>
            </a:r>
            <a:endParaRPr lang="en-US" altLang="en-US" sz="2300" dirty="0"/>
          </a:p>
          <a:p>
            <a:pPr marL="749300" algn="l" rtl="0" eaLnBrk="0">
              <a:lnSpc>
                <a:spcPts val="2880"/>
              </a:lnSpc>
            </a:pPr>
            <a:r>
              <a:rPr sz="2300" kern="0" spc="60" dirty="0">
                <a:ln w="8717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安装驱动！！！</a:t>
            </a:r>
            <a:endParaRPr lang="en-US" altLang="en-US" sz="2300" dirty="0"/>
          </a:p>
        </p:txBody>
      </p:sp>
      <p:pic>
        <p:nvPicPr>
          <p:cNvPr id="266" name="picture 2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12409" y="3385184"/>
            <a:ext cx="3652202" cy="3063240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12409" y="913447"/>
            <a:ext cx="3407588" cy="2146617"/>
          </a:xfrm>
          <a:prstGeom prst="rect">
            <a:avLst/>
          </a:prstGeom>
        </p:spPr>
      </p:pic>
      <p:sp>
        <p:nvSpPr>
          <p:cNvPr id="270" name="textbox 270"/>
          <p:cNvSpPr/>
          <p:nvPr/>
        </p:nvSpPr>
        <p:spPr>
          <a:xfrm>
            <a:off x="679335" y="1323582"/>
            <a:ext cx="3829684" cy="1325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300" kern="0" spc="-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上图：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RJ-45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转串口</a:t>
            </a:r>
            <a:endParaRPr lang="en-US" altLang="en-US" sz="3200" dirty="0"/>
          </a:p>
          <a:p>
            <a:pPr algn="l" rtl="0" eaLnBrk="0">
              <a:lnSpc>
                <a:spcPct val="153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2300" kern="0" spc="-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5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下图：串口转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USB</a:t>
            </a:r>
            <a:endParaRPr lang="en-US" altLang="en-US" sz="3200" dirty="0"/>
          </a:p>
        </p:txBody>
      </p:sp>
      <p:pic>
        <p:nvPicPr>
          <p:cNvPr id="272" name="picture 2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274" name="picture 2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276" name="textbox 276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500265" y="1696962"/>
            <a:ext cx="5224145" cy="45942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lang="en-US" altLang="en-US" sz="100" dirty="0"/>
          </a:p>
          <a:p>
            <a:pPr marL="348615" indent="-335915" algn="l" rtl="0" eaLnBrk="0">
              <a:lnSpc>
                <a:spcPct val="123000"/>
              </a:lnSpc>
            </a:pPr>
            <a:r>
              <a:rPr sz="23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电缆连接到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</a:t>
            </a:r>
            <a:endParaRPr lang="en-US" altLang="en-US" sz="3200" dirty="0"/>
          </a:p>
          <a:p>
            <a:pPr algn="l" rtl="0" eaLnBrk="0">
              <a:lnSpc>
                <a:spcPct val="134000"/>
              </a:lnSpc>
            </a:pPr>
            <a:endParaRPr lang="en-US" altLang="en-US" sz="1000" dirty="0"/>
          </a:p>
          <a:p>
            <a:pPr marL="737235" indent="-263525" algn="l" rtl="0" eaLnBrk="0">
              <a:lnSpc>
                <a:spcPct val="129000"/>
              </a:lnSpc>
              <a:spcBef>
                <a:spcPts val="810"/>
              </a:spcBef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路由器的配置电缆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700" b="1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USB</a:t>
            </a:r>
            <a:r>
              <a:rPr sz="2700" kern="0" spc="-4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插口连接到</a:t>
            </a:r>
            <a:r>
              <a:rPr sz="2700" b="1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700" kern="0" spc="-4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的串口。</a:t>
            </a:r>
            <a:endParaRPr lang="en-US" altLang="en-US" sz="2700" dirty="0"/>
          </a:p>
          <a:p>
            <a:pPr algn="l" rtl="0" eaLnBrk="0">
              <a:lnSpc>
                <a:spcPct val="129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marL="738505" indent="-264795" algn="l" rtl="0" eaLnBrk="0">
              <a:lnSpc>
                <a:spcPct val="138000"/>
              </a:lnSpc>
              <a:spcBef>
                <a:spcPts val="5"/>
              </a:spcBef>
            </a:pP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路由器的配置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RJ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45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插头连接到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由器的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700" kern="0" spc="15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端口。</a:t>
            </a:r>
            <a:endParaRPr lang="en-US" altLang="en-US" sz="2700" dirty="0"/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0863" y="1429511"/>
            <a:ext cx="2813748" cy="5018913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sp>
        <p:nvSpPr>
          <p:cNvPr id="286" name="textbox 286"/>
          <p:cNvSpPr/>
          <p:nvPr/>
        </p:nvSpPr>
        <p:spPr>
          <a:xfrm>
            <a:off x="793706" y="555130"/>
            <a:ext cx="5047615" cy="6769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线缆链接及配置说明</a:t>
            </a:r>
            <a:endParaRPr lang="en-US" altLang="en-US" sz="4400" dirty="0"/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294" name="textbox 294"/>
          <p:cNvSpPr/>
          <p:nvPr/>
        </p:nvSpPr>
        <p:spPr>
          <a:xfrm>
            <a:off x="485978" y="555130"/>
            <a:ext cx="8099425" cy="34455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327025" algn="l" rtl="0" eaLnBrk="0">
              <a:lnSpc>
                <a:spcPct val="96000"/>
              </a:lnSpc>
            </a:pPr>
            <a:r>
              <a:rPr sz="4400" u="sng" kern="0" spc="-6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实验配置</a:t>
            </a:r>
            <a:endParaRPr lang="en-US" altLang="en-US" sz="4400" dirty="0"/>
          </a:p>
          <a:p>
            <a:pPr marL="347345" indent="-334645" algn="l" rtl="0" eaLnBrk="0">
              <a:lnSpc>
                <a:spcPct val="123000"/>
              </a:lnSpc>
              <a:spcBef>
                <a:spcPts val="1685"/>
              </a:spcBef>
            </a:pPr>
            <a:r>
              <a:rPr sz="23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6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连接好所有设备，给各设备加电后，开始按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照以下步骤进行实验</a:t>
            </a:r>
            <a:endParaRPr lang="en-US" altLang="en-US" sz="3200" dirty="0"/>
          </a:p>
          <a:p>
            <a:pPr algn="l" rtl="0" eaLnBrk="0">
              <a:lnSpc>
                <a:spcPct val="131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600" dirty="0"/>
          </a:p>
          <a:p>
            <a:pPr marL="760095" indent="-286385" algn="l" rtl="0" eaLnBrk="0">
              <a:lnSpc>
                <a:spcPct val="129000"/>
              </a:lnSpc>
              <a:spcBef>
                <a:spcPts val="0"/>
              </a:spcBef>
            </a:pPr>
            <a:r>
              <a:rPr sz="2700" kern="0" spc="11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700" kern="0" spc="1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为了保证从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700" kern="0" spc="1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能够正常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登录到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路由器上，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需要在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上运行终端仿真软件</a:t>
            </a:r>
            <a:endParaRPr lang="en-US" altLang="en-US" sz="2700" dirty="0"/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429125"/>
            <a:ext cx="1887537" cy="2019300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947392" y="4282451"/>
            <a:ext cx="7833359" cy="21647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470"/>
              </a:lnSpc>
            </a:pP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实验室使用的操作系统是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Windows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7</a:t>
            </a:r>
            <a:r>
              <a:rPr sz="2700" b="1" kern="0" spc="-3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，可以使用</a:t>
            </a:r>
            <a:endParaRPr lang="en-US" altLang="en-US" sz="2700" dirty="0"/>
          </a:p>
          <a:p>
            <a:pPr algn="r" rtl="0" eaLnBrk="0">
              <a:lnSpc>
                <a:spcPct val="79000"/>
              </a:lnSpc>
              <a:spcBef>
                <a:spcPts val="1680"/>
              </a:spcBef>
            </a:pPr>
            <a:r>
              <a:rPr sz="2700" kern="0" spc="13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第三方终端控制软件，如：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SecureCRT</a:t>
            </a:r>
            <a:r>
              <a:rPr sz="2700" b="1" kern="0" spc="-3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13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PuTTY</a:t>
            </a:r>
            <a:endParaRPr lang="en-US" altLang="en-US" sz="2700" dirty="0"/>
          </a:p>
          <a:p>
            <a:pPr algn="l" rtl="0" eaLnBrk="0">
              <a:lnSpc>
                <a:spcPct val="150000"/>
              </a:lnSpc>
            </a:pPr>
            <a:endParaRPr lang="en-US" altLang="en-US" sz="1000" dirty="0"/>
          </a:p>
          <a:p>
            <a:pPr marL="285115" algn="l" rtl="0" eaLnBrk="0">
              <a:lnSpc>
                <a:spcPct val="83000"/>
              </a:lnSpc>
              <a:spcBef>
                <a:spcPts val="810"/>
              </a:spcBef>
            </a:pPr>
            <a:r>
              <a:rPr sz="2700" kern="0" spc="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等。</a:t>
            </a:r>
            <a:r>
              <a:rPr sz="2700" kern="0" spc="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</a:t>
            </a:r>
            <a:endParaRPr lang="en-US" altLang="en-US" sz="2700" dirty="0"/>
          </a:p>
          <a:p>
            <a:pPr algn="l" rtl="0" eaLnBrk="0">
              <a:lnSpc>
                <a:spcPct val="106000"/>
              </a:lnSpc>
            </a:pPr>
            <a:endParaRPr lang="en-US" altLang="en-US" sz="11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6405880" algn="l" rtl="0" eaLnBrk="0">
              <a:lnSpc>
                <a:spcPts val="2420"/>
              </a:lnSpc>
            </a:pPr>
            <a:r>
              <a:rPr sz="3200" kern="0" spc="560" dirty="0">
                <a:solidFill>
                  <a:srgbClr val="0000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lang="en-US" altLang="en-US" sz="3200" dirty="0"/>
          </a:p>
        </p:txBody>
      </p:sp>
      <p:sp>
        <p:nvSpPr>
          <p:cNvPr id="300" name="path"/>
          <p:cNvSpPr/>
          <p:nvPr/>
        </p:nvSpPr>
        <p:spPr>
          <a:xfrm>
            <a:off x="7076151" y="5274309"/>
            <a:ext cx="1584325" cy="693103"/>
          </a:xfrm>
          <a:custGeom>
            <a:avLst/>
            <a:gdLst/>
            <a:ahLst/>
            <a:cxnLst/>
            <a:rect l="0" t="0" r="0" b="0"/>
            <a:pathLst>
              <a:path w="2495" h="1091">
                <a:moveTo>
                  <a:pt x="190" y="0"/>
                </a:moveTo>
                <a:lnTo>
                  <a:pt x="177" y="26"/>
                </a:lnTo>
                <a:lnTo>
                  <a:pt x="112" y="78"/>
                </a:lnTo>
                <a:lnTo>
                  <a:pt x="100" y="126"/>
                </a:lnTo>
                <a:lnTo>
                  <a:pt x="52" y="162"/>
                </a:lnTo>
                <a:lnTo>
                  <a:pt x="20" y="229"/>
                </a:lnTo>
                <a:lnTo>
                  <a:pt x="20" y="272"/>
                </a:lnTo>
                <a:lnTo>
                  <a:pt x="0" y="344"/>
                </a:lnTo>
                <a:lnTo>
                  <a:pt x="27" y="375"/>
                </a:lnTo>
                <a:lnTo>
                  <a:pt x="100" y="466"/>
                </a:lnTo>
                <a:lnTo>
                  <a:pt x="120" y="454"/>
                </a:lnTo>
                <a:lnTo>
                  <a:pt x="247" y="454"/>
                </a:lnTo>
                <a:lnTo>
                  <a:pt x="307" y="476"/>
                </a:lnTo>
                <a:lnTo>
                  <a:pt x="302" y="548"/>
                </a:lnTo>
                <a:lnTo>
                  <a:pt x="345" y="641"/>
                </a:lnTo>
                <a:lnTo>
                  <a:pt x="342" y="667"/>
                </a:lnTo>
                <a:lnTo>
                  <a:pt x="360" y="696"/>
                </a:lnTo>
                <a:lnTo>
                  <a:pt x="332" y="763"/>
                </a:lnTo>
                <a:lnTo>
                  <a:pt x="365" y="847"/>
                </a:lnTo>
                <a:lnTo>
                  <a:pt x="382" y="914"/>
                </a:lnTo>
                <a:lnTo>
                  <a:pt x="405" y="955"/>
                </a:lnTo>
                <a:lnTo>
                  <a:pt x="427" y="1007"/>
                </a:lnTo>
                <a:lnTo>
                  <a:pt x="470" y="1000"/>
                </a:lnTo>
                <a:lnTo>
                  <a:pt x="540" y="962"/>
                </a:lnTo>
                <a:lnTo>
                  <a:pt x="572" y="914"/>
                </a:lnTo>
                <a:lnTo>
                  <a:pt x="570" y="883"/>
                </a:lnTo>
                <a:lnTo>
                  <a:pt x="612" y="859"/>
                </a:lnTo>
                <a:lnTo>
                  <a:pt x="605" y="813"/>
                </a:lnTo>
                <a:lnTo>
                  <a:pt x="667" y="742"/>
                </a:lnTo>
                <a:lnTo>
                  <a:pt x="677" y="682"/>
                </a:lnTo>
                <a:lnTo>
                  <a:pt x="660" y="663"/>
                </a:lnTo>
                <a:lnTo>
                  <a:pt x="667" y="639"/>
                </a:lnTo>
                <a:lnTo>
                  <a:pt x="652" y="617"/>
                </a:lnTo>
                <a:lnTo>
                  <a:pt x="700" y="560"/>
                </a:lnTo>
                <a:lnTo>
                  <a:pt x="700" y="531"/>
                </a:lnTo>
                <a:lnTo>
                  <a:pt x="765" y="483"/>
                </a:lnTo>
                <a:lnTo>
                  <a:pt x="807" y="354"/>
                </a:lnTo>
                <a:lnTo>
                  <a:pt x="747" y="387"/>
                </a:lnTo>
                <a:lnTo>
                  <a:pt x="695" y="373"/>
                </a:lnTo>
                <a:lnTo>
                  <a:pt x="702" y="342"/>
                </a:lnTo>
                <a:lnTo>
                  <a:pt x="650" y="308"/>
                </a:lnTo>
                <a:lnTo>
                  <a:pt x="625" y="225"/>
                </a:lnTo>
                <a:lnTo>
                  <a:pt x="575" y="157"/>
                </a:lnTo>
                <a:lnTo>
                  <a:pt x="575" y="112"/>
                </a:lnTo>
                <a:lnTo>
                  <a:pt x="547" y="110"/>
                </a:lnTo>
                <a:lnTo>
                  <a:pt x="530" y="117"/>
                </a:lnTo>
                <a:lnTo>
                  <a:pt x="455" y="90"/>
                </a:lnTo>
                <a:lnTo>
                  <a:pt x="435" y="110"/>
                </a:lnTo>
                <a:lnTo>
                  <a:pt x="417" y="134"/>
                </a:lnTo>
                <a:lnTo>
                  <a:pt x="377" y="90"/>
                </a:lnTo>
                <a:lnTo>
                  <a:pt x="337" y="78"/>
                </a:lnTo>
                <a:lnTo>
                  <a:pt x="335" y="23"/>
                </a:lnTo>
                <a:lnTo>
                  <a:pt x="277" y="33"/>
                </a:lnTo>
                <a:lnTo>
                  <a:pt x="240" y="21"/>
                </a:lnTo>
                <a:lnTo>
                  <a:pt x="190" y="0"/>
                </a:lnTo>
              </a:path>
              <a:path w="2495" h="1091">
                <a:moveTo>
                  <a:pt x="1715" y="543"/>
                </a:moveTo>
                <a:lnTo>
                  <a:pt x="1757" y="543"/>
                </a:lnTo>
                <a:lnTo>
                  <a:pt x="1807" y="461"/>
                </a:lnTo>
                <a:lnTo>
                  <a:pt x="1835" y="509"/>
                </a:lnTo>
                <a:lnTo>
                  <a:pt x="1812" y="627"/>
                </a:lnTo>
                <a:lnTo>
                  <a:pt x="1722" y="598"/>
                </a:lnTo>
                <a:lnTo>
                  <a:pt x="1715" y="543"/>
                </a:lnTo>
              </a:path>
              <a:path w="2495" h="1091">
                <a:moveTo>
                  <a:pt x="1970" y="562"/>
                </a:moveTo>
                <a:lnTo>
                  <a:pt x="1957" y="526"/>
                </a:lnTo>
                <a:lnTo>
                  <a:pt x="2025" y="540"/>
                </a:lnTo>
                <a:lnTo>
                  <a:pt x="2125" y="579"/>
                </a:lnTo>
                <a:lnTo>
                  <a:pt x="2125" y="607"/>
                </a:lnTo>
                <a:lnTo>
                  <a:pt x="2165" y="684"/>
                </a:lnTo>
                <a:lnTo>
                  <a:pt x="2087" y="612"/>
                </a:lnTo>
                <a:lnTo>
                  <a:pt x="2035" y="617"/>
                </a:lnTo>
                <a:lnTo>
                  <a:pt x="1970" y="562"/>
                </a:lnTo>
              </a:path>
              <a:path w="2495" h="1091">
                <a:moveTo>
                  <a:pt x="2440" y="854"/>
                </a:moveTo>
                <a:lnTo>
                  <a:pt x="2495" y="904"/>
                </a:lnTo>
                <a:lnTo>
                  <a:pt x="2382" y="1026"/>
                </a:lnTo>
                <a:lnTo>
                  <a:pt x="2355" y="998"/>
                </a:lnTo>
                <a:lnTo>
                  <a:pt x="2435" y="921"/>
                </a:lnTo>
                <a:lnTo>
                  <a:pt x="2440" y="854"/>
                </a:lnTo>
              </a:path>
              <a:path w="2495" h="1091">
                <a:moveTo>
                  <a:pt x="1292" y="514"/>
                </a:moveTo>
                <a:lnTo>
                  <a:pt x="1272" y="540"/>
                </a:lnTo>
                <a:lnTo>
                  <a:pt x="1285" y="574"/>
                </a:lnTo>
                <a:lnTo>
                  <a:pt x="1312" y="550"/>
                </a:lnTo>
                <a:lnTo>
                  <a:pt x="1292" y="514"/>
                </a:lnTo>
              </a:path>
              <a:path w="2495" h="1091">
                <a:moveTo>
                  <a:pt x="1527" y="579"/>
                </a:moveTo>
                <a:lnTo>
                  <a:pt x="1585" y="591"/>
                </a:lnTo>
                <a:lnTo>
                  <a:pt x="1672" y="648"/>
                </a:lnTo>
                <a:lnTo>
                  <a:pt x="1660" y="682"/>
                </a:lnTo>
                <a:lnTo>
                  <a:pt x="1732" y="710"/>
                </a:lnTo>
                <a:lnTo>
                  <a:pt x="1920" y="710"/>
                </a:lnTo>
                <a:lnTo>
                  <a:pt x="1715" y="739"/>
                </a:lnTo>
                <a:lnTo>
                  <a:pt x="1660" y="682"/>
                </a:lnTo>
                <a:lnTo>
                  <a:pt x="1607" y="670"/>
                </a:lnTo>
                <a:lnTo>
                  <a:pt x="1527" y="579"/>
                </a:lnTo>
              </a:path>
              <a:path w="2495" h="1091">
                <a:moveTo>
                  <a:pt x="2192" y="1081"/>
                </a:moveTo>
                <a:lnTo>
                  <a:pt x="2180" y="1084"/>
                </a:lnTo>
                <a:lnTo>
                  <a:pt x="2172" y="1091"/>
                </a:lnTo>
                <a:lnTo>
                  <a:pt x="2160" y="1077"/>
                </a:lnTo>
                <a:lnTo>
                  <a:pt x="2122" y="1060"/>
                </a:lnTo>
                <a:lnTo>
                  <a:pt x="2117" y="1034"/>
                </a:lnTo>
                <a:lnTo>
                  <a:pt x="2105" y="1024"/>
                </a:lnTo>
                <a:lnTo>
                  <a:pt x="2072" y="1024"/>
                </a:lnTo>
                <a:lnTo>
                  <a:pt x="2072" y="1005"/>
                </a:lnTo>
                <a:lnTo>
                  <a:pt x="2062" y="998"/>
                </a:lnTo>
                <a:lnTo>
                  <a:pt x="2060" y="981"/>
                </a:lnTo>
                <a:lnTo>
                  <a:pt x="2037" y="979"/>
                </a:lnTo>
                <a:lnTo>
                  <a:pt x="2017" y="974"/>
                </a:lnTo>
                <a:lnTo>
                  <a:pt x="1997" y="979"/>
                </a:lnTo>
                <a:lnTo>
                  <a:pt x="1997" y="981"/>
                </a:lnTo>
                <a:lnTo>
                  <a:pt x="1952" y="995"/>
                </a:lnTo>
                <a:lnTo>
                  <a:pt x="1952" y="1002"/>
                </a:lnTo>
                <a:lnTo>
                  <a:pt x="1912" y="1002"/>
                </a:lnTo>
                <a:lnTo>
                  <a:pt x="1892" y="1014"/>
                </a:lnTo>
                <a:lnTo>
                  <a:pt x="1867" y="1002"/>
                </a:lnTo>
                <a:lnTo>
                  <a:pt x="1867" y="998"/>
                </a:lnTo>
                <a:lnTo>
                  <a:pt x="1867" y="974"/>
                </a:lnTo>
                <a:lnTo>
                  <a:pt x="1860" y="950"/>
                </a:lnTo>
                <a:lnTo>
                  <a:pt x="1850" y="931"/>
                </a:lnTo>
                <a:lnTo>
                  <a:pt x="1855" y="914"/>
                </a:lnTo>
                <a:lnTo>
                  <a:pt x="1847" y="907"/>
                </a:lnTo>
                <a:lnTo>
                  <a:pt x="1842" y="871"/>
                </a:lnTo>
                <a:lnTo>
                  <a:pt x="1847" y="847"/>
                </a:lnTo>
                <a:lnTo>
                  <a:pt x="1870" y="828"/>
                </a:lnTo>
                <a:lnTo>
                  <a:pt x="1920" y="816"/>
                </a:lnTo>
                <a:lnTo>
                  <a:pt x="1932" y="799"/>
                </a:lnTo>
                <a:lnTo>
                  <a:pt x="1927" y="782"/>
                </a:lnTo>
                <a:lnTo>
                  <a:pt x="1940" y="777"/>
                </a:lnTo>
                <a:lnTo>
                  <a:pt x="1942" y="785"/>
                </a:lnTo>
                <a:lnTo>
                  <a:pt x="1947" y="773"/>
                </a:lnTo>
                <a:lnTo>
                  <a:pt x="1980" y="749"/>
                </a:lnTo>
                <a:lnTo>
                  <a:pt x="1997" y="761"/>
                </a:lnTo>
                <a:lnTo>
                  <a:pt x="2017" y="753"/>
                </a:lnTo>
                <a:lnTo>
                  <a:pt x="2022" y="734"/>
                </a:lnTo>
                <a:lnTo>
                  <a:pt x="2042" y="730"/>
                </a:lnTo>
                <a:lnTo>
                  <a:pt x="2037" y="715"/>
                </a:lnTo>
                <a:lnTo>
                  <a:pt x="2065" y="725"/>
                </a:lnTo>
                <a:lnTo>
                  <a:pt x="2087" y="720"/>
                </a:lnTo>
                <a:lnTo>
                  <a:pt x="2100" y="770"/>
                </a:lnTo>
                <a:lnTo>
                  <a:pt x="2117" y="785"/>
                </a:lnTo>
                <a:lnTo>
                  <a:pt x="2132" y="785"/>
                </a:lnTo>
                <a:lnTo>
                  <a:pt x="2140" y="753"/>
                </a:lnTo>
                <a:lnTo>
                  <a:pt x="2135" y="739"/>
                </a:lnTo>
                <a:lnTo>
                  <a:pt x="2140" y="715"/>
                </a:lnTo>
                <a:lnTo>
                  <a:pt x="2147" y="713"/>
                </a:lnTo>
                <a:lnTo>
                  <a:pt x="2160" y="742"/>
                </a:lnTo>
                <a:lnTo>
                  <a:pt x="2172" y="749"/>
                </a:lnTo>
                <a:lnTo>
                  <a:pt x="2180" y="777"/>
                </a:lnTo>
                <a:lnTo>
                  <a:pt x="2192" y="816"/>
                </a:lnTo>
                <a:lnTo>
                  <a:pt x="2210" y="825"/>
                </a:lnTo>
                <a:lnTo>
                  <a:pt x="2232" y="854"/>
                </a:lnTo>
                <a:lnTo>
                  <a:pt x="2235" y="868"/>
                </a:lnTo>
                <a:lnTo>
                  <a:pt x="2255" y="885"/>
                </a:lnTo>
                <a:lnTo>
                  <a:pt x="2262" y="916"/>
                </a:lnTo>
                <a:lnTo>
                  <a:pt x="2262" y="940"/>
                </a:lnTo>
                <a:lnTo>
                  <a:pt x="2255" y="979"/>
                </a:lnTo>
                <a:lnTo>
                  <a:pt x="2235" y="1002"/>
                </a:lnTo>
                <a:lnTo>
                  <a:pt x="2230" y="1034"/>
                </a:lnTo>
                <a:lnTo>
                  <a:pt x="2230" y="1060"/>
                </a:lnTo>
                <a:lnTo>
                  <a:pt x="2210" y="1065"/>
                </a:lnTo>
                <a:lnTo>
                  <a:pt x="2192" y="1081"/>
                </a:lnTo>
              </a:path>
              <a:path w="2495" h="1091">
                <a:moveTo>
                  <a:pt x="707" y="742"/>
                </a:moveTo>
                <a:lnTo>
                  <a:pt x="725" y="727"/>
                </a:lnTo>
                <a:lnTo>
                  <a:pt x="737" y="679"/>
                </a:lnTo>
                <a:lnTo>
                  <a:pt x="747" y="751"/>
                </a:lnTo>
                <a:lnTo>
                  <a:pt x="732" y="840"/>
                </a:lnTo>
                <a:lnTo>
                  <a:pt x="702" y="859"/>
                </a:lnTo>
                <a:lnTo>
                  <a:pt x="702" y="816"/>
                </a:lnTo>
                <a:lnTo>
                  <a:pt x="710" y="787"/>
                </a:lnTo>
                <a:lnTo>
                  <a:pt x="707" y="742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2" name="path"/>
          <p:cNvSpPr/>
          <p:nvPr/>
        </p:nvSpPr>
        <p:spPr>
          <a:xfrm>
            <a:off x="7449708" y="5177439"/>
            <a:ext cx="57150" cy="49306"/>
          </a:xfrm>
          <a:custGeom>
            <a:avLst/>
            <a:gdLst/>
            <a:ahLst/>
            <a:cxnLst/>
            <a:rect l="0" t="0" r="0" b="0"/>
            <a:pathLst>
              <a:path w="90" h="77">
                <a:moveTo>
                  <a:pt x="90" y="0"/>
                </a:moveTo>
                <a:lnTo>
                  <a:pt x="55" y="0"/>
                </a:lnTo>
                <a:lnTo>
                  <a:pt x="35" y="20"/>
                </a:lnTo>
                <a:lnTo>
                  <a:pt x="22" y="20"/>
                </a:lnTo>
                <a:lnTo>
                  <a:pt x="12" y="29"/>
                </a:lnTo>
                <a:lnTo>
                  <a:pt x="0" y="29"/>
                </a:lnTo>
                <a:lnTo>
                  <a:pt x="0" y="57"/>
                </a:lnTo>
                <a:lnTo>
                  <a:pt x="20" y="77"/>
                </a:lnTo>
                <a:lnTo>
                  <a:pt x="72" y="77"/>
                </a:lnTo>
                <a:lnTo>
                  <a:pt x="90" y="57"/>
                </a:lnTo>
                <a:lnTo>
                  <a:pt x="9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4" name="path"/>
          <p:cNvSpPr/>
          <p:nvPr/>
        </p:nvSpPr>
        <p:spPr>
          <a:xfrm>
            <a:off x="7294883" y="5189040"/>
            <a:ext cx="0" cy="23203"/>
          </a:xfrm>
          <a:custGeom>
            <a:avLst/>
            <a:gdLst/>
            <a:ahLst/>
            <a:cxnLst/>
            <a:rect l="0" t="0" r="0" b="0"/>
            <a:pathLst>
              <a:path h="36">
                <a:moveTo>
                  <a:pt x="0" y="0"/>
                </a:moveTo>
                <a:lnTo>
                  <a:pt x="0" y="36"/>
                </a:lnTo>
                <a:lnTo>
                  <a:pt x="0" y="13"/>
                </a:lnTo>
                <a:lnTo>
                  <a:pt x="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310" name="textbox 310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</a:t>
            </a:r>
            <a:endParaRPr lang="en-US" altLang="en-US" sz="1400" dirty="0"/>
          </a:p>
        </p:txBody>
      </p:sp>
      <p:sp>
        <p:nvSpPr>
          <p:cNvPr id="312" name="path"/>
          <p:cNvSpPr/>
          <p:nvPr/>
        </p:nvSpPr>
        <p:spPr>
          <a:xfrm>
            <a:off x="8262937" y="5410200"/>
            <a:ext cx="25400" cy="31750"/>
          </a:xfrm>
          <a:custGeom>
            <a:avLst/>
            <a:gdLst/>
            <a:ahLst/>
            <a:cxnLst/>
            <a:rect l="0" t="0" r="0" b="0"/>
            <a:pathLst>
              <a:path w="40" h="50">
                <a:moveTo>
                  <a:pt x="17" y="0"/>
                </a:moveTo>
                <a:lnTo>
                  <a:pt x="22" y="12"/>
                </a:lnTo>
                <a:lnTo>
                  <a:pt x="17" y="25"/>
                </a:lnTo>
                <a:lnTo>
                  <a:pt x="17" y="35"/>
                </a:lnTo>
                <a:lnTo>
                  <a:pt x="40" y="42"/>
                </a:lnTo>
                <a:lnTo>
                  <a:pt x="40" y="50"/>
                </a:lnTo>
                <a:lnTo>
                  <a:pt x="22" y="42"/>
                </a:lnTo>
                <a:lnTo>
                  <a:pt x="7" y="50"/>
                </a:lnTo>
                <a:lnTo>
                  <a:pt x="0" y="42"/>
                </a:lnTo>
                <a:lnTo>
                  <a:pt x="7" y="35"/>
                </a:lnTo>
                <a:lnTo>
                  <a:pt x="0" y="25"/>
                </a:lnTo>
                <a:lnTo>
                  <a:pt x="7" y="5"/>
                </a:lnTo>
                <a:lnTo>
                  <a:pt x="17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4" name="path"/>
          <p:cNvSpPr/>
          <p:nvPr/>
        </p:nvSpPr>
        <p:spPr>
          <a:xfrm>
            <a:off x="8461375" y="5981700"/>
            <a:ext cx="25400" cy="30162"/>
          </a:xfrm>
          <a:custGeom>
            <a:avLst/>
            <a:gdLst/>
            <a:ahLst/>
            <a:cxnLst/>
            <a:rect l="0" t="0" r="0" b="0"/>
            <a:pathLst>
              <a:path w="40" h="47">
                <a:moveTo>
                  <a:pt x="20" y="40"/>
                </a:moveTo>
                <a:lnTo>
                  <a:pt x="5" y="32"/>
                </a:lnTo>
                <a:lnTo>
                  <a:pt x="5" y="25"/>
                </a:lnTo>
                <a:lnTo>
                  <a:pt x="5" y="20"/>
                </a:lnTo>
                <a:lnTo>
                  <a:pt x="2" y="12"/>
                </a:lnTo>
                <a:lnTo>
                  <a:pt x="0" y="0"/>
                </a:lnTo>
                <a:lnTo>
                  <a:pt x="5" y="0"/>
                </a:lnTo>
                <a:lnTo>
                  <a:pt x="20" y="5"/>
                </a:lnTo>
                <a:lnTo>
                  <a:pt x="27" y="5"/>
                </a:lnTo>
                <a:lnTo>
                  <a:pt x="30" y="5"/>
                </a:lnTo>
                <a:lnTo>
                  <a:pt x="40" y="0"/>
                </a:lnTo>
                <a:lnTo>
                  <a:pt x="40" y="20"/>
                </a:lnTo>
                <a:lnTo>
                  <a:pt x="35" y="25"/>
                </a:lnTo>
                <a:lnTo>
                  <a:pt x="30" y="32"/>
                </a:lnTo>
                <a:lnTo>
                  <a:pt x="30" y="40"/>
                </a:lnTo>
                <a:lnTo>
                  <a:pt x="27" y="40"/>
                </a:lnTo>
                <a:lnTo>
                  <a:pt x="27" y="47"/>
                </a:lnTo>
                <a:lnTo>
                  <a:pt x="20" y="4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3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444677" y="555130"/>
            <a:ext cx="8103234" cy="38042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363855" algn="l" rtl="0" eaLnBrk="0">
              <a:lnSpc>
                <a:spcPct val="95000"/>
              </a:lnSpc>
            </a:pPr>
            <a:r>
              <a:rPr sz="4400" u="sng" kern="0" spc="-3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终端仿真软件</a:t>
            </a:r>
            <a:endParaRPr lang="en-US" altLang="en-US" sz="4400" dirty="0"/>
          </a:p>
          <a:p>
            <a:pPr algn="l" rtl="0" eaLnBrk="0">
              <a:lnSpc>
                <a:spcPct val="174000"/>
              </a:lnSpc>
            </a:pPr>
            <a:endParaRPr lang="en-US" altLang="en-US" sz="1000" dirty="0"/>
          </a:p>
          <a:p>
            <a:pPr marL="345440" indent="-332740" algn="l" rtl="0" eaLnBrk="0">
              <a:lnSpc>
                <a:spcPct val="127000"/>
              </a:lnSpc>
              <a:spcBef>
                <a:spcPts val="815"/>
              </a:spcBef>
            </a:pPr>
            <a:r>
              <a:rPr sz="2000" kern="0" spc="1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75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kern="0" spc="12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700" kern="0" spc="12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上的终端仿真软件来实现通过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700" kern="0" spc="12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路由器的访问</a:t>
            </a:r>
            <a:r>
              <a:rPr sz="2700" kern="0" spc="7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7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algn="l" rtl="0" eaLnBrk="0">
              <a:lnSpc>
                <a:spcPct val="115000"/>
              </a:lnSpc>
            </a:pPr>
            <a:endParaRPr lang="en-US" altLang="en-US" sz="500" dirty="0"/>
          </a:p>
          <a:p>
            <a:pPr marL="742950" indent="-298450" algn="l" rtl="0" eaLnBrk="0">
              <a:lnSpc>
                <a:spcPct val="138000"/>
              </a:lnSpc>
              <a:spcBef>
                <a:spcPts val="0"/>
              </a:spcBef>
            </a:pPr>
            <a:r>
              <a:rPr sz="2300" kern="0" spc="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</a:t>
            </a:r>
            <a:r>
              <a:rPr sz="2300" kern="0" spc="5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</a:t>
            </a:r>
            <a:r>
              <a:rPr sz="2300" b="1" kern="0" spc="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Server</a:t>
            </a:r>
            <a:r>
              <a:rPr sz="2300" b="1" kern="0" spc="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2003</a:t>
            </a:r>
            <a:r>
              <a:rPr sz="2300" kern="0" spc="13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操作系统需要在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Windows</a:t>
            </a:r>
            <a:r>
              <a:rPr sz="2300" kern="0" spc="13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组件中添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kern="0" spc="12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</a:t>
            </a:r>
            <a:r>
              <a:rPr sz="2300" b="1" kern="0" spc="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</a:t>
            </a:r>
            <a:r>
              <a:rPr sz="2300" kern="0" spc="12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超级终端</a:t>
            </a:r>
            <a:r>
              <a:rPr sz="2300" b="1" kern="0" spc="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”</a:t>
            </a:r>
            <a:r>
              <a:rPr sz="2300" kern="0" spc="12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程序，而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Windows</a:t>
            </a:r>
            <a:r>
              <a:rPr sz="2300" b="1" kern="0" spc="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XP</a:t>
            </a:r>
            <a:r>
              <a:rPr sz="2300" kern="0" spc="11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操作系统下会自带</a:t>
            </a:r>
            <a:r>
              <a:rPr sz="2300" b="1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</a:t>
            </a:r>
            <a:r>
              <a:rPr sz="2300" b="1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超级终端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”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程序。</a:t>
            </a:r>
            <a:endParaRPr lang="en-US" altLang="en-US" sz="2300" dirty="0"/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429125"/>
            <a:ext cx="1887537" cy="2019300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sp>
        <p:nvSpPr>
          <p:cNvPr id="324" name="textbox 324"/>
          <p:cNvSpPr/>
          <p:nvPr/>
        </p:nvSpPr>
        <p:spPr>
          <a:xfrm>
            <a:off x="877036" y="4606086"/>
            <a:ext cx="7764780" cy="3721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2300" kern="0" spc="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</a:t>
            </a:r>
            <a:r>
              <a:rPr sz="2300" kern="0" spc="6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13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Windows</a:t>
            </a:r>
            <a:r>
              <a:rPr sz="2300" b="1" kern="0" spc="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Vista</a:t>
            </a:r>
            <a:r>
              <a:rPr sz="2300" b="1" kern="0" spc="-3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13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Windows</a:t>
            </a:r>
            <a:r>
              <a:rPr sz="2300" b="1" kern="0" spc="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Server</a:t>
            </a:r>
            <a:r>
              <a:rPr sz="2300" b="1" kern="0" spc="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2008</a:t>
            </a:r>
            <a:r>
              <a:rPr sz="2300" kern="0" spc="13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Windows</a:t>
            </a:r>
            <a:r>
              <a:rPr sz="2300" b="1" kern="0" spc="1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7</a:t>
            </a:r>
            <a:endParaRPr lang="en-US" altLang="en-US" sz="2300" dirty="0"/>
          </a:p>
        </p:txBody>
      </p:sp>
      <p:sp>
        <p:nvSpPr>
          <p:cNvPr id="326" name="textbox 326"/>
          <p:cNvSpPr/>
          <p:nvPr/>
        </p:nvSpPr>
        <p:spPr>
          <a:xfrm>
            <a:off x="1183208" y="5155996"/>
            <a:ext cx="5163184" cy="3721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algn="r" rtl="0" eaLnBrk="0">
              <a:lnSpc>
                <a:spcPct val="99000"/>
              </a:lnSpc>
            </a:pPr>
            <a:r>
              <a:rPr sz="2300" kern="0" spc="1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系统，请使用第三方的终端控制软件</a:t>
            </a:r>
            <a:r>
              <a:rPr sz="2300" kern="0" spc="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300" dirty="0"/>
          </a:p>
        </p:txBody>
      </p:sp>
      <p:pic>
        <p:nvPicPr>
          <p:cNvPr id="328" name="picture 3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330" name="textbox 330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17</a:t>
            </a:r>
            <a:endParaRPr lang="en-US" altLang="en-US" sz="1400" dirty="0"/>
          </a:p>
        </p:txBody>
      </p:sp>
      <p:sp>
        <p:nvSpPr>
          <p:cNvPr id="332" name="path"/>
          <p:cNvSpPr/>
          <p:nvPr/>
        </p:nvSpPr>
        <p:spPr>
          <a:xfrm>
            <a:off x="7077075" y="5243512"/>
            <a:ext cx="512762" cy="668337"/>
          </a:xfrm>
          <a:custGeom>
            <a:avLst/>
            <a:gdLst/>
            <a:ahLst/>
            <a:cxnLst/>
            <a:rect l="0" t="0" r="0" b="0"/>
            <a:pathLst>
              <a:path w="807" h="1052">
                <a:moveTo>
                  <a:pt x="190" y="0"/>
                </a:moveTo>
                <a:lnTo>
                  <a:pt x="177" y="27"/>
                </a:lnTo>
                <a:lnTo>
                  <a:pt x="112" y="82"/>
                </a:lnTo>
                <a:lnTo>
                  <a:pt x="100" y="132"/>
                </a:lnTo>
                <a:lnTo>
                  <a:pt x="52" y="170"/>
                </a:lnTo>
                <a:lnTo>
                  <a:pt x="20" y="240"/>
                </a:lnTo>
                <a:lnTo>
                  <a:pt x="20" y="285"/>
                </a:lnTo>
                <a:lnTo>
                  <a:pt x="0" y="360"/>
                </a:lnTo>
                <a:lnTo>
                  <a:pt x="27" y="392"/>
                </a:lnTo>
                <a:lnTo>
                  <a:pt x="100" y="487"/>
                </a:lnTo>
                <a:lnTo>
                  <a:pt x="120" y="475"/>
                </a:lnTo>
                <a:lnTo>
                  <a:pt x="247" y="475"/>
                </a:lnTo>
                <a:lnTo>
                  <a:pt x="307" y="497"/>
                </a:lnTo>
                <a:lnTo>
                  <a:pt x="302" y="572"/>
                </a:lnTo>
                <a:lnTo>
                  <a:pt x="345" y="670"/>
                </a:lnTo>
                <a:lnTo>
                  <a:pt x="342" y="697"/>
                </a:lnTo>
                <a:lnTo>
                  <a:pt x="360" y="727"/>
                </a:lnTo>
                <a:lnTo>
                  <a:pt x="332" y="797"/>
                </a:lnTo>
                <a:lnTo>
                  <a:pt x="365" y="885"/>
                </a:lnTo>
                <a:lnTo>
                  <a:pt x="382" y="955"/>
                </a:lnTo>
                <a:lnTo>
                  <a:pt x="405" y="997"/>
                </a:lnTo>
                <a:lnTo>
                  <a:pt x="427" y="1052"/>
                </a:lnTo>
                <a:lnTo>
                  <a:pt x="470" y="1045"/>
                </a:lnTo>
                <a:lnTo>
                  <a:pt x="540" y="1005"/>
                </a:lnTo>
                <a:lnTo>
                  <a:pt x="572" y="955"/>
                </a:lnTo>
                <a:lnTo>
                  <a:pt x="570" y="922"/>
                </a:lnTo>
                <a:lnTo>
                  <a:pt x="612" y="897"/>
                </a:lnTo>
                <a:lnTo>
                  <a:pt x="605" y="850"/>
                </a:lnTo>
                <a:lnTo>
                  <a:pt x="667" y="775"/>
                </a:lnTo>
                <a:lnTo>
                  <a:pt x="677" y="712"/>
                </a:lnTo>
                <a:lnTo>
                  <a:pt x="660" y="692"/>
                </a:lnTo>
                <a:lnTo>
                  <a:pt x="667" y="667"/>
                </a:lnTo>
                <a:lnTo>
                  <a:pt x="652" y="645"/>
                </a:lnTo>
                <a:lnTo>
                  <a:pt x="700" y="585"/>
                </a:lnTo>
                <a:lnTo>
                  <a:pt x="700" y="555"/>
                </a:lnTo>
                <a:lnTo>
                  <a:pt x="765" y="505"/>
                </a:lnTo>
                <a:lnTo>
                  <a:pt x="807" y="370"/>
                </a:lnTo>
                <a:lnTo>
                  <a:pt x="747" y="405"/>
                </a:lnTo>
                <a:lnTo>
                  <a:pt x="695" y="390"/>
                </a:lnTo>
                <a:lnTo>
                  <a:pt x="702" y="357"/>
                </a:lnTo>
                <a:lnTo>
                  <a:pt x="650" y="322"/>
                </a:lnTo>
                <a:lnTo>
                  <a:pt x="625" y="235"/>
                </a:lnTo>
                <a:lnTo>
                  <a:pt x="575" y="165"/>
                </a:lnTo>
                <a:lnTo>
                  <a:pt x="575" y="117"/>
                </a:lnTo>
                <a:lnTo>
                  <a:pt x="547" y="115"/>
                </a:lnTo>
                <a:lnTo>
                  <a:pt x="530" y="122"/>
                </a:lnTo>
                <a:lnTo>
                  <a:pt x="455" y="95"/>
                </a:lnTo>
                <a:lnTo>
                  <a:pt x="435" y="115"/>
                </a:lnTo>
                <a:lnTo>
                  <a:pt x="417" y="140"/>
                </a:lnTo>
                <a:lnTo>
                  <a:pt x="377" y="95"/>
                </a:lnTo>
                <a:lnTo>
                  <a:pt x="337" y="82"/>
                </a:lnTo>
                <a:lnTo>
                  <a:pt x="335" y="25"/>
                </a:lnTo>
                <a:lnTo>
                  <a:pt x="277" y="35"/>
                </a:lnTo>
                <a:lnTo>
                  <a:pt x="240" y="22"/>
                </a:lnTo>
                <a:lnTo>
                  <a:pt x="19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4" name="path"/>
          <p:cNvSpPr/>
          <p:nvPr/>
        </p:nvSpPr>
        <p:spPr>
          <a:xfrm>
            <a:off x="8047037" y="5549900"/>
            <a:ext cx="466725" cy="417512"/>
          </a:xfrm>
          <a:custGeom>
            <a:avLst/>
            <a:gdLst/>
            <a:ahLst/>
            <a:cxnLst/>
            <a:rect l="0" t="0" r="0" b="0"/>
            <a:pathLst>
              <a:path w="735" h="657">
                <a:moveTo>
                  <a:pt x="187" y="85"/>
                </a:moveTo>
                <a:lnTo>
                  <a:pt x="230" y="85"/>
                </a:lnTo>
                <a:lnTo>
                  <a:pt x="280" y="0"/>
                </a:lnTo>
                <a:lnTo>
                  <a:pt x="307" y="50"/>
                </a:lnTo>
                <a:lnTo>
                  <a:pt x="285" y="172"/>
                </a:lnTo>
                <a:lnTo>
                  <a:pt x="195" y="142"/>
                </a:lnTo>
                <a:lnTo>
                  <a:pt x="187" y="85"/>
                </a:lnTo>
              </a:path>
              <a:path w="735" h="657">
                <a:moveTo>
                  <a:pt x="442" y="105"/>
                </a:moveTo>
                <a:lnTo>
                  <a:pt x="430" y="67"/>
                </a:lnTo>
                <a:lnTo>
                  <a:pt x="497" y="82"/>
                </a:lnTo>
                <a:lnTo>
                  <a:pt x="597" y="122"/>
                </a:lnTo>
                <a:lnTo>
                  <a:pt x="597" y="152"/>
                </a:lnTo>
                <a:lnTo>
                  <a:pt x="637" y="232"/>
                </a:lnTo>
                <a:lnTo>
                  <a:pt x="560" y="157"/>
                </a:lnTo>
                <a:lnTo>
                  <a:pt x="507" y="162"/>
                </a:lnTo>
                <a:lnTo>
                  <a:pt x="442" y="105"/>
                </a:lnTo>
              </a:path>
              <a:path w="735" h="657">
                <a:moveTo>
                  <a:pt x="0" y="122"/>
                </a:moveTo>
                <a:lnTo>
                  <a:pt x="57" y="135"/>
                </a:lnTo>
                <a:lnTo>
                  <a:pt x="145" y="195"/>
                </a:lnTo>
                <a:lnTo>
                  <a:pt x="132" y="230"/>
                </a:lnTo>
                <a:lnTo>
                  <a:pt x="205" y="260"/>
                </a:lnTo>
                <a:lnTo>
                  <a:pt x="392" y="260"/>
                </a:lnTo>
                <a:lnTo>
                  <a:pt x="187" y="290"/>
                </a:lnTo>
                <a:lnTo>
                  <a:pt x="132" y="230"/>
                </a:lnTo>
                <a:lnTo>
                  <a:pt x="80" y="217"/>
                </a:lnTo>
                <a:lnTo>
                  <a:pt x="0" y="122"/>
                </a:lnTo>
              </a:path>
              <a:path w="735" h="657">
                <a:moveTo>
                  <a:pt x="665" y="647"/>
                </a:moveTo>
                <a:lnTo>
                  <a:pt x="652" y="650"/>
                </a:lnTo>
                <a:lnTo>
                  <a:pt x="645" y="657"/>
                </a:lnTo>
                <a:lnTo>
                  <a:pt x="632" y="642"/>
                </a:lnTo>
                <a:lnTo>
                  <a:pt x="595" y="625"/>
                </a:lnTo>
                <a:lnTo>
                  <a:pt x="590" y="597"/>
                </a:lnTo>
                <a:lnTo>
                  <a:pt x="577" y="587"/>
                </a:lnTo>
                <a:lnTo>
                  <a:pt x="545" y="587"/>
                </a:lnTo>
                <a:lnTo>
                  <a:pt x="545" y="567"/>
                </a:lnTo>
                <a:lnTo>
                  <a:pt x="535" y="560"/>
                </a:lnTo>
                <a:lnTo>
                  <a:pt x="532" y="542"/>
                </a:lnTo>
                <a:lnTo>
                  <a:pt x="510" y="540"/>
                </a:lnTo>
                <a:lnTo>
                  <a:pt x="490" y="535"/>
                </a:lnTo>
                <a:lnTo>
                  <a:pt x="470" y="540"/>
                </a:lnTo>
                <a:lnTo>
                  <a:pt x="470" y="542"/>
                </a:lnTo>
                <a:lnTo>
                  <a:pt x="425" y="557"/>
                </a:lnTo>
                <a:lnTo>
                  <a:pt x="425" y="565"/>
                </a:lnTo>
                <a:lnTo>
                  <a:pt x="385" y="565"/>
                </a:lnTo>
                <a:lnTo>
                  <a:pt x="365" y="577"/>
                </a:lnTo>
                <a:lnTo>
                  <a:pt x="340" y="565"/>
                </a:lnTo>
                <a:lnTo>
                  <a:pt x="340" y="560"/>
                </a:lnTo>
                <a:lnTo>
                  <a:pt x="340" y="535"/>
                </a:lnTo>
                <a:lnTo>
                  <a:pt x="332" y="510"/>
                </a:lnTo>
                <a:lnTo>
                  <a:pt x="322" y="490"/>
                </a:lnTo>
                <a:lnTo>
                  <a:pt x="327" y="472"/>
                </a:lnTo>
                <a:lnTo>
                  <a:pt x="320" y="465"/>
                </a:lnTo>
                <a:lnTo>
                  <a:pt x="315" y="427"/>
                </a:lnTo>
                <a:lnTo>
                  <a:pt x="320" y="402"/>
                </a:lnTo>
                <a:lnTo>
                  <a:pt x="342" y="382"/>
                </a:lnTo>
                <a:lnTo>
                  <a:pt x="392" y="370"/>
                </a:lnTo>
                <a:lnTo>
                  <a:pt x="405" y="352"/>
                </a:lnTo>
                <a:lnTo>
                  <a:pt x="400" y="335"/>
                </a:lnTo>
                <a:lnTo>
                  <a:pt x="412" y="330"/>
                </a:lnTo>
                <a:lnTo>
                  <a:pt x="415" y="337"/>
                </a:lnTo>
                <a:lnTo>
                  <a:pt x="420" y="325"/>
                </a:lnTo>
                <a:lnTo>
                  <a:pt x="452" y="300"/>
                </a:lnTo>
                <a:lnTo>
                  <a:pt x="470" y="312"/>
                </a:lnTo>
                <a:lnTo>
                  <a:pt x="490" y="305"/>
                </a:lnTo>
                <a:lnTo>
                  <a:pt x="495" y="285"/>
                </a:lnTo>
                <a:lnTo>
                  <a:pt x="515" y="280"/>
                </a:lnTo>
                <a:lnTo>
                  <a:pt x="510" y="265"/>
                </a:lnTo>
                <a:lnTo>
                  <a:pt x="537" y="275"/>
                </a:lnTo>
                <a:lnTo>
                  <a:pt x="560" y="270"/>
                </a:lnTo>
                <a:lnTo>
                  <a:pt x="572" y="322"/>
                </a:lnTo>
                <a:lnTo>
                  <a:pt x="590" y="337"/>
                </a:lnTo>
                <a:lnTo>
                  <a:pt x="605" y="337"/>
                </a:lnTo>
                <a:lnTo>
                  <a:pt x="612" y="305"/>
                </a:lnTo>
                <a:lnTo>
                  <a:pt x="607" y="290"/>
                </a:lnTo>
                <a:lnTo>
                  <a:pt x="612" y="265"/>
                </a:lnTo>
                <a:lnTo>
                  <a:pt x="620" y="262"/>
                </a:lnTo>
                <a:lnTo>
                  <a:pt x="632" y="292"/>
                </a:lnTo>
                <a:lnTo>
                  <a:pt x="645" y="300"/>
                </a:lnTo>
                <a:lnTo>
                  <a:pt x="652" y="330"/>
                </a:lnTo>
                <a:lnTo>
                  <a:pt x="665" y="370"/>
                </a:lnTo>
                <a:lnTo>
                  <a:pt x="682" y="380"/>
                </a:lnTo>
                <a:lnTo>
                  <a:pt x="705" y="410"/>
                </a:lnTo>
                <a:lnTo>
                  <a:pt x="707" y="425"/>
                </a:lnTo>
                <a:lnTo>
                  <a:pt x="727" y="442"/>
                </a:lnTo>
                <a:lnTo>
                  <a:pt x="735" y="475"/>
                </a:lnTo>
                <a:lnTo>
                  <a:pt x="735" y="500"/>
                </a:lnTo>
                <a:lnTo>
                  <a:pt x="727" y="540"/>
                </a:lnTo>
                <a:lnTo>
                  <a:pt x="707" y="565"/>
                </a:lnTo>
                <a:lnTo>
                  <a:pt x="702" y="597"/>
                </a:lnTo>
                <a:lnTo>
                  <a:pt x="702" y="625"/>
                </a:lnTo>
                <a:lnTo>
                  <a:pt x="682" y="630"/>
                </a:lnTo>
                <a:lnTo>
                  <a:pt x="665" y="647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6" name="path"/>
          <p:cNvSpPr/>
          <p:nvPr/>
        </p:nvSpPr>
        <p:spPr>
          <a:xfrm>
            <a:off x="7300912" y="5199062"/>
            <a:ext cx="250825" cy="614362"/>
          </a:xfrm>
          <a:custGeom>
            <a:avLst/>
            <a:gdLst/>
            <a:ahLst/>
            <a:cxnLst/>
            <a:rect l="0" t="0" r="0" b="0"/>
            <a:pathLst>
              <a:path w="395" h="967">
                <a:moveTo>
                  <a:pt x="0" y="20"/>
                </a:moveTo>
                <a:lnTo>
                  <a:pt x="0" y="60"/>
                </a:lnTo>
                <a:lnTo>
                  <a:pt x="0" y="35"/>
                </a:lnTo>
                <a:lnTo>
                  <a:pt x="0" y="20"/>
                </a:lnTo>
              </a:path>
              <a:path w="395" h="967">
                <a:moveTo>
                  <a:pt x="42" y="75"/>
                </a:moveTo>
                <a:lnTo>
                  <a:pt x="82" y="75"/>
                </a:lnTo>
                <a:lnTo>
                  <a:pt x="82" y="115"/>
                </a:lnTo>
                <a:lnTo>
                  <a:pt x="42" y="75"/>
                </a:lnTo>
              </a:path>
              <a:path w="395" h="967">
                <a:moveTo>
                  <a:pt x="277" y="0"/>
                </a:moveTo>
                <a:lnTo>
                  <a:pt x="242" y="0"/>
                </a:lnTo>
                <a:lnTo>
                  <a:pt x="222" y="22"/>
                </a:lnTo>
                <a:lnTo>
                  <a:pt x="210" y="22"/>
                </a:lnTo>
                <a:lnTo>
                  <a:pt x="200" y="32"/>
                </a:lnTo>
                <a:lnTo>
                  <a:pt x="187" y="32"/>
                </a:lnTo>
                <a:lnTo>
                  <a:pt x="187" y="62"/>
                </a:lnTo>
                <a:lnTo>
                  <a:pt x="207" y="85"/>
                </a:lnTo>
                <a:lnTo>
                  <a:pt x="260" y="85"/>
                </a:lnTo>
                <a:lnTo>
                  <a:pt x="277" y="62"/>
                </a:lnTo>
                <a:lnTo>
                  <a:pt x="277" y="0"/>
                </a:lnTo>
              </a:path>
              <a:path w="395" h="967">
                <a:moveTo>
                  <a:pt x="355" y="845"/>
                </a:moveTo>
                <a:lnTo>
                  <a:pt x="372" y="830"/>
                </a:lnTo>
                <a:lnTo>
                  <a:pt x="385" y="780"/>
                </a:lnTo>
                <a:lnTo>
                  <a:pt x="395" y="855"/>
                </a:lnTo>
                <a:lnTo>
                  <a:pt x="380" y="947"/>
                </a:lnTo>
                <a:lnTo>
                  <a:pt x="350" y="967"/>
                </a:lnTo>
                <a:lnTo>
                  <a:pt x="350" y="922"/>
                </a:lnTo>
                <a:lnTo>
                  <a:pt x="357" y="892"/>
                </a:lnTo>
                <a:lnTo>
                  <a:pt x="355" y="84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53300" y="6126365"/>
            <a:ext cx="185737" cy="307568"/>
          </a:xfrm>
          <a:prstGeom prst="rect">
            <a:avLst/>
          </a:prstGeom>
        </p:spPr>
      </p:pic>
      <p:sp>
        <p:nvSpPr>
          <p:cNvPr id="340" name="path"/>
          <p:cNvSpPr/>
          <p:nvPr/>
        </p:nvSpPr>
        <p:spPr>
          <a:xfrm>
            <a:off x="8262937" y="5106987"/>
            <a:ext cx="131762" cy="334962"/>
          </a:xfrm>
          <a:custGeom>
            <a:avLst/>
            <a:gdLst/>
            <a:ahLst/>
            <a:cxnLst/>
            <a:rect l="0" t="0" r="0" b="0"/>
            <a:pathLst>
              <a:path w="207" h="527">
                <a:moveTo>
                  <a:pt x="17" y="477"/>
                </a:moveTo>
                <a:lnTo>
                  <a:pt x="22" y="490"/>
                </a:lnTo>
                <a:lnTo>
                  <a:pt x="17" y="502"/>
                </a:lnTo>
                <a:lnTo>
                  <a:pt x="17" y="512"/>
                </a:lnTo>
                <a:lnTo>
                  <a:pt x="40" y="520"/>
                </a:lnTo>
                <a:lnTo>
                  <a:pt x="40" y="527"/>
                </a:lnTo>
                <a:lnTo>
                  <a:pt x="22" y="520"/>
                </a:lnTo>
                <a:lnTo>
                  <a:pt x="7" y="527"/>
                </a:lnTo>
                <a:lnTo>
                  <a:pt x="0" y="520"/>
                </a:lnTo>
                <a:lnTo>
                  <a:pt x="7" y="512"/>
                </a:lnTo>
                <a:lnTo>
                  <a:pt x="0" y="502"/>
                </a:lnTo>
                <a:lnTo>
                  <a:pt x="7" y="482"/>
                </a:lnTo>
                <a:lnTo>
                  <a:pt x="17" y="477"/>
                </a:lnTo>
              </a:path>
              <a:path w="207" h="527">
                <a:moveTo>
                  <a:pt x="152" y="0"/>
                </a:moveTo>
                <a:lnTo>
                  <a:pt x="152" y="35"/>
                </a:lnTo>
                <a:lnTo>
                  <a:pt x="137" y="57"/>
                </a:lnTo>
                <a:lnTo>
                  <a:pt x="142" y="95"/>
                </a:lnTo>
                <a:lnTo>
                  <a:pt x="122" y="145"/>
                </a:lnTo>
                <a:lnTo>
                  <a:pt x="95" y="192"/>
                </a:lnTo>
                <a:lnTo>
                  <a:pt x="52" y="222"/>
                </a:lnTo>
                <a:lnTo>
                  <a:pt x="40" y="275"/>
                </a:lnTo>
                <a:lnTo>
                  <a:pt x="57" y="280"/>
                </a:lnTo>
                <a:lnTo>
                  <a:pt x="57" y="230"/>
                </a:lnTo>
                <a:lnTo>
                  <a:pt x="117" y="227"/>
                </a:lnTo>
                <a:lnTo>
                  <a:pt x="162" y="195"/>
                </a:lnTo>
                <a:lnTo>
                  <a:pt x="162" y="127"/>
                </a:lnTo>
                <a:lnTo>
                  <a:pt x="177" y="102"/>
                </a:lnTo>
                <a:lnTo>
                  <a:pt x="155" y="60"/>
                </a:lnTo>
                <a:lnTo>
                  <a:pt x="187" y="47"/>
                </a:lnTo>
                <a:lnTo>
                  <a:pt x="207" y="12"/>
                </a:lnTo>
                <a:lnTo>
                  <a:pt x="162" y="17"/>
                </a:lnTo>
                <a:lnTo>
                  <a:pt x="152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" name="path"/>
          <p:cNvSpPr/>
          <p:nvPr/>
        </p:nvSpPr>
        <p:spPr>
          <a:xfrm>
            <a:off x="8572500" y="5810250"/>
            <a:ext cx="88900" cy="114300"/>
          </a:xfrm>
          <a:custGeom>
            <a:avLst/>
            <a:gdLst/>
            <a:ahLst/>
            <a:cxnLst/>
            <a:rect l="0" t="0" r="0" b="0"/>
            <a:pathLst>
              <a:path w="140" h="180">
                <a:moveTo>
                  <a:pt x="85" y="0"/>
                </a:moveTo>
                <a:lnTo>
                  <a:pt x="140" y="52"/>
                </a:lnTo>
                <a:lnTo>
                  <a:pt x="27" y="180"/>
                </a:lnTo>
                <a:lnTo>
                  <a:pt x="0" y="150"/>
                </a:lnTo>
                <a:lnTo>
                  <a:pt x="80" y="70"/>
                </a:lnTo>
                <a:lnTo>
                  <a:pt x="85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  <p:sp>
        <p:nvSpPr>
          <p:cNvPr id="346" name="path"/>
          <p:cNvSpPr/>
          <p:nvPr/>
        </p:nvSpPr>
        <p:spPr>
          <a:xfrm>
            <a:off x="7221537" y="5027612"/>
            <a:ext cx="58737" cy="74612"/>
          </a:xfrm>
          <a:custGeom>
            <a:avLst/>
            <a:gdLst/>
            <a:ahLst/>
            <a:cxnLst/>
            <a:rect l="0" t="0" r="0" b="0"/>
            <a:pathLst>
              <a:path w="92" h="117">
                <a:moveTo>
                  <a:pt x="92" y="90"/>
                </a:moveTo>
                <a:lnTo>
                  <a:pt x="72" y="77"/>
                </a:lnTo>
                <a:lnTo>
                  <a:pt x="72" y="25"/>
                </a:lnTo>
                <a:lnTo>
                  <a:pt x="82" y="12"/>
                </a:lnTo>
                <a:lnTo>
                  <a:pt x="65" y="12"/>
                </a:lnTo>
                <a:lnTo>
                  <a:pt x="75" y="0"/>
                </a:lnTo>
                <a:lnTo>
                  <a:pt x="62" y="0"/>
                </a:lnTo>
                <a:lnTo>
                  <a:pt x="47" y="15"/>
                </a:lnTo>
                <a:lnTo>
                  <a:pt x="47" y="47"/>
                </a:lnTo>
                <a:lnTo>
                  <a:pt x="55" y="55"/>
                </a:lnTo>
                <a:lnTo>
                  <a:pt x="55" y="70"/>
                </a:lnTo>
                <a:lnTo>
                  <a:pt x="50" y="70"/>
                </a:lnTo>
                <a:lnTo>
                  <a:pt x="37" y="82"/>
                </a:lnTo>
                <a:lnTo>
                  <a:pt x="37" y="95"/>
                </a:lnTo>
                <a:lnTo>
                  <a:pt x="22" y="117"/>
                </a:lnTo>
                <a:lnTo>
                  <a:pt x="75" y="117"/>
                </a:lnTo>
                <a:lnTo>
                  <a:pt x="92" y="90"/>
                </a:lnTo>
              </a:path>
              <a:path w="92" h="117">
                <a:moveTo>
                  <a:pt x="32" y="52"/>
                </a:moveTo>
                <a:lnTo>
                  <a:pt x="40" y="52"/>
                </a:lnTo>
                <a:lnTo>
                  <a:pt x="40" y="40"/>
                </a:lnTo>
                <a:lnTo>
                  <a:pt x="25" y="40"/>
                </a:lnTo>
                <a:lnTo>
                  <a:pt x="0" y="65"/>
                </a:lnTo>
                <a:lnTo>
                  <a:pt x="0" y="80"/>
                </a:lnTo>
                <a:lnTo>
                  <a:pt x="22" y="80"/>
                </a:lnTo>
                <a:lnTo>
                  <a:pt x="32" y="67"/>
                </a:lnTo>
                <a:lnTo>
                  <a:pt x="32" y="52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rect"/>
          <p:cNvSpPr/>
          <p:nvPr/>
        </p:nvSpPr>
        <p:spPr>
          <a:xfrm>
            <a:off x="7885112" y="5584825"/>
            <a:ext cx="25400" cy="39687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0" name="rect"/>
          <p:cNvSpPr/>
          <p:nvPr/>
        </p:nvSpPr>
        <p:spPr>
          <a:xfrm>
            <a:off x="8461375" y="5981700"/>
            <a:ext cx="25400" cy="30162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3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18559" y="1577022"/>
            <a:ext cx="5063490" cy="4696777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789230" y="555130"/>
            <a:ext cx="7299325" cy="6769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  <a:tabLst>
                <a:tab pos="7285990" algn="l"/>
              </a:tabLst>
            </a:pPr>
            <a:r>
              <a:rPr sz="4400" u="sng" kern="0" spc="-17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你的电脑安装的是什</a:t>
            </a:r>
            <a:r>
              <a:rPr sz="4400" u="sng" kern="0" spc="-18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么系统？</a:t>
            </a:r>
            <a:r>
              <a:rPr sz="4400" u="sng" kern="0" spc="0" dirty="0"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en-US" altLang="en-US" sz="4400" dirty="0"/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53235" y="1577022"/>
            <a:ext cx="1505762" cy="2133917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10222" y="1577022"/>
            <a:ext cx="791387" cy="1005204"/>
          </a:xfrm>
          <a:prstGeom prst="rect">
            <a:avLst/>
          </a:prstGeom>
        </p:spPr>
      </p:pic>
      <p:pic>
        <p:nvPicPr>
          <p:cNvPr id="362" name="picture 3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364" name="textbox 364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18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picture 3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368" name="textbox 368"/>
          <p:cNvSpPr/>
          <p:nvPr/>
        </p:nvSpPr>
        <p:spPr>
          <a:xfrm>
            <a:off x="406577" y="553225"/>
            <a:ext cx="4787900" cy="49199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393065" algn="l" rtl="0" eaLnBrk="0">
              <a:lnSpc>
                <a:spcPct val="95000"/>
              </a:lnSpc>
            </a:pP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4400" b="1" u="sng" kern="0" spc="-1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步：安装驱动</a:t>
            </a:r>
            <a:endParaRPr lang="en-US" altLang="en-US" sz="44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algn="l" rtl="0" eaLnBrk="0">
              <a:lnSpc>
                <a:spcPct val="124000"/>
              </a:lnSpc>
            </a:pPr>
            <a:endParaRPr lang="en-US" altLang="en-US" sz="1000" dirty="0"/>
          </a:p>
          <a:p>
            <a:pPr marL="347345" indent="-334645" algn="l" rtl="0" eaLnBrk="0">
              <a:lnSpc>
                <a:spcPct val="127000"/>
              </a:lnSpc>
              <a:spcBef>
                <a:spcPts val="810"/>
              </a:spcBef>
            </a:pPr>
            <a:r>
              <a:rPr sz="2000" kern="0" spc="1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75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kern="0" spc="1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700" kern="0" spc="1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USB</a:t>
            </a:r>
            <a:r>
              <a:rPr sz="2700" kern="0" spc="1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端口和路由器的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700" kern="0" spc="13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口相连。</a:t>
            </a:r>
            <a:endParaRPr lang="en-US" altLang="en-US" sz="2700" dirty="0"/>
          </a:p>
          <a:p>
            <a:pPr algn="l" rtl="0" eaLnBrk="0">
              <a:lnSpc>
                <a:spcPct val="140000"/>
              </a:lnSpc>
            </a:pPr>
            <a:endParaRPr lang="en-US" altLang="en-US" sz="1000" dirty="0"/>
          </a:p>
          <a:p>
            <a:pPr marL="350520" indent="-338455" algn="l" rtl="0" eaLnBrk="0">
              <a:lnSpc>
                <a:spcPct val="127000"/>
              </a:lnSpc>
              <a:spcBef>
                <a:spcPts val="820"/>
              </a:spcBef>
            </a:pPr>
            <a:r>
              <a:rPr sz="2000" kern="0" spc="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76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加电后安装驱动程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序，否则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线缆无法正常工作。</a:t>
            </a:r>
            <a:endParaRPr lang="en-US" altLang="en-US" sz="27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marL="400050" indent="-387985" algn="l" rtl="0" eaLnBrk="0">
              <a:lnSpc>
                <a:spcPct val="127000"/>
              </a:lnSpc>
              <a:spcBef>
                <a:spcPts val="5"/>
              </a:spcBef>
            </a:pPr>
            <a:r>
              <a:rPr sz="2000" kern="0" spc="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70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具体方法详见文档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</a:t>
            </a:r>
            <a:r>
              <a:rPr sz="27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USB</a:t>
            </a:r>
            <a:r>
              <a:rPr sz="2700" kern="0" spc="90" dirty="0">
                <a:ln w="10151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转串</a:t>
            </a:r>
            <a:r>
              <a:rPr sz="2700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kern="0" spc="10" dirty="0">
                <a:ln w="10151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口驱动安装</a:t>
            </a:r>
            <a:r>
              <a:rPr sz="2700" b="1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”</a:t>
            </a:r>
            <a:r>
              <a:rPr sz="2700" kern="0" spc="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700" dirty="0"/>
          </a:p>
        </p:txBody>
      </p:sp>
      <p:pic>
        <p:nvPicPr>
          <p:cNvPr id="370" name="picture 3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71172" y="3385184"/>
            <a:ext cx="3393439" cy="3063240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31484" y="913447"/>
            <a:ext cx="3188513" cy="2010092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376" name="picture 3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378" name="textbox 378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19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3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329792" y="553225"/>
            <a:ext cx="8140065" cy="3194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4400" u="sng" kern="0" spc="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4400" b="1" u="sng" kern="0" spc="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4400" u="sng" kern="0" spc="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步：运行和设置终端仿真软件</a:t>
            </a:r>
            <a:endParaRPr lang="en-US" altLang="en-US" sz="4400" dirty="0"/>
          </a:p>
          <a:p>
            <a:pPr algn="l" rtl="0" eaLnBrk="0">
              <a:lnSpc>
                <a:spcPct val="125000"/>
              </a:lnSpc>
            </a:pPr>
            <a:endParaRPr lang="en-US" altLang="en-US" sz="10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marL="473075" algn="l" rtl="0" eaLnBrk="0">
              <a:lnSpc>
                <a:spcPct val="96000"/>
              </a:lnSpc>
              <a:spcBef>
                <a:spcPts val="970"/>
              </a:spcBef>
            </a:pPr>
            <a:r>
              <a:rPr sz="23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6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本次实验采用的是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XShell7</a:t>
            </a:r>
            <a:endParaRPr lang="en-US" altLang="en-US" sz="3200" dirty="0"/>
          </a:p>
          <a:p>
            <a:pPr algn="l" rtl="0" eaLnBrk="0">
              <a:lnSpc>
                <a:spcPct val="16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marL="808990" indent="-335915" algn="l" rtl="0" eaLnBrk="0">
              <a:lnSpc>
                <a:spcPct val="122000"/>
              </a:lnSpc>
              <a:spcBef>
                <a:spcPts val="5"/>
              </a:spcBef>
            </a:pPr>
            <a:r>
              <a:rPr sz="23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0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具体下载、安装、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配置和使用步骤详见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3200" kern="0" spc="10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文档“</a:t>
            </a:r>
            <a:r>
              <a:rPr sz="32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XShell</a:t>
            </a:r>
            <a:r>
              <a:rPr sz="3200" kern="0" spc="100" dirty="0">
                <a:ln w="11641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的下载安装配置</a:t>
            </a:r>
            <a:r>
              <a:rPr sz="3200" kern="0" spc="-112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kern="0" spc="10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en-US" altLang="en-US" sz="3200" dirty="0"/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361471"/>
            <a:ext cx="1887537" cy="2086953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388" name="picture 3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picture 3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394" name="textbox 394"/>
          <p:cNvSpPr/>
          <p:nvPr/>
        </p:nvSpPr>
        <p:spPr>
          <a:xfrm>
            <a:off x="714578" y="553225"/>
            <a:ext cx="5962015" cy="42525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4400" b="1" u="sng" kern="0" spc="-1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步：启动</a:t>
            </a:r>
            <a:r>
              <a:rPr sz="4400" b="1" u="sng" kern="0" spc="-1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4400" u="sng" kern="0" spc="-1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</a:t>
            </a:r>
            <a:endParaRPr lang="en-US" altLang="en-US" sz="4400" dirty="0"/>
          </a:p>
          <a:p>
            <a:pPr marL="12700" algn="l" rtl="0" eaLnBrk="0">
              <a:lnSpc>
                <a:spcPct val="96000"/>
              </a:lnSpc>
              <a:spcBef>
                <a:spcPts val="1745"/>
              </a:spcBef>
            </a:pPr>
            <a:r>
              <a:rPr sz="23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路由器启动前的检查</a:t>
            </a:r>
            <a:endParaRPr lang="en-US" altLang="en-US" sz="32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marL="441325" algn="l" rtl="0" eaLnBrk="0">
              <a:lnSpc>
                <a:spcPct val="98000"/>
              </a:lnSpc>
              <a:spcBef>
                <a:spcPts val="815"/>
              </a:spcBef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</a:t>
            </a:r>
            <a:r>
              <a:rPr sz="2700" kern="0" spc="2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确保电源已经连接正确。</a:t>
            </a:r>
            <a:endParaRPr lang="en-US" altLang="en-US" sz="2700" dirty="0"/>
          </a:p>
          <a:p>
            <a:pPr algn="l" rtl="0" eaLnBrk="0">
              <a:lnSpc>
                <a:spcPct val="142000"/>
              </a:lnSpc>
            </a:pPr>
            <a:endParaRPr lang="en-US" altLang="en-US" sz="1000" dirty="0"/>
          </a:p>
          <a:p>
            <a:pPr marL="441325" algn="l" rtl="0" eaLnBrk="0">
              <a:lnSpc>
                <a:spcPct val="98000"/>
              </a:lnSpc>
              <a:spcBef>
                <a:spcPts val="820"/>
              </a:spcBef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</a:t>
            </a:r>
            <a:r>
              <a:rPr sz="2700" kern="0" spc="2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确保配置电缆连接正确。</a:t>
            </a:r>
            <a:endParaRPr lang="en-US" altLang="en-US" sz="27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marL="441325" algn="l" rtl="0" eaLnBrk="0">
              <a:lnSpc>
                <a:spcPct val="98000"/>
              </a:lnSpc>
              <a:spcBef>
                <a:spcPts val="820"/>
              </a:spcBef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</a:t>
            </a:r>
            <a:r>
              <a:rPr sz="2700" kern="0" spc="3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配置终端已经打开。</a:t>
            </a:r>
            <a:endParaRPr lang="en-US" altLang="en-US" sz="2700" dirty="0"/>
          </a:p>
          <a:p>
            <a:pPr algn="l" rtl="0" eaLnBrk="0">
              <a:lnSpc>
                <a:spcPct val="14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marL="441325" algn="l" rtl="0" eaLnBrk="0">
              <a:lnSpc>
                <a:spcPct val="98000"/>
              </a:lnSpc>
              <a:spcBef>
                <a:spcPts val="5"/>
              </a:spcBef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</a:t>
            </a:r>
            <a:r>
              <a:rPr sz="2700" kern="0" spc="3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终端参数已经设置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完毕。</a:t>
            </a:r>
            <a:endParaRPr lang="en-US" altLang="en-US" sz="2700" dirty="0"/>
          </a:p>
        </p:txBody>
      </p:sp>
      <p:pic>
        <p:nvPicPr>
          <p:cNvPr id="396" name="picture 3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24725" y="4429125"/>
            <a:ext cx="1639887" cy="2019300"/>
          </a:xfrm>
          <a:prstGeom prst="rect">
            <a:avLst/>
          </a:prstGeom>
        </p:spPr>
      </p:pic>
      <p:pic>
        <p:nvPicPr>
          <p:cNvPr id="398" name="picture 3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59546" y="4361471"/>
            <a:ext cx="175056" cy="319456"/>
          </a:xfrm>
          <a:prstGeom prst="rect">
            <a:avLst/>
          </a:prstGeom>
        </p:spPr>
      </p:pic>
      <p:pic>
        <p:nvPicPr>
          <p:cNvPr id="400" name="picture 4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sp>
        <p:nvSpPr>
          <p:cNvPr id="402" name="path"/>
          <p:cNvSpPr/>
          <p:nvPr/>
        </p:nvSpPr>
        <p:spPr>
          <a:xfrm>
            <a:off x="7221537" y="5027612"/>
            <a:ext cx="58737" cy="74612"/>
          </a:xfrm>
          <a:custGeom>
            <a:avLst/>
            <a:gdLst/>
            <a:ahLst/>
            <a:cxnLst/>
            <a:rect l="0" t="0" r="0" b="0"/>
            <a:pathLst>
              <a:path w="92" h="117">
                <a:moveTo>
                  <a:pt x="92" y="90"/>
                </a:moveTo>
                <a:lnTo>
                  <a:pt x="72" y="77"/>
                </a:lnTo>
                <a:lnTo>
                  <a:pt x="72" y="25"/>
                </a:lnTo>
                <a:lnTo>
                  <a:pt x="82" y="12"/>
                </a:lnTo>
                <a:lnTo>
                  <a:pt x="65" y="12"/>
                </a:lnTo>
                <a:lnTo>
                  <a:pt x="75" y="0"/>
                </a:lnTo>
                <a:lnTo>
                  <a:pt x="62" y="0"/>
                </a:lnTo>
                <a:lnTo>
                  <a:pt x="47" y="15"/>
                </a:lnTo>
                <a:lnTo>
                  <a:pt x="47" y="47"/>
                </a:lnTo>
                <a:lnTo>
                  <a:pt x="55" y="55"/>
                </a:lnTo>
                <a:lnTo>
                  <a:pt x="55" y="70"/>
                </a:lnTo>
                <a:lnTo>
                  <a:pt x="50" y="70"/>
                </a:lnTo>
                <a:lnTo>
                  <a:pt x="37" y="82"/>
                </a:lnTo>
                <a:lnTo>
                  <a:pt x="37" y="95"/>
                </a:lnTo>
                <a:lnTo>
                  <a:pt x="22" y="117"/>
                </a:lnTo>
                <a:lnTo>
                  <a:pt x="75" y="117"/>
                </a:lnTo>
                <a:lnTo>
                  <a:pt x="92" y="90"/>
                </a:lnTo>
              </a:path>
              <a:path w="92" h="117">
                <a:moveTo>
                  <a:pt x="32" y="52"/>
                </a:moveTo>
                <a:lnTo>
                  <a:pt x="40" y="52"/>
                </a:lnTo>
                <a:lnTo>
                  <a:pt x="40" y="40"/>
                </a:lnTo>
                <a:lnTo>
                  <a:pt x="25" y="40"/>
                </a:lnTo>
                <a:lnTo>
                  <a:pt x="0" y="65"/>
                </a:lnTo>
                <a:lnTo>
                  <a:pt x="0" y="80"/>
                </a:lnTo>
                <a:lnTo>
                  <a:pt x="22" y="80"/>
                </a:lnTo>
                <a:lnTo>
                  <a:pt x="32" y="67"/>
                </a:lnTo>
                <a:lnTo>
                  <a:pt x="32" y="52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4" name="path"/>
          <p:cNvSpPr/>
          <p:nvPr/>
        </p:nvSpPr>
        <p:spPr>
          <a:xfrm>
            <a:off x="8047037" y="5549900"/>
            <a:ext cx="466725" cy="417512"/>
          </a:xfrm>
          <a:custGeom>
            <a:avLst/>
            <a:gdLst/>
            <a:ahLst/>
            <a:cxnLst/>
            <a:rect l="0" t="0" r="0" b="0"/>
            <a:pathLst>
              <a:path w="735" h="657">
                <a:moveTo>
                  <a:pt x="187" y="85"/>
                </a:moveTo>
                <a:lnTo>
                  <a:pt x="230" y="85"/>
                </a:lnTo>
                <a:lnTo>
                  <a:pt x="280" y="0"/>
                </a:lnTo>
                <a:lnTo>
                  <a:pt x="307" y="50"/>
                </a:lnTo>
                <a:lnTo>
                  <a:pt x="285" y="172"/>
                </a:lnTo>
                <a:lnTo>
                  <a:pt x="195" y="142"/>
                </a:lnTo>
                <a:lnTo>
                  <a:pt x="187" y="85"/>
                </a:lnTo>
              </a:path>
              <a:path w="735" h="657">
                <a:moveTo>
                  <a:pt x="442" y="105"/>
                </a:moveTo>
                <a:lnTo>
                  <a:pt x="430" y="67"/>
                </a:lnTo>
                <a:lnTo>
                  <a:pt x="497" y="82"/>
                </a:lnTo>
                <a:lnTo>
                  <a:pt x="597" y="122"/>
                </a:lnTo>
                <a:lnTo>
                  <a:pt x="597" y="152"/>
                </a:lnTo>
                <a:lnTo>
                  <a:pt x="637" y="232"/>
                </a:lnTo>
                <a:lnTo>
                  <a:pt x="560" y="157"/>
                </a:lnTo>
                <a:lnTo>
                  <a:pt x="507" y="162"/>
                </a:lnTo>
                <a:lnTo>
                  <a:pt x="442" y="105"/>
                </a:lnTo>
              </a:path>
              <a:path w="735" h="657">
                <a:moveTo>
                  <a:pt x="0" y="122"/>
                </a:moveTo>
                <a:lnTo>
                  <a:pt x="57" y="135"/>
                </a:lnTo>
                <a:lnTo>
                  <a:pt x="145" y="195"/>
                </a:lnTo>
                <a:lnTo>
                  <a:pt x="132" y="230"/>
                </a:lnTo>
                <a:lnTo>
                  <a:pt x="205" y="260"/>
                </a:lnTo>
                <a:lnTo>
                  <a:pt x="392" y="260"/>
                </a:lnTo>
                <a:lnTo>
                  <a:pt x="187" y="290"/>
                </a:lnTo>
                <a:lnTo>
                  <a:pt x="132" y="230"/>
                </a:lnTo>
                <a:lnTo>
                  <a:pt x="80" y="217"/>
                </a:lnTo>
                <a:lnTo>
                  <a:pt x="0" y="122"/>
                </a:lnTo>
              </a:path>
              <a:path w="735" h="657">
                <a:moveTo>
                  <a:pt x="665" y="647"/>
                </a:moveTo>
                <a:lnTo>
                  <a:pt x="652" y="650"/>
                </a:lnTo>
                <a:lnTo>
                  <a:pt x="645" y="657"/>
                </a:lnTo>
                <a:lnTo>
                  <a:pt x="632" y="642"/>
                </a:lnTo>
                <a:lnTo>
                  <a:pt x="595" y="625"/>
                </a:lnTo>
                <a:lnTo>
                  <a:pt x="590" y="597"/>
                </a:lnTo>
                <a:lnTo>
                  <a:pt x="577" y="587"/>
                </a:lnTo>
                <a:lnTo>
                  <a:pt x="545" y="587"/>
                </a:lnTo>
                <a:lnTo>
                  <a:pt x="545" y="567"/>
                </a:lnTo>
                <a:lnTo>
                  <a:pt x="535" y="560"/>
                </a:lnTo>
                <a:lnTo>
                  <a:pt x="532" y="542"/>
                </a:lnTo>
                <a:lnTo>
                  <a:pt x="510" y="540"/>
                </a:lnTo>
                <a:lnTo>
                  <a:pt x="490" y="535"/>
                </a:lnTo>
                <a:lnTo>
                  <a:pt x="470" y="540"/>
                </a:lnTo>
                <a:lnTo>
                  <a:pt x="470" y="542"/>
                </a:lnTo>
                <a:lnTo>
                  <a:pt x="425" y="557"/>
                </a:lnTo>
                <a:lnTo>
                  <a:pt x="425" y="565"/>
                </a:lnTo>
                <a:lnTo>
                  <a:pt x="385" y="565"/>
                </a:lnTo>
                <a:lnTo>
                  <a:pt x="365" y="577"/>
                </a:lnTo>
                <a:lnTo>
                  <a:pt x="340" y="565"/>
                </a:lnTo>
                <a:lnTo>
                  <a:pt x="340" y="560"/>
                </a:lnTo>
                <a:lnTo>
                  <a:pt x="340" y="535"/>
                </a:lnTo>
                <a:lnTo>
                  <a:pt x="332" y="510"/>
                </a:lnTo>
                <a:lnTo>
                  <a:pt x="322" y="490"/>
                </a:lnTo>
                <a:lnTo>
                  <a:pt x="327" y="472"/>
                </a:lnTo>
                <a:lnTo>
                  <a:pt x="320" y="465"/>
                </a:lnTo>
                <a:lnTo>
                  <a:pt x="315" y="427"/>
                </a:lnTo>
                <a:lnTo>
                  <a:pt x="320" y="402"/>
                </a:lnTo>
                <a:lnTo>
                  <a:pt x="342" y="382"/>
                </a:lnTo>
                <a:lnTo>
                  <a:pt x="392" y="370"/>
                </a:lnTo>
                <a:lnTo>
                  <a:pt x="405" y="352"/>
                </a:lnTo>
                <a:lnTo>
                  <a:pt x="400" y="335"/>
                </a:lnTo>
                <a:lnTo>
                  <a:pt x="412" y="330"/>
                </a:lnTo>
                <a:lnTo>
                  <a:pt x="415" y="337"/>
                </a:lnTo>
                <a:lnTo>
                  <a:pt x="420" y="325"/>
                </a:lnTo>
                <a:lnTo>
                  <a:pt x="452" y="300"/>
                </a:lnTo>
                <a:lnTo>
                  <a:pt x="470" y="312"/>
                </a:lnTo>
                <a:lnTo>
                  <a:pt x="490" y="305"/>
                </a:lnTo>
                <a:lnTo>
                  <a:pt x="495" y="285"/>
                </a:lnTo>
                <a:lnTo>
                  <a:pt x="515" y="280"/>
                </a:lnTo>
                <a:lnTo>
                  <a:pt x="510" y="265"/>
                </a:lnTo>
                <a:lnTo>
                  <a:pt x="537" y="275"/>
                </a:lnTo>
                <a:lnTo>
                  <a:pt x="560" y="270"/>
                </a:lnTo>
                <a:lnTo>
                  <a:pt x="572" y="322"/>
                </a:lnTo>
                <a:lnTo>
                  <a:pt x="590" y="337"/>
                </a:lnTo>
                <a:lnTo>
                  <a:pt x="605" y="337"/>
                </a:lnTo>
                <a:lnTo>
                  <a:pt x="612" y="305"/>
                </a:lnTo>
                <a:lnTo>
                  <a:pt x="607" y="290"/>
                </a:lnTo>
                <a:lnTo>
                  <a:pt x="612" y="265"/>
                </a:lnTo>
                <a:lnTo>
                  <a:pt x="620" y="262"/>
                </a:lnTo>
                <a:lnTo>
                  <a:pt x="632" y="292"/>
                </a:lnTo>
                <a:lnTo>
                  <a:pt x="645" y="300"/>
                </a:lnTo>
                <a:lnTo>
                  <a:pt x="652" y="330"/>
                </a:lnTo>
                <a:lnTo>
                  <a:pt x="665" y="370"/>
                </a:lnTo>
                <a:lnTo>
                  <a:pt x="682" y="380"/>
                </a:lnTo>
                <a:lnTo>
                  <a:pt x="705" y="410"/>
                </a:lnTo>
                <a:lnTo>
                  <a:pt x="707" y="425"/>
                </a:lnTo>
                <a:lnTo>
                  <a:pt x="727" y="442"/>
                </a:lnTo>
                <a:lnTo>
                  <a:pt x="735" y="475"/>
                </a:lnTo>
                <a:lnTo>
                  <a:pt x="735" y="500"/>
                </a:lnTo>
                <a:lnTo>
                  <a:pt x="727" y="540"/>
                </a:lnTo>
                <a:lnTo>
                  <a:pt x="707" y="565"/>
                </a:lnTo>
                <a:lnTo>
                  <a:pt x="702" y="597"/>
                </a:lnTo>
                <a:lnTo>
                  <a:pt x="702" y="625"/>
                </a:lnTo>
                <a:lnTo>
                  <a:pt x="682" y="630"/>
                </a:lnTo>
                <a:lnTo>
                  <a:pt x="665" y="647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path"/>
          <p:cNvSpPr/>
          <p:nvPr/>
        </p:nvSpPr>
        <p:spPr>
          <a:xfrm>
            <a:off x="7186612" y="4748212"/>
            <a:ext cx="1363662" cy="876300"/>
          </a:xfrm>
          <a:custGeom>
            <a:avLst/>
            <a:gdLst/>
            <a:ahLst/>
            <a:cxnLst/>
            <a:rect l="0" t="0" r="0" b="0"/>
            <a:pathLst>
              <a:path w="2147" h="1380">
                <a:moveTo>
                  <a:pt x="300" y="410"/>
                </a:moveTo>
                <a:lnTo>
                  <a:pt x="300" y="435"/>
                </a:lnTo>
                <a:lnTo>
                  <a:pt x="310" y="445"/>
                </a:lnTo>
                <a:lnTo>
                  <a:pt x="360" y="445"/>
                </a:lnTo>
                <a:lnTo>
                  <a:pt x="360" y="460"/>
                </a:lnTo>
                <a:lnTo>
                  <a:pt x="322" y="460"/>
                </a:lnTo>
                <a:lnTo>
                  <a:pt x="322" y="502"/>
                </a:lnTo>
                <a:lnTo>
                  <a:pt x="307" y="482"/>
                </a:lnTo>
                <a:lnTo>
                  <a:pt x="307" y="510"/>
                </a:lnTo>
                <a:lnTo>
                  <a:pt x="285" y="535"/>
                </a:lnTo>
                <a:lnTo>
                  <a:pt x="272" y="520"/>
                </a:lnTo>
                <a:lnTo>
                  <a:pt x="250" y="537"/>
                </a:lnTo>
                <a:lnTo>
                  <a:pt x="247" y="532"/>
                </a:lnTo>
                <a:lnTo>
                  <a:pt x="220" y="532"/>
                </a:lnTo>
                <a:lnTo>
                  <a:pt x="235" y="515"/>
                </a:lnTo>
                <a:lnTo>
                  <a:pt x="235" y="507"/>
                </a:lnTo>
                <a:lnTo>
                  <a:pt x="220" y="495"/>
                </a:lnTo>
                <a:lnTo>
                  <a:pt x="220" y="475"/>
                </a:lnTo>
                <a:lnTo>
                  <a:pt x="202" y="495"/>
                </a:lnTo>
                <a:lnTo>
                  <a:pt x="202" y="532"/>
                </a:lnTo>
                <a:lnTo>
                  <a:pt x="182" y="532"/>
                </a:lnTo>
                <a:lnTo>
                  <a:pt x="155" y="560"/>
                </a:lnTo>
                <a:lnTo>
                  <a:pt x="145" y="560"/>
                </a:lnTo>
                <a:lnTo>
                  <a:pt x="130" y="577"/>
                </a:lnTo>
                <a:lnTo>
                  <a:pt x="75" y="577"/>
                </a:lnTo>
                <a:lnTo>
                  <a:pt x="95" y="602"/>
                </a:lnTo>
                <a:lnTo>
                  <a:pt x="95" y="642"/>
                </a:lnTo>
                <a:lnTo>
                  <a:pt x="75" y="665"/>
                </a:lnTo>
                <a:lnTo>
                  <a:pt x="55" y="642"/>
                </a:lnTo>
                <a:lnTo>
                  <a:pt x="12" y="642"/>
                </a:lnTo>
                <a:lnTo>
                  <a:pt x="12" y="670"/>
                </a:lnTo>
                <a:lnTo>
                  <a:pt x="0" y="687"/>
                </a:lnTo>
                <a:lnTo>
                  <a:pt x="0" y="725"/>
                </a:lnTo>
                <a:lnTo>
                  <a:pt x="25" y="755"/>
                </a:lnTo>
                <a:lnTo>
                  <a:pt x="65" y="755"/>
                </a:lnTo>
                <a:lnTo>
                  <a:pt x="125" y="682"/>
                </a:lnTo>
                <a:lnTo>
                  <a:pt x="180" y="682"/>
                </a:lnTo>
                <a:lnTo>
                  <a:pt x="187" y="667"/>
                </a:lnTo>
                <a:lnTo>
                  <a:pt x="200" y="682"/>
                </a:lnTo>
                <a:lnTo>
                  <a:pt x="197" y="697"/>
                </a:lnTo>
                <a:lnTo>
                  <a:pt x="247" y="747"/>
                </a:lnTo>
                <a:lnTo>
                  <a:pt x="247" y="767"/>
                </a:lnTo>
                <a:lnTo>
                  <a:pt x="260" y="760"/>
                </a:lnTo>
                <a:lnTo>
                  <a:pt x="252" y="747"/>
                </a:lnTo>
                <a:lnTo>
                  <a:pt x="260" y="740"/>
                </a:lnTo>
                <a:lnTo>
                  <a:pt x="267" y="747"/>
                </a:lnTo>
                <a:lnTo>
                  <a:pt x="272" y="745"/>
                </a:lnTo>
                <a:lnTo>
                  <a:pt x="220" y="680"/>
                </a:lnTo>
                <a:lnTo>
                  <a:pt x="220" y="657"/>
                </a:lnTo>
                <a:lnTo>
                  <a:pt x="235" y="657"/>
                </a:lnTo>
                <a:lnTo>
                  <a:pt x="235" y="670"/>
                </a:lnTo>
                <a:lnTo>
                  <a:pt x="285" y="727"/>
                </a:lnTo>
                <a:lnTo>
                  <a:pt x="285" y="745"/>
                </a:lnTo>
                <a:lnTo>
                  <a:pt x="307" y="770"/>
                </a:lnTo>
                <a:lnTo>
                  <a:pt x="302" y="775"/>
                </a:lnTo>
                <a:lnTo>
                  <a:pt x="317" y="795"/>
                </a:lnTo>
                <a:lnTo>
                  <a:pt x="342" y="767"/>
                </a:lnTo>
                <a:lnTo>
                  <a:pt x="327" y="750"/>
                </a:lnTo>
                <a:lnTo>
                  <a:pt x="342" y="735"/>
                </a:lnTo>
                <a:lnTo>
                  <a:pt x="360" y="735"/>
                </a:lnTo>
                <a:lnTo>
                  <a:pt x="370" y="725"/>
                </a:lnTo>
                <a:lnTo>
                  <a:pt x="382" y="725"/>
                </a:lnTo>
                <a:lnTo>
                  <a:pt x="367" y="702"/>
                </a:lnTo>
                <a:lnTo>
                  <a:pt x="375" y="692"/>
                </a:lnTo>
                <a:lnTo>
                  <a:pt x="375" y="655"/>
                </a:lnTo>
                <a:lnTo>
                  <a:pt x="392" y="635"/>
                </a:lnTo>
                <a:lnTo>
                  <a:pt x="400" y="642"/>
                </a:lnTo>
                <a:lnTo>
                  <a:pt x="415" y="642"/>
                </a:lnTo>
                <a:lnTo>
                  <a:pt x="407" y="652"/>
                </a:lnTo>
                <a:lnTo>
                  <a:pt x="422" y="667"/>
                </a:lnTo>
                <a:lnTo>
                  <a:pt x="430" y="655"/>
                </a:lnTo>
                <a:lnTo>
                  <a:pt x="442" y="655"/>
                </a:lnTo>
                <a:lnTo>
                  <a:pt x="442" y="647"/>
                </a:lnTo>
                <a:lnTo>
                  <a:pt x="437" y="647"/>
                </a:lnTo>
                <a:lnTo>
                  <a:pt x="427" y="642"/>
                </a:lnTo>
                <a:lnTo>
                  <a:pt x="450" y="612"/>
                </a:lnTo>
                <a:lnTo>
                  <a:pt x="450" y="655"/>
                </a:lnTo>
                <a:lnTo>
                  <a:pt x="457" y="655"/>
                </a:lnTo>
                <a:lnTo>
                  <a:pt x="457" y="410"/>
                </a:lnTo>
                <a:lnTo>
                  <a:pt x="300" y="410"/>
                </a:lnTo>
              </a:path>
              <a:path w="2147" h="1380">
                <a:moveTo>
                  <a:pt x="195" y="405"/>
                </a:moveTo>
                <a:lnTo>
                  <a:pt x="250" y="362"/>
                </a:lnTo>
                <a:lnTo>
                  <a:pt x="305" y="280"/>
                </a:lnTo>
                <a:lnTo>
                  <a:pt x="372" y="240"/>
                </a:lnTo>
                <a:lnTo>
                  <a:pt x="440" y="287"/>
                </a:lnTo>
                <a:lnTo>
                  <a:pt x="447" y="325"/>
                </a:lnTo>
                <a:lnTo>
                  <a:pt x="432" y="325"/>
                </a:lnTo>
                <a:lnTo>
                  <a:pt x="405" y="320"/>
                </a:lnTo>
                <a:lnTo>
                  <a:pt x="440" y="362"/>
                </a:lnTo>
                <a:lnTo>
                  <a:pt x="582" y="307"/>
                </a:lnTo>
                <a:lnTo>
                  <a:pt x="562" y="267"/>
                </a:lnTo>
                <a:lnTo>
                  <a:pt x="625" y="197"/>
                </a:lnTo>
                <a:lnTo>
                  <a:pt x="665" y="197"/>
                </a:lnTo>
                <a:lnTo>
                  <a:pt x="625" y="222"/>
                </a:lnTo>
                <a:lnTo>
                  <a:pt x="595" y="272"/>
                </a:lnTo>
                <a:lnTo>
                  <a:pt x="595" y="307"/>
                </a:lnTo>
                <a:lnTo>
                  <a:pt x="652" y="345"/>
                </a:lnTo>
                <a:lnTo>
                  <a:pt x="735" y="237"/>
                </a:lnTo>
                <a:lnTo>
                  <a:pt x="1020" y="112"/>
                </a:lnTo>
                <a:lnTo>
                  <a:pt x="1020" y="40"/>
                </a:lnTo>
                <a:lnTo>
                  <a:pt x="1150" y="12"/>
                </a:lnTo>
                <a:lnTo>
                  <a:pt x="1225" y="50"/>
                </a:lnTo>
                <a:lnTo>
                  <a:pt x="1397" y="0"/>
                </a:lnTo>
                <a:lnTo>
                  <a:pt x="1452" y="25"/>
                </a:lnTo>
                <a:lnTo>
                  <a:pt x="1567" y="152"/>
                </a:lnTo>
                <a:lnTo>
                  <a:pt x="1700" y="127"/>
                </a:lnTo>
                <a:lnTo>
                  <a:pt x="1782" y="172"/>
                </a:lnTo>
                <a:lnTo>
                  <a:pt x="1990" y="162"/>
                </a:lnTo>
                <a:lnTo>
                  <a:pt x="2147" y="210"/>
                </a:lnTo>
                <a:lnTo>
                  <a:pt x="2132" y="280"/>
                </a:lnTo>
                <a:lnTo>
                  <a:pt x="2000" y="325"/>
                </a:lnTo>
                <a:lnTo>
                  <a:pt x="2022" y="370"/>
                </a:lnTo>
                <a:lnTo>
                  <a:pt x="1965" y="395"/>
                </a:lnTo>
                <a:lnTo>
                  <a:pt x="1962" y="485"/>
                </a:lnTo>
                <a:lnTo>
                  <a:pt x="1910" y="545"/>
                </a:lnTo>
                <a:lnTo>
                  <a:pt x="1890" y="490"/>
                </a:lnTo>
                <a:lnTo>
                  <a:pt x="1917" y="437"/>
                </a:lnTo>
                <a:lnTo>
                  <a:pt x="1912" y="330"/>
                </a:lnTo>
                <a:lnTo>
                  <a:pt x="1860" y="385"/>
                </a:lnTo>
                <a:lnTo>
                  <a:pt x="1820" y="415"/>
                </a:lnTo>
                <a:lnTo>
                  <a:pt x="1780" y="367"/>
                </a:lnTo>
                <a:lnTo>
                  <a:pt x="1752" y="490"/>
                </a:lnTo>
                <a:lnTo>
                  <a:pt x="1782" y="490"/>
                </a:lnTo>
                <a:lnTo>
                  <a:pt x="1775" y="570"/>
                </a:lnTo>
                <a:lnTo>
                  <a:pt x="1740" y="657"/>
                </a:lnTo>
                <a:lnTo>
                  <a:pt x="1695" y="690"/>
                </a:lnTo>
                <a:lnTo>
                  <a:pt x="1732" y="747"/>
                </a:lnTo>
                <a:lnTo>
                  <a:pt x="1707" y="787"/>
                </a:lnTo>
                <a:lnTo>
                  <a:pt x="1700" y="752"/>
                </a:lnTo>
                <a:lnTo>
                  <a:pt x="1700" y="740"/>
                </a:lnTo>
                <a:lnTo>
                  <a:pt x="1670" y="720"/>
                </a:lnTo>
                <a:lnTo>
                  <a:pt x="1625" y="747"/>
                </a:lnTo>
                <a:lnTo>
                  <a:pt x="1665" y="842"/>
                </a:lnTo>
                <a:lnTo>
                  <a:pt x="1680" y="890"/>
                </a:lnTo>
                <a:lnTo>
                  <a:pt x="1630" y="1020"/>
                </a:lnTo>
                <a:lnTo>
                  <a:pt x="1542" y="1057"/>
                </a:lnTo>
                <a:lnTo>
                  <a:pt x="1467" y="1050"/>
                </a:lnTo>
                <a:lnTo>
                  <a:pt x="1505" y="1105"/>
                </a:lnTo>
                <a:lnTo>
                  <a:pt x="1507" y="1180"/>
                </a:lnTo>
                <a:lnTo>
                  <a:pt x="1455" y="1267"/>
                </a:lnTo>
                <a:lnTo>
                  <a:pt x="1395" y="1220"/>
                </a:lnTo>
                <a:lnTo>
                  <a:pt x="1387" y="1270"/>
                </a:lnTo>
                <a:lnTo>
                  <a:pt x="1432" y="1315"/>
                </a:lnTo>
                <a:lnTo>
                  <a:pt x="1470" y="1380"/>
                </a:lnTo>
                <a:lnTo>
                  <a:pt x="1407" y="1340"/>
                </a:lnTo>
                <a:lnTo>
                  <a:pt x="1332" y="1122"/>
                </a:lnTo>
                <a:lnTo>
                  <a:pt x="1240" y="1065"/>
                </a:lnTo>
                <a:lnTo>
                  <a:pt x="1172" y="1070"/>
                </a:lnTo>
                <a:lnTo>
                  <a:pt x="1085" y="1192"/>
                </a:lnTo>
                <a:lnTo>
                  <a:pt x="1097" y="1237"/>
                </a:lnTo>
                <a:lnTo>
                  <a:pt x="1067" y="1325"/>
                </a:lnTo>
                <a:lnTo>
                  <a:pt x="1040" y="1325"/>
                </a:lnTo>
                <a:lnTo>
                  <a:pt x="940" y="1142"/>
                </a:lnTo>
                <a:lnTo>
                  <a:pt x="940" y="1062"/>
                </a:lnTo>
                <a:lnTo>
                  <a:pt x="920" y="1092"/>
                </a:lnTo>
                <a:lnTo>
                  <a:pt x="862" y="1090"/>
                </a:lnTo>
                <a:lnTo>
                  <a:pt x="885" y="1040"/>
                </a:lnTo>
                <a:lnTo>
                  <a:pt x="797" y="977"/>
                </a:lnTo>
                <a:lnTo>
                  <a:pt x="687" y="977"/>
                </a:lnTo>
                <a:lnTo>
                  <a:pt x="595" y="915"/>
                </a:lnTo>
                <a:lnTo>
                  <a:pt x="587" y="977"/>
                </a:lnTo>
                <a:lnTo>
                  <a:pt x="665" y="1035"/>
                </a:lnTo>
                <a:lnTo>
                  <a:pt x="692" y="1035"/>
                </a:lnTo>
                <a:lnTo>
                  <a:pt x="612" y="1112"/>
                </a:lnTo>
                <a:lnTo>
                  <a:pt x="535" y="1130"/>
                </a:lnTo>
                <a:lnTo>
                  <a:pt x="535" y="1085"/>
                </a:lnTo>
                <a:lnTo>
                  <a:pt x="422" y="930"/>
                </a:lnTo>
                <a:lnTo>
                  <a:pt x="407" y="887"/>
                </a:lnTo>
                <a:lnTo>
                  <a:pt x="467" y="837"/>
                </a:lnTo>
                <a:lnTo>
                  <a:pt x="460" y="775"/>
                </a:lnTo>
                <a:lnTo>
                  <a:pt x="460" y="705"/>
                </a:lnTo>
                <a:lnTo>
                  <a:pt x="492" y="690"/>
                </a:lnTo>
                <a:lnTo>
                  <a:pt x="460" y="657"/>
                </a:lnTo>
                <a:lnTo>
                  <a:pt x="460" y="405"/>
                </a:lnTo>
                <a:lnTo>
                  <a:pt x="302" y="405"/>
                </a:lnTo>
                <a:lnTo>
                  <a:pt x="347" y="345"/>
                </a:lnTo>
                <a:lnTo>
                  <a:pt x="345" y="325"/>
                </a:lnTo>
                <a:lnTo>
                  <a:pt x="292" y="375"/>
                </a:lnTo>
                <a:lnTo>
                  <a:pt x="275" y="405"/>
                </a:lnTo>
                <a:lnTo>
                  <a:pt x="195" y="40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8" name="picture 4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sp>
        <p:nvSpPr>
          <p:cNvPr id="410" name="textbox 410"/>
          <p:cNvSpPr/>
          <p:nvPr/>
        </p:nvSpPr>
        <p:spPr>
          <a:xfrm>
            <a:off x="714578" y="5140566"/>
            <a:ext cx="7275194" cy="15900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393065" indent="-380365" algn="l" rtl="0" eaLnBrk="0">
              <a:lnSpc>
                <a:spcPct val="123000"/>
              </a:lnSpc>
            </a:pPr>
            <a:r>
              <a:rPr sz="23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3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路由器上电启动：打开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kern="0" spc="-8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电源的开关。</a:t>
            </a:r>
            <a:endParaRPr lang="en-US" altLang="en-US" sz="32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algn="l" rtl="0" eaLnBrk="0">
              <a:lnSpc>
                <a:spcPct val="102000"/>
              </a:lnSpc>
            </a:pPr>
            <a:endParaRPr lang="en-US" altLang="en-US" sz="300" dirty="0"/>
          </a:p>
          <a:p>
            <a:pPr marL="2679700" algn="l" rtl="0" eaLnBrk="0">
              <a:lnSpc>
                <a:spcPct val="83000"/>
              </a:lnSpc>
              <a:spcBef>
                <a:spcPts val="0"/>
              </a:spcBef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endParaRPr lang="en-US" altLang="en-US" sz="1200" dirty="0"/>
          </a:p>
        </p:txBody>
      </p:sp>
      <p:sp>
        <p:nvSpPr>
          <p:cNvPr id="412" name="path"/>
          <p:cNvSpPr/>
          <p:nvPr/>
        </p:nvSpPr>
        <p:spPr>
          <a:xfrm>
            <a:off x="7523366" y="5694362"/>
            <a:ext cx="28575" cy="119062"/>
          </a:xfrm>
          <a:custGeom>
            <a:avLst/>
            <a:gdLst/>
            <a:ahLst/>
            <a:cxnLst/>
            <a:rect l="0" t="0" r="0" b="0"/>
            <a:pathLst>
              <a:path w="45" h="187">
                <a:moveTo>
                  <a:pt x="5" y="65"/>
                </a:moveTo>
                <a:lnTo>
                  <a:pt x="22" y="50"/>
                </a:lnTo>
                <a:lnTo>
                  <a:pt x="35" y="0"/>
                </a:lnTo>
                <a:lnTo>
                  <a:pt x="45" y="75"/>
                </a:lnTo>
                <a:lnTo>
                  <a:pt x="30" y="167"/>
                </a:lnTo>
                <a:lnTo>
                  <a:pt x="0" y="187"/>
                </a:lnTo>
                <a:lnTo>
                  <a:pt x="0" y="142"/>
                </a:lnTo>
                <a:lnTo>
                  <a:pt x="7" y="112"/>
                </a:lnTo>
                <a:lnTo>
                  <a:pt x="5" y="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4" name="path"/>
          <p:cNvSpPr/>
          <p:nvPr/>
        </p:nvSpPr>
        <p:spPr>
          <a:xfrm>
            <a:off x="7301116" y="5211762"/>
            <a:ext cx="0" cy="25400"/>
          </a:xfrm>
          <a:custGeom>
            <a:avLst/>
            <a:gdLst/>
            <a:ahLst/>
            <a:cxnLst/>
            <a:rect l="0" t="0" r="0" b="0"/>
            <a:pathLst>
              <a:path h="40">
                <a:moveTo>
                  <a:pt x="0" y="0"/>
                </a:moveTo>
                <a:lnTo>
                  <a:pt x="0" y="40"/>
                </a:lnTo>
                <a:lnTo>
                  <a:pt x="0" y="15"/>
                </a:lnTo>
                <a:lnTo>
                  <a:pt x="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418" name="path"/>
          <p:cNvSpPr/>
          <p:nvPr/>
        </p:nvSpPr>
        <p:spPr>
          <a:xfrm>
            <a:off x="8262937" y="5106987"/>
            <a:ext cx="131762" cy="334962"/>
          </a:xfrm>
          <a:custGeom>
            <a:avLst/>
            <a:gdLst/>
            <a:ahLst/>
            <a:cxnLst/>
            <a:rect l="0" t="0" r="0" b="0"/>
            <a:pathLst>
              <a:path w="207" h="527">
                <a:moveTo>
                  <a:pt x="17" y="477"/>
                </a:moveTo>
                <a:lnTo>
                  <a:pt x="22" y="490"/>
                </a:lnTo>
                <a:lnTo>
                  <a:pt x="17" y="502"/>
                </a:lnTo>
                <a:lnTo>
                  <a:pt x="17" y="512"/>
                </a:lnTo>
                <a:lnTo>
                  <a:pt x="40" y="520"/>
                </a:lnTo>
                <a:lnTo>
                  <a:pt x="40" y="527"/>
                </a:lnTo>
                <a:lnTo>
                  <a:pt x="22" y="520"/>
                </a:lnTo>
                <a:lnTo>
                  <a:pt x="7" y="527"/>
                </a:lnTo>
                <a:lnTo>
                  <a:pt x="0" y="520"/>
                </a:lnTo>
                <a:lnTo>
                  <a:pt x="7" y="512"/>
                </a:lnTo>
                <a:lnTo>
                  <a:pt x="0" y="502"/>
                </a:lnTo>
                <a:lnTo>
                  <a:pt x="7" y="482"/>
                </a:lnTo>
                <a:lnTo>
                  <a:pt x="17" y="477"/>
                </a:lnTo>
              </a:path>
              <a:path w="207" h="527">
                <a:moveTo>
                  <a:pt x="152" y="0"/>
                </a:moveTo>
                <a:lnTo>
                  <a:pt x="152" y="35"/>
                </a:lnTo>
                <a:lnTo>
                  <a:pt x="137" y="57"/>
                </a:lnTo>
                <a:lnTo>
                  <a:pt x="142" y="95"/>
                </a:lnTo>
                <a:lnTo>
                  <a:pt x="122" y="145"/>
                </a:lnTo>
                <a:lnTo>
                  <a:pt x="95" y="192"/>
                </a:lnTo>
                <a:lnTo>
                  <a:pt x="52" y="222"/>
                </a:lnTo>
                <a:lnTo>
                  <a:pt x="40" y="275"/>
                </a:lnTo>
                <a:lnTo>
                  <a:pt x="57" y="280"/>
                </a:lnTo>
                <a:lnTo>
                  <a:pt x="57" y="230"/>
                </a:lnTo>
                <a:lnTo>
                  <a:pt x="117" y="227"/>
                </a:lnTo>
                <a:lnTo>
                  <a:pt x="162" y="195"/>
                </a:lnTo>
                <a:lnTo>
                  <a:pt x="162" y="127"/>
                </a:lnTo>
                <a:lnTo>
                  <a:pt x="177" y="102"/>
                </a:lnTo>
                <a:lnTo>
                  <a:pt x="155" y="60"/>
                </a:lnTo>
                <a:lnTo>
                  <a:pt x="187" y="47"/>
                </a:lnTo>
                <a:lnTo>
                  <a:pt x="207" y="12"/>
                </a:lnTo>
                <a:lnTo>
                  <a:pt x="162" y="17"/>
                </a:lnTo>
                <a:lnTo>
                  <a:pt x="152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0" name="textbox 420"/>
          <p:cNvSpPr/>
          <p:nvPr/>
        </p:nvSpPr>
        <p:spPr>
          <a:xfrm>
            <a:off x="8179372" y="6553665"/>
            <a:ext cx="200025" cy="1905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7000"/>
              </a:lnSpc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21</a:t>
            </a:r>
            <a:endParaRPr lang="en-US" altLang="en-US" sz="1400" dirty="0"/>
          </a:p>
        </p:txBody>
      </p:sp>
      <p:sp>
        <p:nvSpPr>
          <p:cNvPr id="422" name="path"/>
          <p:cNvSpPr/>
          <p:nvPr/>
        </p:nvSpPr>
        <p:spPr>
          <a:xfrm>
            <a:off x="8572500" y="5810250"/>
            <a:ext cx="88900" cy="114300"/>
          </a:xfrm>
          <a:custGeom>
            <a:avLst/>
            <a:gdLst/>
            <a:ahLst/>
            <a:cxnLst/>
            <a:rect l="0" t="0" r="0" b="0"/>
            <a:pathLst>
              <a:path w="140" h="180">
                <a:moveTo>
                  <a:pt x="85" y="0"/>
                </a:moveTo>
                <a:lnTo>
                  <a:pt x="140" y="52"/>
                </a:lnTo>
                <a:lnTo>
                  <a:pt x="27" y="180"/>
                </a:lnTo>
                <a:lnTo>
                  <a:pt x="0" y="150"/>
                </a:lnTo>
                <a:lnTo>
                  <a:pt x="80" y="70"/>
                </a:lnTo>
                <a:lnTo>
                  <a:pt x="85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4" name="rect"/>
          <p:cNvSpPr/>
          <p:nvPr/>
        </p:nvSpPr>
        <p:spPr>
          <a:xfrm>
            <a:off x="8461375" y="5981700"/>
            <a:ext cx="25400" cy="30162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picture 4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428" name="textbox 428"/>
          <p:cNvSpPr/>
          <p:nvPr/>
        </p:nvSpPr>
        <p:spPr>
          <a:xfrm>
            <a:off x="517677" y="553225"/>
            <a:ext cx="8097519" cy="34505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281940" algn="l" rtl="0" eaLnBrk="0">
              <a:lnSpc>
                <a:spcPct val="95000"/>
              </a:lnSpc>
            </a:pPr>
            <a:r>
              <a:rPr sz="4400" u="sng" kern="0" spc="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4400" b="1" u="sng" kern="0" spc="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4400" u="sng" kern="0" spc="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步：查看路由器启动信息</a:t>
            </a:r>
            <a:endParaRPr lang="en-US" altLang="en-US" sz="4400" dirty="0"/>
          </a:p>
          <a:p>
            <a:pPr algn="l" rtl="0" eaLnBrk="0">
              <a:lnSpc>
                <a:spcPct val="159000"/>
              </a:lnSpc>
            </a:pPr>
            <a:endParaRPr lang="en-US" altLang="en-US" sz="1000" dirty="0"/>
          </a:p>
          <a:p>
            <a:pPr marL="372745" indent="-360045" algn="l" rtl="0" eaLnBrk="0">
              <a:lnSpc>
                <a:spcPct val="128000"/>
              </a:lnSpc>
              <a:spcBef>
                <a:spcPts val="690"/>
              </a:spcBef>
            </a:pPr>
            <a:r>
              <a:rPr sz="17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30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300" b="1" kern="0" spc="1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3C</a:t>
            </a:r>
            <a:r>
              <a:rPr sz="2300" kern="0" spc="11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路由器上电启动后，在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300" kern="0" spc="11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的超级终端界面</a:t>
            </a:r>
            <a:r>
              <a:rPr sz="2300" kern="0" spc="10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上会有如下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kern="0" spc="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的信息输出</a:t>
            </a:r>
            <a:endParaRPr lang="en-US" altLang="en-US" sz="2300" dirty="0"/>
          </a:p>
          <a:p>
            <a:pPr algn="l" rtl="0" eaLnBrk="0">
              <a:lnSpc>
                <a:spcPct val="103000"/>
              </a:lnSpc>
            </a:pPr>
            <a:endParaRPr lang="en-US" altLang="en-US" sz="1000" dirty="0"/>
          </a:p>
          <a:p>
            <a:pPr marL="471805" algn="l" rtl="0" eaLnBrk="0">
              <a:lnSpc>
                <a:spcPct val="95000"/>
              </a:lnSpc>
              <a:spcBef>
                <a:spcPts val="600"/>
              </a:spcBef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Ø</a:t>
            </a:r>
            <a:r>
              <a:rPr sz="2000" kern="0" spc="-131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路由器的设</a:t>
            </a: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备型号</a:t>
            </a:r>
            <a:endParaRPr lang="en-US" altLang="en-US" sz="2000" dirty="0"/>
          </a:p>
          <a:p>
            <a:pPr marL="471805" algn="l" rtl="0" eaLnBrk="0">
              <a:lnSpc>
                <a:spcPct val="95000"/>
              </a:lnSpc>
              <a:spcBef>
                <a:spcPts val="1790"/>
              </a:spcBef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Ø</a:t>
            </a:r>
            <a:r>
              <a:rPr sz="2000" kern="0" spc="-120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CPU</a:t>
            </a: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ROM</a:t>
            </a: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启动程序版本</a:t>
            </a:r>
            <a:endParaRPr lang="en-US" altLang="en-US" sz="2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500" dirty="0"/>
          </a:p>
          <a:p>
            <a:pPr marL="471805" algn="l" rtl="0" eaLnBrk="0">
              <a:lnSpc>
                <a:spcPct val="95000"/>
              </a:lnSpc>
              <a:spcBef>
                <a:spcPts val="0"/>
              </a:spcBef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Ø</a:t>
            </a:r>
            <a:r>
              <a:rPr sz="2000" kern="0" spc="-126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ComWare</a:t>
            </a:r>
            <a:r>
              <a:rPr sz="2000" kern="0" spc="-1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软件名称及各种存储器（</a:t>
            </a: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SDRAM</a:t>
            </a:r>
            <a:r>
              <a:rPr sz="2000" b="1" kern="0" spc="-2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FLASH</a:t>
            </a: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等）的容量</a:t>
            </a:r>
            <a:endParaRPr lang="en-US" altLang="en-US" sz="2000" dirty="0"/>
          </a:p>
        </p:txBody>
      </p:sp>
      <p:pic>
        <p:nvPicPr>
          <p:cNvPr id="430" name="picture 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429125"/>
            <a:ext cx="1887537" cy="2019300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852042" y="5253469"/>
            <a:ext cx="7822565" cy="11931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5875" algn="l" rtl="0" eaLnBrk="0">
              <a:lnSpc>
                <a:spcPct val="87000"/>
              </a:lnSpc>
            </a:pP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路由器启动完成，此时按回车键，终端屏幕显示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&lt;H3C&gt;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en-US" sz="23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9000"/>
              </a:lnSpc>
              <a:spcBef>
                <a:spcPts val="700"/>
              </a:spcBef>
            </a:pP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表示进入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设备的用户视图下。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</a:t>
            </a:r>
            <a:endParaRPr lang="en-US" altLang="en-US" sz="2300" dirty="0"/>
          </a:p>
          <a:p>
            <a:pPr marL="6501130" algn="l" rtl="0" eaLnBrk="0">
              <a:lnSpc>
                <a:spcPts val="2420"/>
              </a:lnSpc>
            </a:pPr>
            <a:r>
              <a:rPr sz="3200" kern="0" spc="560" dirty="0">
                <a:solidFill>
                  <a:srgbClr val="0000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lang="en-US" altLang="en-US" sz="3200" dirty="0"/>
          </a:p>
        </p:txBody>
      </p:sp>
      <p:sp>
        <p:nvSpPr>
          <p:cNvPr id="434" name="path"/>
          <p:cNvSpPr/>
          <p:nvPr/>
        </p:nvSpPr>
        <p:spPr>
          <a:xfrm>
            <a:off x="8242296" y="5716587"/>
            <a:ext cx="414337" cy="295275"/>
          </a:xfrm>
          <a:custGeom>
            <a:avLst/>
            <a:gdLst/>
            <a:ahLst/>
            <a:cxnLst/>
            <a:rect l="0" t="0" r="0" b="0"/>
            <a:pathLst>
              <a:path w="652" h="465">
                <a:moveTo>
                  <a:pt x="597" y="147"/>
                </a:moveTo>
                <a:lnTo>
                  <a:pt x="652" y="200"/>
                </a:lnTo>
                <a:lnTo>
                  <a:pt x="540" y="327"/>
                </a:lnTo>
                <a:lnTo>
                  <a:pt x="512" y="297"/>
                </a:lnTo>
                <a:lnTo>
                  <a:pt x="592" y="217"/>
                </a:lnTo>
                <a:lnTo>
                  <a:pt x="597" y="147"/>
                </a:lnTo>
              </a:path>
              <a:path w="652" h="465">
                <a:moveTo>
                  <a:pt x="350" y="385"/>
                </a:moveTo>
                <a:lnTo>
                  <a:pt x="337" y="387"/>
                </a:lnTo>
                <a:lnTo>
                  <a:pt x="330" y="395"/>
                </a:lnTo>
                <a:lnTo>
                  <a:pt x="317" y="380"/>
                </a:lnTo>
                <a:lnTo>
                  <a:pt x="280" y="362"/>
                </a:lnTo>
                <a:lnTo>
                  <a:pt x="275" y="335"/>
                </a:lnTo>
                <a:lnTo>
                  <a:pt x="262" y="325"/>
                </a:lnTo>
                <a:lnTo>
                  <a:pt x="230" y="325"/>
                </a:lnTo>
                <a:lnTo>
                  <a:pt x="230" y="305"/>
                </a:lnTo>
                <a:lnTo>
                  <a:pt x="220" y="297"/>
                </a:lnTo>
                <a:lnTo>
                  <a:pt x="217" y="280"/>
                </a:lnTo>
                <a:lnTo>
                  <a:pt x="195" y="277"/>
                </a:lnTo>
                <a:lnTo>
                  <a:pt x="175" y="272"/>
                </a:lnTo>
                <a:lnTo>
                  <a:pt x="155" y="277"/>
                </a:lnTo>
                <a:lnTo>
                  <a:pt x="155" y="280"/>
                </a:lnTo>
                <a:lnTo>
                  <a:pt x="110" y="295"/>
                </a:lnTo>
                <a:lnTo>
                  <a:pt x="110" y="302"/>
                </a:lnTo>
                <a:lnTo>
                  <a:pt x="70" y="302"/>
                </a:lnTo>
                <a:lnTo>
                  <a:pt x="50" y="315"/>
                </a:lnTo>
                <a:lnTo>
                  <a:pt x="25" y="302"/>
                </a:lnTo>
                <a:lnTo>
                  <a:pt x="25" y="297"/>
                </a:lnTo>
                <a:lnTo>
                  <a:pt x="25" y="272"/>
                </a:lnTo>
                <a:lnTo>
                  <a:pt x="17" y="247"/>
                </a:lnTo>
                <a:lnTo>
                  <a:pt x="7" y="227"/>
                </a:lnTo>
                <a:lnTo>
                  <a:pt x="12" y="210"/>
                </a:lnTo>
                <a:lnTo>
                  <a:pt x="5" y="202"/>
                </a:lnTo>
                <a:lnTo>
                  <a:pt x="0" y="165"/>
                </a:lnTo>
                <a:lnTo>
                  <a:pt x="5" y="140"/>
                </a:lnTo>
                <a:lnTo>
                  <a:pt x="27" y="120"/>
                </a:lnTo>
                <a:lnTo>
                  <a:pt x="77" y="107"/>
                </a:lnTo>
                <a:lnTo>
                  <a:pt x="90" y="90"/>
                </a:lnTo>
                <a:lnTo>
                  <a:pt x="85" y="72"/>
                </a:lnTo>
                <a:lnTo>
                  <a:pt x="97" y="67"/>
                </a:lnTo>
                <a:lnTo>
                  <a:pt x="100" y="75"/>
                </a:lnTo>
                <a:lnTo>
                  <a:pt x="105" y="62"/>
                </a:lnTo>
                <a:lnTo>
                  <a:pt x="137" y="37"/>
                </a:lnTo>
                <a:lnTo>
                  <a:pt x="155" y="50"/>
                </a:lnTo>
                <a:lnTo>
                  <a:pt x="175" y="42"/>
                </a:lnTo>
                <a:lnTo>
                  <a:pt x="180" y="22"/>
                </a:lnTo>
                <a:lnTo>
                  <a:pt x="200" y="17"/>
                </a:lnTo>
                <a:lnTo>
                  <a:pt x="195" y="2"/>
                </a:lnTo>
                <a:lnTo>
                  <a:pt x="222" y="12"/>
                </a:lnTo>
                <a:lnTo>
                  <a:pt x="245" y="7"/>
                </a:lnTo>
                <a:lnTo>
                  <a:pt x="257" y="60"/>
                </a:lnTo>
                <a:lnTo>
                  <a:pt x="275" y="75"/>
                </a:lnTo>
                <a:lnTo>
                  <a:pt x="290" y="75"/>
                </a:lnTo>
                <a:lnTo>
                  <a:pt x="297" y="42"/>
                </a:lnTo>
                <a:lnTo>
                  <a:pt x="292" y="27"/>
                </a:lnTo>
                <a:lnTo>
                  <a:pt x="297" y="2"/>
                </a:lnTo>
                <a:lnTo>
                  <a:pt x="305" y="0"/>
                </a:lnTo>
                <a:lnTo>
                  <a:pt x="317" y="30"/>
                </a:lnTo>
                <a:lnTo>
                  <a:pt x="330" y="37"/>
                </a:lnTo>
                <a:lnTo>
                  <a:pt x="337" y="67"/>
                </a:lnTo>
                <a:lnTo>
                  <a:pt x="350" y="107"/>
                </a:lnTo>
                <a:lnTo>
                  <a:pt x="367" y="117"/>
                </a:lnTo>
                <a:lnTo>
                  <a:pt x="390" y="147"/>
                </a:lnTo>
                <a:lnTo>
                  <a:pt x="392" y="162"/>
                </a:lnTo>
                <a:lnTo>
                  <a:pt x="412" y="180"/>
                </a:lnTo>
                <a:lnTo>
                  <a:pt x="420" y="212"/>
                </a:lnTo>
                <a:lnTo>
                  <a:pt x="420" y="237"/>
                </a:lnTo>
                <a:lnTo>
                  <a:pt x="412" y="277"/>
                </a:lnTo>
                <a:lnTo>
                  <a:pt x="392" y="302"/>
                </a:lnTo>
                <a:lnTo>
                  <a:pt x="387" y="335"/>
                </a:lnTo>
                <a:lnTo>
                  <a:pt x="387" y="362"/>
                </a:lnTo>
                <a:lnTo>
                  <a:pt x="367" y="367"/>
                </a:lnTo>
                <a:lnTo>
                  <a:pt x="350" y="385"/>
                </a:lnTo>
              </a:path>
              <a:path w="652" h="465">
                <a:moveTo>
                  <a:pt x="357" y="457"/>
                </a:moveTo>
                <a:lnTo>
                  <a:pt x="342" y="450"/>
                </a:lnTo>
                <a:lnTo>
                  <a:pt x="342" y="442"/>
                </a:lnTo>
                <a:lnTo>
                  <a:pt x="342" y="437"/>
                </a:lnTo>
                <a:lnTo>
                  <a:pt x="340" y="430"/>
                </a:lnTo>
                <a:lnTo>
                  <a:pt x="337" y="417"/>
                </a:lnTo>
                <a:lnTo>
                  <a:pt x="342" y="417"/>
                </a:lnTo>
                <a:lnTo>
                  <a:pt x="357" y="422"/>
                </a:lnTo>
                <a:lnTo>
                  <a:pt x="365" y="422"/>
                </a:lnTo>
                <a:lnTo>
                  <a:pt x="367" y="422"/>
                </a:lnTo>
                <a:lnTo>
                  <a:pt x="377" y="417"/>
                </a:lnTo>
                <a:lnTo>
                  <a:pt x="377" y="437"/>
                </a:lnTo>
                <a:lnTo>
                  <a:pt x="372" y="442"/>
                </a:lnTo>
                <a:lnTo>
                  <a:pt x="367" y="450"/>
                </a:lnTo>
                <a:lnTo>
                  <a:pt x="367" y="457"/>
                </a:lnTo>
                <a:lnTo>
                  <a:pt x="365" y="457"/>
                </a:lnTo>
                <a:lnTo>
                  <a:pt x="365" y="465"/>
                </a:lnTo>
                <a:lnTo>
                  <a:pt x="357" y="457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6" name="path"/>
          <p:cNvSpPr/>
          <p:nvPr/>
        </p:nvSpPr>
        <p:spPr>
          <a:xfrm>
            <a:off x="8515198" y="5592762"/>
            <a:ext cx="131762" cy="104775"/>
          </a:xfrm>
          <a:custGeom>
            <a:avLst/>
            <a:gdLst/>
            <a:ahLst/>
            <a:cxnLst/>
            <a:rect l="0" t="0" r="0" b="0"/>
            <a:pathLst>
              <a:path w="207" h="165">
                <a:moveTo>
                  <a:pt x="12" y="37"/>
                </a:moveTo>
                <a:lnTo>
                  <a:pt x="0" y="0"/>
                </a:lnTo>
                <a:lnTo>
                  <a:pt x="67" y="15"/>
                </a:lnTo>
                <a:lnTo>
                  <a:pt x="167" y="55"/>
                </a:lnTo>
                <a:lnTo>
                  <a:pt x="167" y="85"/>
                </a:lnTo>
                <a:lnTo>
                  <a:pt x="207" y="165"/>
                </a:lnTo>
                <a:lnTo>
                  <a:pt x="130" y="90"/>
                </a:lnTo>
                <a:lnTo>
                  <a:pt x="77" y="95"/>
                </a:lnTo>
                <a:lnTo>
                  <a:pt x="12" y="37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8" name="textbox 438"/>
          <p:cNvSpPr/>
          <p:nvPr/>
        </p:nvSpPr>
        <p:spPr>
          <a:xfrm>
            <a:off x="517677" y="4145941"/>
            <a:ext cx="7929880" cy="9188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748030" algn="l" rtl="0" eaLnBrk="0">
              <a:lnSpc>
                <a:spcPct val="95000"/>
              </a:lnSpc>
            </a:pPr>
            <a:r>
              <a:rPr sz="2000" kern="0" spc="-20" dirty="0">
                <a:ln w="7282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等重要信息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             </a:t>
            </a:r>
            <a:endParaRPr lang="en-US" altLang="en-US" sz="2000" dirty="0"/>
          </a:p>
          <a:p>
            <a:pPr algn="l" rtl="0" eaLnBrk="0">
              <a:lnSpc>
                <a:spcPct val="119000"/>
              </a:lnSpc>
            </a:pPr>
            <a:endParaRPr lang="en-US" altLang="en-US" sz="1000" dirty="0"/>
          </a:p>
          <a:p>
            <a:pPr algn="l" rtl="0" eaLnBrk="0">
              <a:lnSpc>
                <a:spcPct val="116000"/>
              </a:lnSpc>
            </a:pPr>
            <a:endParaRPr lang="en-US" altLang="en-US" sz="500" dirty="0"/>
          </a:p>
          <a:p>
            <a:pPr marL="12700" algn="l" rtl="0" eaLnBrk="0">
              <a:lnSpc>
                <a:spcPct val="95000"/>
              </a:lnSpc>
            </a:pPr>
            <a:r>
              <a:rPr sz="1700" kern="0" spc="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 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ENTER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get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started</a:t>
            </a:r>
            <a:r>
              <a:rPr sz="2300" b="1" kern="0" spc="-2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”提示信息出现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标志着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endParaRPr lang="en-US" altLang="en-US" sz="2300" dirty="0"/>
          </a:p>
        </p:txBody>
      </p:sp>
      <p:pic>
        <p:nvPicPr>
          <p:cNvPr id="440" name="picture 4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48349" y="4361471"/>
            <a:ext cx="79806" cy="124193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444" name="picture 4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446" name="textbox 446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22</a:t>
            </a:r>
            <a:endParaRPr lang="en-US" altLang="en-US" sz="1400" dirty="0"/>
          </a:p>
        </p:txBody>
      </p:sp>
      <p:pic>
        <p:nvPicPr>
          <p:cNvPr id="448" name="picture 4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259546" y="4556734"/>
            <a:ext cx="79806" cy="1241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picture 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52" name="picture 4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259546" y="4556734"/>
            <a:ext cx="79806" cy="124193"/>
          </a:xfrm>
          <a:prstGeom prst="rect">
            <a:avLst/>
          </a:prstGeom>
        </p:spPr>
      </p:pic>
      <p:pic>
        <p:nvPicPr>
          <p:cNvPr id="454" name="picture 4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pic>
        <p:nvPicPr>
          <p:cNvPr id="456" name="picture 4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458" name="textbox 458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23</a:t>
            </a:r>
            <a:endParaRPr lang="en-US" altLang="en-US" sz="1400" dirty="0"/>
          </a:p>
        </p:txBody>
      </p:sp>
      <p:pic>
        <p:nvPicPr>
          <p:cNvPr id="460" name="picture 4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7512" y="71628"/>
            <a:ext cx="7335011" cy="65577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66" name="picture 4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59546" y="4556734"/>
            <a:ext cx="79806" cy="124193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pic>
        <p:nvPicPr>
          <p:cNvPr id="472" name="picture 4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5800" y="1030223"/>
            <a:ext cx="7944611" cy="4608576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476" name="textbox 476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24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picture 4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480" name="textbox 480"/>
          <p:cNvSpPr/>
          <p:nvPr/>
        </p:nvSpPr>
        <p:spPr>
          <a:xfrm>
            <a:off x="1194663" y="1324750"/>
            <a:ext cx="7079615" cy="16846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2302510" algn="l" rtl="0" eaLnBrk="0">
              <a:lnSpc>
                <a:spcPct val="95000"/>
              </a:lnSpc>
            </a:pPr>
            <a:r>
              <a:rPr sz="4400" u="sng" kern="0" spc="-5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实验内容</a:t>
            </a:r>
            <a:r>
              <a:rPr lang="zh-CN" sz="4400" b="1" u="sng" kern="0" spc="-5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之二</a:t>
            </a:r>
            <a:endParaRPr lang="en-US" altLang="en-US" sz="4400" dirty="0"/>
          </a:p>
          <a:p>
            <a:pPr algn="l" rtl="0" eaLnBrk="0">
              <a:lnSpc>
                <a:spcPct val="129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100" dirty="0"/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4400" u="sng" kern="0" spc="-3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4400" b="1" u="sng" kern="0" spc="-3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4400" u="sng" kern="0" spc="-3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远程访问</a:t>
            </a:r>
            <a:r>
              <a:rPr sz="4400" b="1" u="sng" kern="0" spc="-3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4400" u="sng" kern="0" spc="-3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</a:t>
            </a:r>
            <a:endParaRPr lang="en-US" altLang="en-US" sz="4400" dirty="0"/>
          </a:p>
        </p:txBody>
      </p:sp>
      <p:pic>
        <p:nvPicPr>
          <p:cNvPr id="482" name="picture 4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pic>
        <p:nvPicPr>
          <p:cNvPr id="484" name="picture 4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556734"/>
            <a:ext cx="1584325" cy="1877199"/>
          </a:xfrm>
          <a:prstGeom prst="rect">
            <a:avLst/>
          </a:prstGeom>
        </p:spPr>
      </p:pic>
      <p:pic>
        <p:nvPicPr>
          <p:cNvPr id="486" name="picture 4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488" name="textbox 488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25</a:t>
            </a:r>
            <a:endParaRPr lang="en-US" altLang="en-US" sz="1400" dirty="0"/>
          </a:p>
        </p:txBody>
      </p:sp>
      <p:pic>
        <p:nvPicPr>
          <p:cNvPr id="490" name="picture 4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picture 4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494" name="picture 4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24725" y="4429125"/>
            <a:ext cx="1639887" cy="2019300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sp>
        <p:nvSpPr>
          <p:cNvPr id="498" name="path"/>
          <p:cNvSpPr/>
          <p:nvPr/>
        </p:nvSpPr>
        <p:spPr>
          <a:xfrm>
            <a:off x="7186612" y="4748212"/>
            <a:ext cx="1363662" cy="876300"/>
          </a:xfrm>
          <a:custGeom>
            <a:avLst/>
            <a:gdLst/>
            <a:ahLst/>
            <a:cxnLst/>
            <a:rect l="0" t="0" r="0" b="0"/>
            <a:pathLst>
              <a:path w="2147" h="1380">
                <a:moveTo>
                  <a:pt x="300" y="410"/>
                </a:moveTo>
                <a:lnTo>
                  <a:pt x="300" y="435"/>
                </a:lnTo>
                <a:lnTo>
                  <a:pt x="310" y="445"/>
                </a:lnTo>
                <a:lnTo>
                  <a:pt x="360" y="445"/>
                </a:lnTo>
                <a:lnTo>
                  <a:pt x="360" y="460"/>
                </a:lnTo>
                <a:lnTo>
                  <a:pt x="322" y="460"/>
                </a:lnTo>
                <a:lnTo>
                  <a:pt x="322" y="502"/>
                </a:lnTo>
                <a:lnTo>
                  <a:pt x="307" y="482"/>
                </a:lnTo>
                <a:lnTo>
                  <a:pt x="307" y="510"/>
                </a:lnTo>
                <a:lnTo>
                  <a:pt x="285" y="535"/>
                </a:lnTo>
                <a:lnTo>
                  <a:pt x="272" y="520"/>
                </a:lnTo>
                <a:lnTo>
                  <a:pt x="250" y="537"/>
                </a:lnTo>
                <a:lnTo>
                  <a:pt x="247" y="532"/>
                </a:lnTo>
                <a:lnTo>
                  <a:pt x="220" y="532"/>
                </a:lnTo>
                <a:lnTo>
                  <a:pt x="235" y="515"/>
                </a:lnTo>
                <a:lnTo>
                  <a:pt x="235" y="507"/>
                </a:lnTo>
                <a:lnTo>
                  <a:pt x="220" y="495"/>
                </a:lnTo>
                <a:lnTo>
                  <a:pt x="220" y="475"/>
                </a:lnTo>
                <a:lnTo>
                  <a:pt x="202" y="495"/>
                </a:lnTo>
                <a:lnTo>
                  <a:pt x="202" y="532"/>
                </a:lnTo>
                <a:lnTo>
                  <a:pt x="182" y="532"/>
                </a:lnTo>
                <a:lnTo>
                  <a:pt x="155" y="560"/>
                </a:lnTo>
                <a:lnTo>
                  <a:pt x="145" y="560"/>
                </a:lnTo>
                <a:lnTo>
                  <a:pt x="130" y="577"/>
                </a:lnTo>
                <a:lnTo>
                  <a:pt x="75" y="577"/>
                </a:lnTo>
                <a:lnTo>
                  <a:pt x="95" y="602"/>
                </a:lnTo>
                <a:lnTo>
                  <a:pt x="95" y="642"/>
                </a:lnTo>
                <a:lnTo>
                  <a:pt x="75" y="665"/>
                </a:lnTo>
                <a:lnTo>
                  <a:pt x="55" y="642"/>
                </a:lnTo>
                <a:lnTo>
                  <a:pt x="12" y="642"/>
                </a:lnTo>
                <a:lnTo>
                  <a:pt x="12" y="670"/>
                </a:lnTo>
                <a:lnTo>
                  <a:pt x="0" y="687"/>
                </a:lnTo>
                <a:lnTo>
                  <a:pt x="0" y="725"/>
                </a:lnTo>
                <a:lnTo>
                  <a:pt x="25" y="755"/>
                </a:lnTo>
                <a:lnTo>
                  <a:pt x="65" y="755"/>
                </a:lnTo>
                <a:lnTo>
                  <a:pt x="125" y="682"/>
                </a:lnTo>
                <a:lnTo>
                  <a:pt x="180" y="682"/>
                </a:lnTo>
                <a:lnTo>
                  <a:pt x="187" y="667"/>
                </a:lnTo>
                <a:lnTo>
                  <a:pt x="200" y="682"/>
                </a:lnTo>
                <a:lnTo>
                  <a:pt x="197" y="697"/>
                </a:lnTo>
                <a:lnTo>
                  <a:pt x="247" y="747"/>
                </a:lnTo>
                <a:lnTo>
                  <a:pt x="247" y="767"/>
                </a:lnTo>
                <a:lnTo>
                  <a:pt x="260" y="760"/>
                </a:lnTo>
                <a:lnTo>
                  <a:pt x="252" y="747"/>
                </a:lnTo>
                <a:lnTo>
                  <a:pt x="260" y="740"/>
                </a:lnTo>
                <a:lnTo>
                  <a:pt x="267" y="747"/>
                </a:lnTo>
                <a:lnTo>
                  <a:pt x="272" y="745"/>
                </a:lnTo>
                <a:lnTo>
                  <a:pt x="220" y="680"/>
                </a:lnTo>
                <a:lnTo>
                  <a:pt x="220" y="657"/>
                </a:lnTo>
                <a:lnTo>
                  <a:pt x="235" y="657"/>
                </a:lnTo>
                <a:lnTo>
                  <a:pt x="235" y="670"/>
                </a:lnTo>
                <a:lnTo>
                  <a:pt x="285" y="727"/>
                </a:lnTo>
                <a:lnTo>
                  <a:pt x="285" y="745"/>
                </a:lnTo>
                <a:lnTo>
                  <a:pt x="307" y="770"/>
                </a:lnTo>
                <a:lnTo>
                  <a:pt x="302" y="775"/>
                </a:lnTo>
                <a:lnTo>
                  <a:pt x="317" y="795"/>
                </a:lnTo>
                <a:lnTo>
                  <a:pt x="342" y="767"/>
                </a:lnTo>
                <a:lnTo>
                  <a:pt x="327" y="750"/>
                </a:lnTo>
                <a:lnTo>
                  <a:pt x="342" y="735"/>
                </a:lnTo>
                <a:lnTo>
                  <a:pt x="360" y="735"/>
                </a:lnTo>
                <a:lnTo>
                  <a:pt x="370" y="725"/>
                </a:lnTo>
                <a:lnTo>
                  <a:pt x="382" y="725"/>
                </a:lnTo>
                <a:lnTo>
                  <a:pt x="367" y="702"/>
                </a:lnTo>
                <a:lnTo>
                  <a:pt x="375" y="692"/>
                </a:lnTo>
                <a:lnTo>
                  <a:pt x="375" y="655"/>
                </a:lnTo>
                <a:lnTo>
                  <a:pt x="392" y="635"/>
                </a:lnTo>
                <a:lnTo>
                  <a:pt x="400" y="642"/>
                </a:lnTo>
                <a:lnTo>
                  <a:pt x="415" y="642"/>
                </a:lnTo>
                <a:lnTo>
                  <a:pt x="407" y="652"/>
                </a:lnTo>
                <a:lnTo>
                  <a:pt x="422" y="667"/>
                </a:lnTo>
                <a:lnTo>
                  <a:pt x="430" y="655"/>
                </a:lnTo>
                <a:lnTo>
                  <a:pt x="442" y="655"/>
                </a:lnTo>
                <a:lnTo>
                  <a:pt x="442" y="647"/>
                </a:lnTo>
                <a:lnTo>
                  <a:pt x="437" y="647"/>
                </a:lnTo>
                <a:lnTo>
                  <a:pt x="427" y="642"/>
                </a:lnTo>
                <a:lnTo>
                  <a:pt x="450" y="612"/>
                </a:lnTo>
                <a:lnTo>
                  <a:pt x="450" y="655"/>
                </a:lnTo>
                <a:lnTo>
                  <a:pt x="457" y="655"/>
                </a:lnTo>
                <a:lnTo>
                  <a:pt x="457" y="410"/>
                </a:lnTo>
                <a:lnTo>
                  <a:pt x="300" y="410"/>
                </a:lnTo>
              </a:path>
              <a:path w="2147" h="1380">
                <a:moveTo>
                  <a:pt x="195" y="405"/>
                </a:moveTo>
                <a:lnTo>
                  <a:pt x="250" y="362"/>
                </a:lnTo>
                <a:lnTo>
                  <a:pt x="305" y="280"/>
                </a:lnTo>
                <a:lnTo>
                  <a:pt x="372" y="240"/>
                </a:lnTo>
                <a:lnTo>
                  <a:pt x="440" y="287"/>
                </a:lnTo>
                <a:lnTo>
                  <a:pt x="447" y="325"/>
                </a:lnTo>
                <a:lnTo>
                  <a:pt x="432" y="325"/>
                </a:lnTo>
                <a:lnTo>
                  <a:pt x="405" y="320"/>
                </a:lnTo>
                <a:lnTo>
                  <a:pt x="440" y="362"/>
                </a:lnTo>
                <a:lnTo>
                  <a:pt x="582" y="307"/>
                </a:lnTo>
                <a:lnTo>
                  <a:pt x="562" y="267"/>
                </a:lnTo>
                <a:lnTo>
                  <a:pt x="625" y="197"/>
                </a:lnTo>
                <a:lnTo>
                  <a:pt x="665" y="197"/>
                </a:lnTo>
                <a:lnTo>
                  <a:pt x="625" y="222"/>
                </a:lnTo>
                <a:lnTo>
                  <a:pt x="595" y="272"/>
                </a:lnTo>
                <a:lnTo>
                  <a:pt x="595" y="307"/>
                </a:lnTo>
                <a:lnTo>
                  <a:pt x="652" y="345"/>
                </a:lnTo>
                <a:lnTo>
                  <a:pt x="735" y="237"/>
                </a:lnTo>
                <a:lnTo>
                  <a:pt x="1020" y="112"/>
                </a:lnTo>
                <a:lnTo>
                  <a:pt x="1020" y="40"/>
                </a:lnTo>
                <a:lnTo>
                  <a:pt x="1150" y="12"/>
                </a:lnTo>
                <a:lnTo>
                  <a:pt x="1225" y="50"/>
                </a:lnTo>
                <a:lnTo>
                  <a:pt x="1397" y="0"/>
                </a:lnTo>
                <a:lnTo>
                  <a:pt x="1452" y="25"/>
                </a:lnTo>
                <a:lnTo>
                  <a:pt x="1567" y="152"/>
                </a:lnTo>
                <a:lnTo>
                  <a:pt x="1700" y="127"/>
                </a:lnTo>
                <a:lnTo>
                  <a:pt x="1782" y="172"/>
                </a:lnTo>
                <a:lnTo>
                  <a:pt x="1990" y="162"/>
                </a:lnTo>
                <a:lnTo>
                  <a:pt x="2147" y="210"/>
                </a:lnTo>
                <a:lnTo>
                  <a:pt x="2132" y="280"/>
                </a:lnTo>
                <a:lnTo>
                  <a:pt x="2000" y="325"/>
                </a:lnTo>
                <a:lnTo>
                  <a:pt x="2022" y="370"/>
                </a:lnTo>
                <a:lnTo>
                  <a:pt x="1965" y="395"/>
                </a:lnTo>
                <a:lnTo>
                  <a:pt x="1962" y="485"/>
                </a:lnTo>
                <a:lnTo>
                  <a:pt x="1910" y="545"/>
                </a:lnTo>
                <a:lnTo>
                  <a:pt x="1890" y="490"/>
                </a:lnTo>
                <a:lnTo>
                  <a:pt x="1917" y="437"/>
                </a:lnTo>
                <a:lnTo>
                  <a:pt x="1912" y="330"/>
                </a:lnTo>
                <a:lnTo>
                  <a:pt x="1860" y="385"/>
                </a:lnTo>
                <a:lnTo>
                  <a:pt x="1820" y="415"/>
                </a:lnTo>
                <a:lnTo>
                  <a:pt x="1780" y="367"/>
                </a:lnTo>
                <a:lnTo>
                  <a:pt x="1752" y="490"/>
                </a:lnTo>
                <a:lnTo>
                  <a:pt x="1782" y="490"/>
                </a:lnTo>
                <a:lnTo>
                  <a:pt x="1775" y="570"/>
                </a:lnTo>
                <a:lnTo>
                  <a:pt x="1740" y="657"/>
                </a:lnTo>
                <a:lnTo>
                  <a:pt x="1695" y="690"/>
                </a:lnTo>
                <a:lnTo>
                  <a:pt x="1732" y="747"/>
                </a:lnTo>
                <a:lnTo>
                  <a:pt x="1707" y="787"/>
                </a:lnTo>
                <a:lnTo>
                  <a:pt x="1700" y="752"/>
                </a:lnTo>
                <a:lnTo>
                  <a:pt x="1700" y="740"/>
                </a:lnTo>
                <a:lnTo>
                  <a:pt x="1670" y="720"/>
                </a:lnTo>
                <a:lnTo>
                  <a:pt x="1625" y="747"/>
                </a:lnTo>
                <a:lnTo>
                  <a:pt x="1665" y="842"/>
                </a:lnTo>
                <a:lnTo>
                  <a:pt x="1680" y="890"/>
                </a:lnTo>
                <a:lnTo>
                  <a:pt x="1630" y="1020"/>
                </a:lnTo>
                <a:lnTo>
                  <a:pt x="1542" y="1057"/>
                </a:lnTo>
                <a:lnTo>
                  <a:pt x="1467" y="1050"/>
                </a:lnTo>
                <a:lnTo>
                  <a:pt x="1505" y="1105"/>
                </a:lnTo>
                <a:lnTo>
                  <a:pt x="1507" y="1180"/>
                </a:lnTo>
                <a:lnTo>
                  <a:pt x="1455" y="1267"/>
                </a:lnTo>
                <a:lnTo>
                  <a:pt x="1395" y="1220"/>
                </a:lnTo>
                <a:lnTo>
                  <a:pt x="1387" y="1270"/>
                </a:lnTo>
                <a:lnTo>
                  <a:pt x="1432" y="1315"/>
                </a:lnTo>
                <a:lnTo>
                  <a:pt x="1470" y="1380"/>
                </a:lnTo>
                <a:lnTo>
                  <a:pt x="1407" y="1340"/>
                </a:lnTo>
                <a:lnTo>
                  <a:pt x="1332" y="1122"/>
                </a:lnTo>
                <a:lnTo>
                  <a:pt x="1240" y="1065"/>
                </a:lnTo>
                <a:lnTo>
                  <a:pt x="1172" y="1070"/>
                </a:lnTo>
                <a:lnTo>
                  <a:pt x="1085" y="1192"/>
                </a:lnTo>
                <a:lnTo>
                  <a:pt x="1097" y="1237"/>
                </a:lnTo>
                <a:lnTo>
                  <a:pt x="1067" y="1325"/>
                </a:lnTo>
                <a:lnTo>
                  <a:pt x="1040" y="1325"/>
                </a:lnTo>
                <a:lnTo>
                  <a:pt x="940" y="1142"/>
                </a:lnTo>
                <a:lnTo>
                  <a:pt x="940" y="1062"/>
                </a:lnTo>
                <a:lnTo>
                  <a:pt x="920" y="1092"/>
                </a:lnTo>
                <a:lnTo>
                  <a:pt x="862" y="1090"/>
                </a:lnTo>
                <a:lnTo>
                  <a:pt x="885" y="1040"/>
                </a:lnTo>
                <a:lnTo>
                  <a:pt x="797" y="977"/>
                </a:lnTo>
                <a:lnTo>
                  <a:pt x="687" y="977"/>
                </a:lnTo>
                <a:lnTo>
                  <a:pt x="595" y="915"/>
                </a:lnTo>
                <a:lnTo>
                  <a:pt x="587" y="977"/>
                </a:lnTo>
                <a:lnTo>
                  <a:pt x="665" y="1035"/>
                </a:lnTo>
                <a:lnTo>
                  <a:pt x="692" y="1035"/>
                </a:lnTo>
                <a:lnTo>
                  <a:pt x="612" y="1112"/>
                </a:lnTo>
                <a:lnTo>
                  <a:pt x="535" y="1130"/>
                </a:lnTo>
                <a:lnTo>
                  <a:pt x="535" y="1085"/>
                </a:lnTo>
                <a:lnTo>
                  <a:pt x="422" y="930"/>
                </a:lnTo>
                <a:lnTo>
                  <a:pt x="407" y="887"/>
                </a:lnTo>
                <a:lnTo>
                  <a:pt x="467" y="837"/>
                </a:lnTo>
                <a:lnTo>
                  <a:pt x="460" y="775"/>
                </a:lnTo>
                <a:lnTo>
                  <a:pt x="460" y="705"/>
                </a:lnTo>
                <a:lnTo>
                  <a:pt x="492" y="690"/>
                </a:lnTo>
                <a:lnTo>
                  <a:pt x="460" y="657"/>
                </a:lnTo>
                <a:lnTo>
                  <a:pt x="460" y="405"/>
                </a:lnTo>
                <a:lnTo>
                  <a:pt x="302" y="405"/>
                </a:lnTo>
                <a:lnTo>
                  <a:pt x="347" y="345"/>
                </a:lnTo>
                <a:lnTo>
                  <a:pt x="345" y="325"/>
                </a:lnTo>
                <a:lnTo>
                  <a:pt x="292" y="375"/>
                </a:lnTo>
                <a:lnTo>
                  <a:pt x="275" y="405"/>
                </a:lnTo>
                <a:lnTo>
                  <a:pt x="195" y="405"/>
                </a:lnTo>
              </a:path>
              <a:path w="2147" h="1380">
                <a:moveTo>
                  <a:pt x="1847" y="565"/>
                </a:moveTo>
                <a:lnTo>
                  <a:pt x="1847" y="600"/>
                </a:lnTo>
                <a:lnTo>
                  <a:pt x="1832" y="622"/>
                </a:lnTo>
                <a:lnTo>
                  <a:pt x="1837" y="660"/>
                </a:lnTo>
                <a:lnTo>
                  <a:pt x="1817" y="710"/>
                </a:lnTo>
                <a:lnTo>
                  <a:pt x="1790" y="757"/>
                </a:lnTo>
                <a:lnTo>
                  <a:pt x="1747" y="787"/>
                </a:lnTo>
                <a:lnTo>
                  <a:pt x="1735" y="840"/>
                </a:lnTo>
                <a:lnTo>
                  <a:pt x="1752" y="845"/>
                </a:lnTo>
                <a:lnTo>
                  <a:pt x="1752" y="795"/>
                </a:lnTo>
                <a:lnTo>
                  <a:pt x="1812" y="792"/>
                </a:lnTo>
                <a:lnTo>
                  <a:pt x="1857" y="760"/>
                </a:lnTo>
                <a:lnTo>
                  <a:pt x="1857" y="692"/>
                </a:lnTo>
                <a:lnTo>
                  <a:pt x="1872" y="667"/>
                </a:lnTo>
                <a:lnTo>
                  <a:pt x="1850" y="625"/>
                </a:lnTo>
                <a:lnTo>
                  <a:pt x="1882" y="612"/>
                </a:lnTo>
                <a:lnTo>
                  <a:pt x="1902" y="577"/>
                </a:lnTo>
                <a:lnTo>
                  <a:pt x="1857" y="582"/>
                </a:lnTo>
                <a:lnTo>
                  <a:pt x="1847" y="5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00" name="picture 5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502" name="picture 5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504" name="textbox 504"/>
          <p:cNvSpPr/>
          <p:nvPr/>
        </p:nvSpPr>
        <p:spPr>
          <a:xfrm>
            <a:off x="635177" y="676889"/>
            <a:ext cx="8039100" cy="60598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86360" algn="l" rtl="0" eaLnBrk="0">
              <a:lnSpc>
                <a:spcPct val="76000"/>
              </a:lnSpc>
            </a:pPr>
            <a:r>
              <a:rPr sz="4400" b="1" u="sng" kern="0" spc="-100" dirty="0">
                <a:solidFill>
                  <a:srgbClr val="FFFF33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endParaRPr lang="en-US" altLang="en-US" sz="4400" dirty="0"/>
          </a:p>
          <a:p>
            <a:pPr algn="l" rtl="0" eaLnBrk="0">
              <a:lnSpc>
                <a:spcPct val="162000"/>
              </a:lnSpc>
            </a:pPr>
            <a:endParaRPr lang="en-US" altLang="en-US" sz="1000" dirty="0"/>
          </a:p>
          <a:p>
            <a:pPr marL="345440" indent="-332740" algn="l" rtl="0" eaLnBrk="0">
              <a:lnSpc>
                <a:spcPct val="141000"/>
              </a:lnSpc>
              <a:spcBef>
                <a:spcPts val="815"/>
              </a:spcBef>
            </a:pPr>
            <a:r>
              <a:rPr sz="20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77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提供一种通过终端远程登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录到服务器的方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700" kern="0" spc="1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式。用户可以先登录到一台主机，然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后再通过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的方式远程登录到网络上的其它主机，而</a:t>
            </a: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700" kern="0" spc="11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不需要为每一台主机都连接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7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marL="346075" indent="-334010" algn="l" rtl="0" eaLnBrk="0">
              <a:lnSpc>
                <a:spcPct val="135000"/>
              </a:lnSpc>
              <a:spcBef>
                <a:spcPts val="820"/>
              </a:spcBef>
            </a:pPr>
            <a:r>
              <a:rPr sz="20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000" kern="0" spc="-80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3C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路由和交换设备既可以作为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服务器，</a:t>
            </a: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也可以作为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客户端访问其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他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设备或其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4300" kern="0" spc="0" baseline="-60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他品牌的网络设备。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</a:t>
            </a:r>
            <a:r>
              <a:rPr sz="2100" kern="0" spc="0" dirty="0">
                <a:solidFill>
                  <a:srgbClr val="0000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lang="en-US" altLang="en-US" sz="2100" dirty="0"/>
          </a:p>
          <a:p>
            <a:pPr algn="l" rtl="0" eaLnBrk="0">
              <a:lnSpc>
                <a:spcPct val="103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116000"/>
              </a:lnSpc>
            </a:pPr>
            <a:endParaRPr lang="en-US" altLang="en-US" sz="300" dirty="0"/>
          </a:p>
          <a:p>
            <a:pPr marL="2759075" algn="l" rtl="0" eaLnBrk="0">
              <a:lnSpc>
                <a:spcPct val="74000"/>
              </a:lnSpc>
              <a:spcBef>
                <a:spcPts val="5"/>
              </a:spcBef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26</a:t>
            </a:r>
            <a:endParaRPr lang="en-US" altLang="en-US" sz="1400" dirty="0"/>
          </a:p>
        </p:txBody>
      </p:sp>
      <p:sp>
        <p:nvSpPr>
          <p:cNvPr id="506" name="path"/>
          <p:cNvSpPr/>
          <p:nvPr/>
        </p:nvSpPr>
        <p:spPr>
          <a:xfrm>
            <a:off x="8567926" y="5810250"/>
            <a:ext cx="88900" cy="114300"/>
          </a:xfrm>
          <a:custGeom>
            <a:avLst/>
            <a:gdLst/>
            <a:ahLst/>
            <a:cxnLst/>
            <a:rect l="0" t="0" r="0" b="0"/>
            <a:pathLst>
              <a:path w="140" h="180">
                <a:moveTo>
                  <a:pt x="85" y="0"/>
                </a:moveTo>
                <a:lnTo>
                  <a:pt x="140" y="52"/>
                </a:lnTo>
                <a:lnTo>
                  <a:pt x="27" y="180"/>
                </a:lnTo>
                <a:lnTo>
                  <a:pt x="0" y="150"/>
                </a:lnTo>
                <a:lnTo>
                  <a:pt x="80" y="70"/>
                </a:lnTo>
                <a:lnTo>
                  <a:pt x="85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8" name="path"/>
          <p:cNvSpPr/>
          <p:nvPr/>
        </p:nvSpPr>
        <p:spPr>
          <a:xfrm>
            <a:off x="7075060" y="5243512"/>
            <a:ext cx="1211262" cy="668337"/>
          </a:xfrm>
          <a:custGeom>
            <a:avLst/>
            <a:gdLst/>
            <a:ahLst/>
            <a:cxnLst/>
            <a:rect l="0" t="0" r="0" b="0"/>
            <a:pathLst>
              <a:path w="1907" h="1052">
                <a:moveTo>
                  <a:pt x="190" y="0"/>
                </a:moveTo>
                <a:lnTo>
                  <a:pt x="177" y="27"/>
                </a:lnTo>
                <a:lnTo>
                  <a:pt x="112" y="82"/>
                </a:lnTo>
                <a:lnTo>
                  <a:pt x="100" y="132"/>
                </a:lnTo>
                <a:lnTo>
                  <a:pt x="52" y="170"/>
                </a:lnTo>
                <a:lnTo>
                  <a:pt x="20" y="240"/>
                </a:lnTo>
                <a:lnTo>
                  <a:pt x="20" y="285"/>
                </a:lnTo>
                <a:lnTo>
                  <a:pt x="0" y="360"/>
                </a:lnTo>
                <a:lnTo>
                  <a:pt x="27" y="392"/>
                </a:lnTo>
                <a:lnTo>
                  <a:pt x="100" y="487"/>
                </a:lnTo>
                <a:lnTo>
                  <a:pt x="120" y="475"/>
                </a:lnTo>
                <a:lnTo>
                  <a:pt x="247" y="475"/>
                </a:lnTo>
                <a:lnTo>
                  <a:pt x="307" y="497"/>
                </a:lnTo>
                <a:lnTo>
                  <a:pt x="302" y="572"/>
                </a:lnTo>
                <a:lnTo>
                  <a:pt x="345" y="670"/>
                </a:lnTo>
                <a:lnTo>
                  <a:pt x="342" y="697"/>
                </a:lnTo>
                <a:lnTo>
                  <a:pt x="360" y="727"/>
                </a:lnTo>
                <a:lnTo>
                  <a:pt x="332" y="797"/>
                </a:lnTo>
                <a:lnTo>
                  <a:pt x="365" y="885"/>
                </a:lnTo>
                <a:lnTo>
                  <a:pt x="382" y="955"/>
                </a:lnTo>
                <a:lnTo>
                  <a:pt x="405" y="997"/>
                </a:lnTo>
                <a:lnTo>
                  <a:pt x="427" y="1052"/>
                </a:lnTo>
                <a:lnTo>
                  <a:pt x="470" y="1045"/>
                </a:lnTo>
                <a:lnTo>
                  <a:pt x="540" y="1005"/>
                </a:lnTo>
                <a:lnTo>
                  <a:pt x="572" y="955"/>
                </a:lnTo>
                <a:lnTo>
                  <a:pt x="570" y="922"/>
                </a:lnTo>
                <a:lnTo>
                  <a:pt x="612" y="897"/>
                </a:lnTo>
                <a:lnTo>
                  <a:pt x="605" y="850"/>
                </a:lnTo>
                <a:lnTo>
                  <a:pt x="667" y="775"/>
                </a:lnTo>
                <a:lnTo>
                  <a:pt x="677" y="712"/>
                </a:lnTo>
                <a:lnTo>
                  <a:pt x="660" y="692"/>
                </a:lnTo>
                <a:lnTo>
                  <a:pt x="667" y="667"/>
                </a:lnTo>
                <a:lnTo>
                  <a:pt x="652" y="645"/>
                </a:lnTo>
                <a:lnTo>
                  <a:pt x="700" y="585"/>
                </a:lnTo>
                <a:lnTo>
                  <a:pt x="700" y="555"/>
                </a:lnTo>
                <a:lnTo>
                  <a:pt x="765" y="505"/>
                </a:lnTo>
                <a:lnTo>
                  <a:pt x="807" y="370"/>
                </a:lnTo>
                <a:lnTo>
                  <a:pt x="747" y="405"/>
                </a:lnTo>
                <a:lnTo>
                  <a:pt x="695" y="390"/>
                </a:lnTo>
                <a:lnTo>
                  <a:pt x="702" y="357"/>
                </a:lnTo>
                <a:lnTo>
                  <a:pt x="650" y="322"/>
                </a:lnTo>
                <a:lnTo>
                  <a:pt x="625" y="235"/>
                </a:lnTo>
                <a:lnTo>
                  <a:pt x="575" y="165"/>
                </a:lnTo>
                <a:lnTo>
                  <a:pt x="575" y="117"/>
                </a:lnTo>
                <a:lnTo>
                  <a:pt x="547" y="115"/>
                </a:lnTo>
                <a:lnTo>
                  <a:pt x="530" y="122"/>
                </a:lnTo>
                <a:lnTo>
                  <a:pt x="455" y="95"/>
                </a:lnTo>
                <a:lnTo>
                  <a:pt x="435" y="115"/>
                </a:lnTo>
                <a:lnTo>
                  <a:pt x="417" y="140"/>
                </a:lnTo>
                <a:lnTo>
                  <a:pt x="377" y="95"/>
                </a:lnTo>
                <a:lnTo>
                  <a:pt x="337" y="82"/>
                </a:lnTo>
                <a:lnTo>
                  <a:pt x="335" y="25"/>
                </a:lnTo>
                <a:lnTo>
                  <a:pt x="277" y="35"/>
                </a:lnTo>
                <a:lnTo>
                  <a:pt x="240" y="22"/>
                </a:lnTo>
                <a:lnTo>
                  <a:pt x="190" y="0"/>
                </a:lnTo>
              </a:path>
              <a:path w="1907" h="1052">
                <a:moveTo>
                  <a:pt x="1885" y="262"/>
                </a:moveTo>
                <a:lnTo>
                  <a:pt x="1890" y="275"/>
                </a:lnTo>
                <a:lnTo>
                  <a:pt x="1885" y="287"/>
                </a:lnTo>
                <a:lnTo>
                  <a:pt x="1885" y="297"/>
                </a:lnTo>
                <a:lnTo>
                  <a:pt x="1907" y="305"/>
                </a:lnTo>
                <a:lnTo>
                  <a:pt x="1907" y="312"/>
                </a:lnTo>
                <a:lnTo>
                  <a:pt x="1890" y="305"/>
                </a:lnTo>
                <a:lnTo>
                  <a:pt x="1875" y="312"/>
                </a:lnTo>
                <a:lnTo>
                  <a:pt x="1867" y="305"/>
                </a:lnTo>
                <a:lnTo>
                  <a:pt x="1875" y="297"/>
                </a:lnTo>
                <a:lnTo>
                  <a:pt x="1867" y="287"/>
                </a:lnTo>
                <a:lnTo>
                  <a:pt x="1875" y="267"/>
                </a:lnTo>
                <a:lnTo>
                  <a:pt x="1885" y="262"/>
                </a:lnTo>
              </a:path>
              <a:path w="1907" h="1052">
                <a:moveTo>
                  <a:pt x="1715" y="567"/>
                </a:moveTo>
                <a:lnTo>
                  <a:pt x="1757" y="567"/>
                </a:lnTo>
                <a:lnTo>
                  <a:pt x="1807" y="482"/>
                </a:lnTo>
                <a:lnTo>
                  <a:pt x="1835" y="532"/>
                </a:lnTo>
                <a:lnTo>
                  <a:pt x="1812" y="655"/>
                </a:lnTo>
                <a:lnTo>
                  <a:pt x="1722" y="625"/>
                </a:lnTo>
                <a:lnTo>
                  <a:pt x="1715" y="567"/>
                </a:lnTo>
              </a:path>
              <a:path w="1907" h="1052">
                <a:moveTo>
                  <a:pt x="1292" y="537"/>
                </a:moveTo>
                <a:lnTo>
                  <a:pt x="1272" y="565"/>
                </a:lnTo>
                <a:lnTo>
                  <a:pt x="1285" y="600"/>
                </a:lnTo>
                <a:lnTo>
                  <a:pt x="1312" y="575"/>
                </a:lnTo>
                <a:lnTo>
                  <a:pt x="1292" y="537"/>
                </a:lnTo>
              </a:path>
              <a:path w="1907" h="1052">
                <a:moveTo>
                  <a:pt x="707" y="775"/>
                </a:moveTo>
                <a:lnTo>
                  <a:pt x="725" y="760"/>
                </a:lnTo>
                <a:lnTo>
                  <a:pt x="737" y="710"/>
                </a:lnTo>
                <a:lnTo>
                  <a:pt x="747" y="785"/>
                </a:lnTo>
                <a:lnTo>
                  <a:pt x="732" y="877"/>
                </a:lnTo>
                <a:lnTo>
                  <a:pt x="702" y="897"/>
                </a:lnTo>
                <a:lnTo>
                  <a:pt x="702" y="852"/>
                </a:lnTo>
                <a:lnTo>
                  <a:pt x="710" y="822"/>
                </a:lnTo>
                <a:lnTo>
                  <a:pt x="707" y="77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0" name="path"/>
          <p:cNvSpPr/>
          <p:nvPr/>
        </p:nvSpPr>
        <p:spPr>
          <a:xfrm>
            <a:off x="7280257" y="5211762"/>
            <a:ext cx="0" cy="25400"/>
          </a:xfrm>
          <a:custGeom>
            <a:avLst/>
            <a:gdLst/>
            <a:ahLst/>
            <a:cxnLst/>
            <a:rect l="0" t="0" r="0" b="0"/>
            <a:pathLst>
              <a:path h="40">
                <a:moveTo>
                  <a:pt x="0" y="0"/>
                </a:moveTo>
                <a:lnTo>
                  <a:pt x="0" y="40"/>
                </a:lnTo>
                <a:lnTo>
                  <a:pt x="0" y="15"/>
                </a:lnTo>
                <a:lnTo>
                  <a:pt x="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12" name="picture 5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257469" y="4361471"/>
            <a:ext cx="175056" cy="319456"/>
          </a:xfrm>
          <a:prstGeom prst="rect">
            <a:avLst/>
          </a:prstGeom>
        </p:spPr>
      </p:pic>
      <p:sp>
        <p:nvSpPr>
          <p:cNvPr id="514" name="path"/>
          <p:cNvSpPr/>
          <p:nvPr/>
        </p:nvSpPr>
        <p:spPr>
          <a:xfrm>
            <a:off x="8047037" y="5627687"/>
            <a:ext cx="466725" cy="339725"/>
          </a:xfrm>
          <a:custGeom>
            <a:avLst/>
            <a:gdLst/>
            <a:ahLst/>
            <a:cxnLst/>
            <a:rect l="0" t="0" r="0" b="0"/>
            <a:pathLst>
              <a:path w="735" h="535">
                <a:moveTo>
                  <a:pt x="0" y="0"/>
                </a:moveTo>
                <a:lnTo>
                  <a:pt x="57" y="12"/>
                </a:lnTo>
                <a:lnTo>
                  <a:pt x="145" y="72"/>
                </a:lnTo>
                <a:lnTo>
                  <a:pt x="132" y="107"/>
                </a:lnTo>
                <a:lnTo>
                  <a:pt x="205" y="137"/>
                </a:lnTo>
                <a:lnTo>
                  <a:pt x="392" y="137"/>
                </a:lnTo>
                <a:lnTo>
                  <a:pt x="187" y="167"/>
                </a:lnTo>
                <a:lnTo>
                  <a:pt x="132" y="107"/>
                </a:lnTo>
                <a:lnTo>
                  <a:pt x="80" y="95"/>
                </a:lnTo>
                <a:lnTo>
                  <a:pt x="0" y="0"/>
                </a:lnTo>
              </a:path>
              <a:path w="735" h="535">
                <a:moveTo>
                  <a:pt x="665" y="525"/>
                </a:moveTo>
                <a:lnTo>
                  <a:pt x="652" y="527"/>
                </a:lnTo>
                <a:lnTo>
                  <a:pt x="645" y="535"/>
                </a:lnTo>
                <a:lnTo>
                  <a:pt x="632" y="520"/>
                </a:lnTo>
                <a:lnTo>
                  <a:pt x="595" y="502"/>
                </a:lnTo>
                <a:lnTo>
                  <a:pt x="590" y="475"/>
                </a:lnTo>
                <a:lnTo>
                  <a:pt x="577" y="465"/>
                </a:lnTo>
                <a:lnTo>
                  <a:pt x="545" y="465"/>
                </a:lnTo>
                <a:lnTo>
                  <a:pt x="545" y="445"/>
                </a:lnTo>
                <a:lnTo>
                  <a:pt x="535" y="437"/>
                </a:lnTo>
                <a:lnTo>
                  <a:pt x="532" y="420"/>
                </a:lnTo>
                <a:lnTo>
                  <a:pt x="510" y="417"/>
                </a:lnTo>
                <a:lnTo>
                  <a:pt x="490" y="412"/>
                </a:lnTo>
                <a:lnTo>
                  <a:pt x="470" y="417"/>
                </a:lnTo>
                <a:lnTo>
                  <a:pt x="470" y="420"/>
                </a:lnTo>
                <a:lnTo>
                  <a:pt x="425" y="435"/>
                </a:lnTo>
                <a:lnTo>
                  <a:pt x="425" y="442"/>
                </a:lnTo>
                <a:lnTo>
                  <a:pt x="385" y="442"/>
                </a:lnTo>
                <a:lnTo>
                  <a:pt x="365" y="455"/>
                </a:lnTo>
                <a:lnTo>
                  <a:pt x="340" y="442"/>
                </a:lnTo>
                <a:lnTo>
                  <a:pt x="340" y="437"/>
                </a:lnTo>
                <a:lnTo>
                  <a:pt x="340" y="412"/>
                </a:lnTo>
                <a:lnTo>
                  <a:pt x="332" y="387"/>
                </a:lnTo>
                <a:lnTo>
                  <a:pt x="322" y="367"/>
                </a:lnTo>
                <a:lnTo>
                  <a:pt x="327" y="350"/>
                </a:lnTo>
                <a:lnTo>
                  <a:pt x="320" y="342"/>
                </a:lnTo>
                <a:lnTo>
                  <a:pt x="315" y="305"/>
                </a:lnTo>
                <a:lnTo>
                  <a:pt x="320" y="280"/>
                </a:lnTo>
                <a:lnTo>
                  <a:pt x="342" y="260"/>
                </a:lnTo>
                <a:lnTo>
                  <a:pt x="392" y="247"/>
                </a:lnTo>
                <a:lnTo>
                  <a:pt x="405" y="230"/>
                </a:lnTo>
                <a:lnTo>
                  <a:pt x="400" y="212"/>
                </a:lnTo>
                <a:lnTo>
                  <a:pt x="412" y="207"/>
                </a:lnTo>
                <a:lnTo>
                  <a:pt x="415" y="215"/>
                </a:lnTo>
                <a:lnTo>
                  <a:pt x="420" y="202"/>
                </a:lnTo>
                <a:lnTo>
                  <a:pt x="452" y="177"/>
                </a:lnTo>
                <a:lnTo>
                  <a:pt x="470" y="190"/>
                </a:lnTo>
                <a:lnTo>
                  <a:pt x="490" y="182"/>
                </a:lnTo>
                <a:lnTo>
                  <a:pt x="495" y="162"/>
                </a:lnTo>
                <a:lnTo>
                  <a:pt x="515" y="157"/>
                </a:lnTo>
                <a:lnTo>
                  <a:pt x="510" y="142"/>
                </a:lnTo>
                <a:lnTo>
                  <a:pt x="537" y="152"/>
                </a:lnTo>
                <a:lnTo>
                  <a:pt x="560" y="147"/>
                </a:lnTo>
                <a:lnTo>
                  <a:pt x="572" y="200"/>
                </a:lnTo>
                <a:lnTo>
                  <a:pt x="590" y="215"/>
                </a:lnTo>
                <a:lnTo>
                  <a:pt x="605" y="215"/>
                </a:lnTo>
                <a:lnTo>
                  <a:pt x="612" y="182"/>
                </a:lnTo>
                <a:lnTo>
                  <a:pt x="607" y="167"/>
                </a:lnTo>
                <a:lnTo>
                  <a:pt x="612" y="142"/>
                </a:lnTo>
                <a:lnTo>
                  <a:pt x="620" y="140"/>
                </a:lnTo>
                <a:lnTo>
                  <a:pt x="632" y="170"/>
                </a:lnTo>
                <a:lnTo>
                  <a:pt x="645" y="177"/>
                </a:lnTo>
                <a:lnTo>
                  <a:pt x="652" y="207"/>
                </a:lnTo>
                <a:lnTo>
                  <a:pt x="665" y="247"/>
                </a:lnTo>
                <a:lnTo>
                  <a:pt x="682" y="257"/>
                </a:lnTo>
                <a:lnTo>
                  <a:pt x="705" y="287"/>
                </a:lnTo>
                <a:lnTo>
                  <a:pt x="707" y="302"/>
                </a:lnTo>
                <a:lnTo>
                  <a:pt x="727" y="320"/>
                </a:lnTo>
                <a:lnTo>
                  <a:pt x="735" y="352"/>
                </a:lnTo>
                <a:lnTo>
                  <a:pt x="735" y="377"/>
                </a:lnTo>
                <a:lnTo>
                  <a:pt x="727" y="417"/>
                </a:lnTo>
                <a:lnTo>
                  <a:pt x="707" y="442"/>
                </a:lnTo>
                <a:lnTo>
                  <a:pt x="702" y="475"/>
                </a:lnTo>
                <a:lnTo>
                  <a:pt x="702" y="502"/>
                </a:lnTo>
                <a:lnTo>
                  <a:pt x="682" y="507"/>
                </a:lnTo>
                <a:lnTo>
                  <a:pt x="665" y="52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6" name="path"/>
          <p:cNvSpPr/>
          <p:nvPr/>
        </p:nvSpPr>
        <p:spPr>
          <a:xfrm>
            <a:off x="8461375" y="5981700"/>
            <a:ext cx="25400" cy="30162"/>
          </a:xfrm>
          <a:custGeom>
            <a:avLst/>
            <a:gdLst/>
            <a:ahLst/>
            <a:cxnLst/>
            <a:rect l="0" t="0" r="0" b="0"/>
            <a:pathLst>
              <a:path w="40" h="47">
                <a:moveTo>
                  <a:pt x="20" y="40"/>
                </a:moveTo>
                <a:lnTo>
                  <a:pt x="5" y="32"/>
                </a:lnTo>
                <a:lnTo>
                  <a:pt x="5" y="25"/>
                </a:lnTo>
                <a:lnTo>
                  <a:pt x="5" y="20"/>
                </a:lnTo>
                <a:lnTo>
                  <a:pt x="2" y="12"/>
                </a:lnTo>
                <a:lnTo>
                  <a:pt x="0" y="0"/>
                </a:lnTo>
                <a:lnTo>
                  <a:pt x="5" y="0"/>
                </a:lnTo>
                <a:lnTo>
                  <a:pt x="20" y="5"/>
                </a:lnTo>
                <a:lnTo>
                  <a:pt x="27" y="5"/>
                </a:lnTo>
                <a:lnTo>
                  <a:pt x="30" y="5"/>
                </a:lnTo>
                <a:lnTo>
                  <a:pt x="40" y="0"/>
                </a:lnTo>
                <a:lnTo>
                  <a:pt x="40" y="20"/>
                </a:lnTo>
                <a:lnTo>
                  <a:pt x="35" y="25"/>
                </a:lnTo>
                <a:lnTo>
                  <a:pt x="30" y="32"/>
                </a:lnTo>
                <a:lnTo>
                  <a:pt x="30" y="40"/>
                </a:lnTo>
                <a:lnTo>
                  <a:pt x="27" y="40"/>
                </a:lnTo>
                <a:lnTo>
                  <a:pt x="27" y="47"/>
                </a:lnTo>
                <a:lnTo>
                  <a:pt x="20" y="4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picture 5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pic>
        <p:nvPicPr>
          <p:cNvPr id="520" name="picture 5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522" name="picture 5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361471"/>
            <a:ext cx="1887537" cy="2267928"/>
          </a:xfrm>
          <a:prstGeom prst="rect">
            <a:avLst/>
          </a:prstGeom>
        </p:spPr>
      </p:pic>
      <p:sp>
        <p:nvSpPr>
          <p:cNvPr id="524" name="path"/>
          <p:cNvSpPr/>
          <p:nvPr/>
        </p:nvSpPr>
        <p:spPr>
          <a:xfrm>
            <a:off x="7077075" y="5243512"/>
            <a:ext cx="1584325" cy="723900"/>
          </a:xfrm>
          <a:custGeom>
            <a:avLst/>
            <a:gdLst/>
            <a:ahLst/>
            <a:cxnLst/>
            <a:rect l="0" t="0" r="0" b="0"/>
            <a:pathLst>
              <a:path w="2495" h="1140">
                <a:moveTo>
                  <a:pt x="190" y="0"/>
                </a:moveTo>
                <a:lnTo>
                  <a:pt x="177" y="27"/>
                </a:lnTo>
                <a:lnTo>
                  <a:pt x="112" y="82"/>
                </a:lnTo>
                <a:lnTo>
                  <a:pt x="100" y="132"/>
                </a:lnTo>
                <a:lnTo>
                  <a:pt x="52" y="170"/>
                </a:lnTo>
                <a:lnTo>
                  <a:pt x="20" y="240"/>
                </a:lnTo>
                <a:lnTo>
                  <a:pt x="20" y="285"/>
                </a:lnTo>
                <a:lnTo>
                  <a:pt x="0" y="360"/>
                </a:lnTo>
                <a:lnTo>
                  <a:pt x="27" y="392"/>
                </a:lnTo>
                <a:lnTo>
                  <a:pt x="100" y="487"/>
                </a:lnTo>
                <a:lnTo>
                  <a:pt x="120" y="475"/>
                </a:lnTo>
                <a:lnTo>
                  <a:pt x="247" y="475"/>
                </a:lnTo>
                <a:lnTo>
                  <a:pt x="307" y="497"/>
                </a:lnTo>
                <a:lnTo>
                  <a:pt x="302" y="572"/>
                </a:lnTo>
                <a:lnTo>
                  <a:pt x="345" y="670"/>
                </a:lnTo>
                <a:lnTo>
                  <a:pt x="342" y="697"/>
                </a:lnTo>
                <a:lnTo>
                  <a:pt x="360" y="727"/>
                </a:lnTo>
                <a:lnTo>
                  <a:pt x="332" y="797"/>
                </a:lnTo>
                <a:lnTo>
                  <a:pt x="365" y="885"/>
                </a:lnTo>
                <a:lnTo>
                  <a:pt x="382" y="955"/>
                </a:lnTo>
                <a:lnTo>
                  <a:pt x="405" y="997"/>
                </a:lnTo>
                <a:lnTo>
                  <a:pt x="427" y="1052"/>
                </a:lnTo>
                <a:lnTo>
                  <a:pt x="470" y="1045"/>
                </a:lnTo>
                <a:lnTo>
                  <a:pt x="540" y="1005"/>
                </a:lnTo>
                <a:lnTo>
                  <a:pt x="572" y="955"/>
                </a:lnTo>
                <a:lnTo>
                  <a:pt x="570" y="922"/>
                </a:lnTo>
                <a:lnTo>
                  <a:pt x="612" y="897"/>
                </a:lnTo>
                <a:lnTo>
                  <a:pt x="605" y="850"/>
                </a:lnTo>
                <a:lnTo>
                  <a:pt x="667" y="775"/>
                </a:lnTo>
                <a:lnTo>
                  <a:pt x="677" y="712"/>
                </a:lnTo>
                <a:lnTo>
                  <a:pt x="660" y="692"/>
                </a:lnTo>
                <a:lnTo>
                  <a:pt x="667" y="667"/>
                </a:lnTo>
                <a:lnTo>
                  <a:pt x="652" y="645"/>
                </a:lnTo>
                <a:lnTo>
                  <a:pt x="700" y="585"/>
                </a:lnTo>
                <a:lnTo>
                  <a:pt x="700" y="555"/>
                </a:lnTo>
                <a:lnTo>
                  <a:pt x="765" y="505"/>
                </a:lnTo>
                <a:lnTo>
                  <a:pt x="807" y="370"/>
                </a:lnTo>
                <a:lnTo>
                  <a:pt x="747" y="405"/>
                </a:lnTo>
                <a:lnTo>
                  <a:pt x="695" y="390"/>
                </a:lnTo>
                <a:lnTo>
                  <a:pt x="702" y="357"/>
                </a:lnTo>
                <a:lnTo>
                  <a:pt x="650" y="322"/>
                </a:lnTo>
                <a:lnTo>
                  <a:pt x="625" y="235"/>
                </a:lnTo>
                <a:lnTo>
                  <a:pt x="575" y="165"/>
                </a:lnTo>
                <a:lnTo>
                  <a:pt x="575" y="117"/>
                </a:lnTo>
                <a:lnTo>
                  <a:pt x="547" y="115"/>
                </a:lnTo>
                <a:lnTo>
                  <a:pt x="530" y="122"/>
                </a:lnTo>
                <a:lnTo>
                  <a:pt x="455" y="95"/>
                </a:lnTo>
                <a:lnTo>
                  <a:pt x="435" y="115"/>
                </a:lnTo>
                <a:lnTo>
                  <a:pt x="417" y="140"/>
                </a:lnTo>
                <a:lnTo>
                  <a:pt x="377" y="95"/>
                </a:lnTo>
                <a:lnTo>
                  <a:pt x="337" y="82"/>
                </a:lnTo>
                <a:lnTo>
                  <a:pt x="335" y="25"/>
                </a:lnTo>
                <a:lnTo>
                  <a:pt x="277" y="35"/>
                </a:lnTo>
                <a:lnTo>
                  <a:pt x="240" y="22"/>
                </a:lnTo>
                <a:lnTo>
                  <a:pt x="190" y="0"/>
                </a:lnTo>
              </a:path>
              <a:path w="2495" h="1140">
                <a:moveTo>
                  <a:pt x="1885" y="262"/>
                </a:moveTo>
                <a:lnTo>
                  <a:pt x="1890" y="275"/>
                </a:lnTo>
                <a:lnTo>
                  <a:pt x="1885" y="287"/>
                </a:lnTo>
                <a:lnTo>
                  <a:pt x="1885" y="297"/>
                </a:lnTo>
                <a:lnTo>
                  <a:pt x="1907" y="305"/>
                </a:lnTo>
                <a:lnTo>
                  <a:pt x="1907" y="312"/>
                </a:lnTo>
                <a:lnTo>
                  <a:pt x="1890" y="305"/>
                </a:lnTo>
                <a:lnTo>
                  <a:pt x="1875" y="312"/>
                </a:lnTo>
                <a:lnTo>
                  <a:pt x="1867" y="305"/>
                </a:lnTo>
                <a:lnTo>
                  <a:pt x="1875" y="297"/>
                </a:lnTo>
                <a:lnTo>
                  <a:pt x="1867" y="287"/>
                </a:lnTo>
                <a:lnTo>
                  <a:pt x="1875" y="267"/>
                </a:lnTo>
                <a:lnTo>
                  <a:pt x="1885" y="262"/>
                </a:lnTo>
              </a:path>
              <a:path w="2495" h="1140">
                <a:moveTo>
                  <a:pt x="1715" y="567"/>
                </a:moveTo>
                <a:lnTo>
                  <a:pt x="1757" y="567"/>
                </a:lnTo>
                <a:lnTo>
                  <a:pt x="1807" y="482"/>
                </a:lnTo>
                <a:lnTo>
                  <a:pt x="1835" y="532"/>
                </a:lnTo>
                <a:lnTo>
                  <a:pt x="1812" y="655"/>
                </a:lnTo>
                <a:lnTo>
                  <a:pt x="1722" y="625"/>
                </a:lnTo>
                <a:lnTo>
                  <a:pt x="1715" y="567"/>
                </a:lnTo>
              </a:path>
              <a:path w="2495" h="1140">
                <a:moveTo>
                  <a:pt x="1970" y="587"/>
                </a:moveTo>
                <a:lnTo>
                  <a:pt x="1957" y="550"/>
                </a:lnTo>
                <a:lnTo>
                  <a:pt x="2025" y="565"/>
                </a:lnTo>
                <a:lnTo>
                  <a:pt x="2125" y="605"/>
                </a:lnTo>
                <a:lnTo>
                  <a:pt x="2125" y="635"/>
                </a:lnTo>
                <a:lnTo>
                  <a:pt x="2165" y="715"/>
                </a:lnTo>
                <a:lnTo>
                  <a:pt x="2087" y="640"/>
                </a:lnTo>
                <a:lnTo>
                  <a:pt x="2035" y="645"/>
                </a:lnTo>
                <a:lnTo>
                  <a:pt x="1970" y="587"/>
                </a:lnTo>
              </a:path>
              <a:path w="2495" h="1140">
                <a:moveTo>
                  <a:pt x="2440" y="892"/>
                </a:moveTo>
                <a:lnTo>
                  <a:pt x="2495" y="945"/>
                </a:lnTo>
                <a:lnTo>
                  <a:pt x="2382" y="1072"/>
                </a:lnTo>
                <a:lnTo>
                  <a:pt x="2355" y="1042"/>
                </a:lnTo>
                <a:lnTo>
                  <a:pt x="2435" y="962"/>
                </a:lnTo>
                <a:lnTo>
                  <a:pt x="2440" y="892"/>
                </a:lnTo>
              </a:path>
              <a:path w="2495" h="1140">
                <a:moveTo>
                  <a:pt x="1292" y="537"/>
                </a:moveTo>
                <a:lnTo>
                  <a:pt x="1272" y="565"/>
                </a:lnTo>
                <a:lnTo>
                  <a:pt x="1285" y="600"/>
                </a:lnTo>
                <a:lnTo>
                  <a:pt x="1312" y="575"/>
                </a:lnTo>
                <a:lnTo>
                  <a:pt x="1292" y="537"/>
                </a:lnTo>
              </a:path>
              <a:path w="2495" h="1140">
                <a:moveTo>
                  <a:pt x="1527" y="605"/>
                </a:moveTo>
                <a:lnTo>
                  <a:pt x="1585" y="617"/>
                </a:lnTo>
                <a:lnTo>
                  <a:pt x="1672" y="677"/>
                </a:lnTo>
                <a:lnTo>
                  <a:pt x="1660" y="712"/>
                </a:lnTo>
                <a:lnTo>
                  <a:pt x="1732" y="742"/>
                </a:lnTo>
                <a:lnTo>
                  <a:pt x="1920" y="742"/>
                </a:lnTo>
                <a:lnTo>
                  <a:pt x="1715" y="772"/>
                </a:lnTo>
                <a:lnTo>
                  <a:pt x="1660" y="712"/>
                </a:lnTo>
                <a:lnTo>
                  <a:pt x="1607" y="700"/>
                </a:lnTo>
                <a:lnTo>
                  <a:pt x="1527" y="605"/>
                </a:lnTo>
              </a:path>
              <a:path w="2495" h="1140">
                <a:moveTo>
                  <a:pt x="2192" y="1130"/>
                </a:moveTo>
                <a:lnTo>
                  <a:pt x="2180" y="1132"/>
                </a:lnTo>
                <a:lnTo>
                  <a:pt x="2172" y="1140"/>
                </a:lnTo>
                <a:lnTo>
                  <a:pt x="2160" y="1125"/>
                </a:lnTo>
                <a:lnTo>
                  <a:pt x="2122" y="1107"/>
                </a:lnTo>
                <a:lnTo>
                  <a:pt x="2117" y="1080"/>
                </a:lnTo>
                <a:lnTo>
                  <a:pt x="2105" y="1070"/>
                </a:lnTo>
                <a:lnTo>
                  <a:pt x="2072" y="1070"/>
                </a:lnTo>
                <a:lnTo>
                  <a:pt x="2072" y="1050"/>
                </a:lnTo>
                <a:lnTo>
                  <a:pt x="2062" y="1042"/>
                </a:lnTo>
                <a:lnTo>
                  <a:pt x="2060" y="1025"/>
                </a:lnTo>
                <a:lnTo>
                  <a:pt x="2037" y="1022"/>
                </a:lnTo>
                <a:lnTo>
                  <a:pt x="2017" y="1017"/>
                </a:lnTo>
                <a:lnTo>
                  <a:pt x="1997" y="1022"/>
                </a:lnTo>
                <a:lnTo>
                  <a:pt x="1997" y="1025"/>
                </a:lnTo>
                <a:lnTo>
                  <a:pt x="1952" y="1040"/>
                </a:lnTo>
                <a:lnTo>
                  <a:pt x="1952" y="1047"/>
                </a:lnTo>
                <a:lnTo>
                  <a:pt x="1912" y="1047"/>
                </a:lnTo>
                <a:lnTo>
                  <a:pt x="1892" y="1060"/>
                </a:lnTo>
                <a:lnTo>
                  <a:pt x="1867" y="1047"/>
                </a:lnTo>
                <a:lnTo>
                  <a:pt x="1867" y="1042"/>
                </a:lnTo>
                <a:lnTo>
                  <a:pt x="1867" y="1017"/>
                </a:lnTo>
                <a:lnTo>
                  <a:pt x="1860" y="992"/>
                </a:lnTo>
                <a:lnTo>
                  <a:pt x="1850" y="972"/>
                </a:lnTo>
                <a:lnTo>
                  <a:pt x="1855" y="955"/>
                </a:lnTo>
                <a:lnTo>
                  <a:pt x="1847" y="947"/>
                </a:lnTo>
                <a:lnTo>
                  <a:pt x="1842" y="910"/>
                </a:lnTo>
                <a:lnTo>
                  <a:pt x="1847" y="885"/>
                </a:lnTo>
                <a:lnTo>
                  <a:pt x="1870" y="865"/>
                </a:lnTo>
                <a:lnTo>
                  <a:pt x="1920" y="852"/>
                </a:lnTo>
                <a:lnTo>
                  <a:pt x="1932" y="835"/>
                </a:lnTo>
                <a:lnTo>
                  <a:pt x="1927" y="817"/>
                </a:lnTo>
                <a:lnTo>
                  <a:pt x="1940" y="812"/>
                </a:lnTo>
                <a:lnTo>
                  <a:pt x="1942" y="820"/>
                </a:lnTo>
                <a:lnTo>
                  <a:pt x="1947" y="807"/>
                </a:lnTo>
                <a:lnTo>
                  <a:pt x="1980" y="782"/>
                </a:lnTo>
                <a:lnTo>
                  <a:pt x="1997" y="795"/>
                </a:lnTo>
                <a:lnTo>
                  <a:pt x="2017" y="787"/>
                </a:lnTo>
                <a:lnTo>
                  <a:pt x="2022" y="767"/>
                </a:lnTo>
                <a:lnTo>
                  <a:pt x="2042" y="762"/>
                </a:lnTo>
                <a:lnTo>
                  <a:pt x="2037" y="747"/>
                </a:lnTo>
                <a:lnTo>
                  <a:pt x="2065" y="757"/>
                </a:lnTo>
                <a:lnTo>
                  <a:pt x="2087" y="752"/>
                </a:lnTo>
                <a:lnTo>
                  <a:pt x="2100" y="805"/>
                </a:lnTo>
                <a:lnTo>
                  <a:pt x="2117" y="820"/>
                </a:lnTo>
                <a:lnTo>
                  <a:pt x="2132" y="820"/>
                </a:lnTo>
                <a:lnTo>
                  <a:pt x="2140" y="787"/>
                </a:lnTo>
                <a:lnTo>
                  <a:pt x="2135" y="772"/>
                </a:lnTo>
                <a:lnTo>
                  <a:pt x="2140" y="747"/>
                </a:lnTo>
                <a:lnTo>
                  <a:pt x="2147" y="745"/>
                </a:lnTo>
                <a:lnTo>
                  <a:pt x="2160" y="775"/>
                </a:lnTo>
                <a:lnTo>
                  <a:pt x="2172" y="782"/>
                </a:lnTo>
                <a:lnTo>
                  <a:pt x="2180" y="812"/>
                </a:lnTo>
                <a:lnTo>
                  <a:pt x="2192" y="852"/>
                </a:lnTo>
                <a:lnTo>
                  <a:pt x="2210" y="862"/>
                </a:lnTo>
                <a:lnTo>
                  <a:pt x="2232" y="892"/>
                </a:lnTo>
                <a:lnTo>
                  <a:pt x="2235" y="907"/>
                </a:lnTo>
                <a:lnTo>
                  <a:pt x="2255" y="925"/>
                </a:lnTo>
                <a:lnTo>
                  <a:pt x="2262" y="957"/>
                </a:lnTo>
                <a:lnTo>
                  <a:pt x="2262" y="982"/>
                </a:lnTo>
                <a:lnTo>
                  <a:pt x="2255" y="1022"/>
                </a:lnTo>
                <a:lnTo>
                  <a:pt x="2235" y="1047"/>
                </a:lnTo>
                <a:lnTo>
                  <a:pt x="2230" y="1080"/>
                </a:lnTo>
                <a:lnTo>
                  <a:pt x="2230" y="1107"/>
                </a:lnTo>
                <a:lnTo>
                  <a:pt x="2210" y="1112"/>
                </a:lnTo>
                <a:lnTo>
                  <a:pt x="2192" y="1130"/>
                </a:lnTo>
              </a:path>
              <a:path w="2495" h="1140">
                <a:moveTo>
                  <a:pt x="707" y="775"/>
                </a:moveTo>
                <a:lnTo>
                  <a:pt x="725" y="760"/>
                </a:lnTo>
                <a:lnTo>
                  <a:pt x="737" y="710"/>
                </a:lnTo>
                <a:lnTo>
                  <a:pt x="747" y="785"/>
                </a:lnTo>
                <a:lnTo>
                  <a:pt x="732" y="877"/>
                </a:lnTo>
                <a:lnTo>
                  <a:pt x="702" y="897"/>
                </a:lnTo>
                <a:lnTo>
                  <a:pt x="702" y="852"/>
                </a:lnTo>
                <a:lnTo>
                  <a:pt x="710" y="822"/>
                </a:lnTo>
                <a:lnTo>
                  <a:pt x="707" y="77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6" name="textbox 526"/>
          <p:cNvSpPr/>
          <p:nvPr/>
        </p:nvSpPr>
        <p:spPr>
          <a:xfrm>
            <a:off x="768553" y="555130"/>
            <a:ext cx="7794625" cy="61817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44450" algn="l" rtl="0" eaLnBrk="0">
              <a:lnSpc>
                <a:spcPct val="96000"/>
              </a:lnSpc>
            </a:pPr>
            <a:r>
              <a:rPr sz="4400" u="sng" kern="0" spc="-6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实验目的</a:t>
            </a:r>
            <a:endParaRPr lang="en-US" altLang="en-US" sz="4400" dirty="0"/>
          </a:p>
          <a:p>
            <a:pPr algn="l" rtl="0" eaLnBrk="0">
              <a:lnSpc>
                <a:spcPct val="125000"/>
              </a:lnSpc>
            </a:pPr>
            <a:endParaRPr lang="en-US" altLang="en-US" sz="1000" dirty="0"/>
          </a:p>
          <a:p>
            <a:pPr algn="l" rtl="0" eaLnBrk="0">
              <a:lnSpc>
                <a:spcPct val="125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60"/>
              </a:spcBef>
            </a:pPr>
            <a:r>
              <a:rPr sz="2300" kern="0" spc="-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6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设备命名</a:t>
            </a:r>
            <a:endParaRPr lang="en-US" altLang="en-US" sz="3200" dirty="0"/>
          </a:p>
          <a:p>
            <a:pPr algn="l" rtl="0" eaLnBrk="0">
              <a:lnSpc>
                <a:spcPct val="155000"/>
              </a:lnSpc>
            </a:pPr>
            <a:endParaRPr lang="en-US" altLang="en-US" sz="1000" dirty="0"/>
          </a:p>
          <a:p>
            <a:pPr marL="344170" indent="-331470" algn="l" rtl="0" eaLnBrk="0">
              <a:lnSpc>
                <a:spcPct val="123000"/>
              </a:lnSpc>
              <a:spcBef>
                <a:spcPts val="965"/>
              </a:spcBef>
            </a:pPr>
            <a:r>
              <a:rPr sz="2300" kern="0" spc="-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设备作为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服务器实现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的远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程访问</a:t>
            </a:r>
            <a:endParaRPr lang="en-US" altLang="en-US" sz="3200" dirty="0"/>
          </a:p>
          <a:p>
            <a:pPr algn="l" rtl="0" eaLnBrk="0">
              <a:lnSpc>
                <a:spcPct val="157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70"/>
              </a:spcBef>
            </a:pPr>
            <a:r>
              <a:rPr sz="2300" kern="0" spc="-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掌握在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设备上使用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</a:t>
            </a:r>
            <a:endParaRPr lang="en-US" altLang="en-US" sz="3200" dirty="0"/>
          </a:p>
          <a:p>
            <a:pPr marL="344170" algn="l" rtl="0" eaLnBrk="0">
              <a:lnSpc>
                <a:spcPct val="84000"/>
              </a:lnSpc>
              <a:spcBef>
                <a:spcPts val="2050"/>
              </a:spcBef>
            </a:pP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3200" kern="0" spc="-5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</a:t>
            </a:r>
            <a:endParaRPr lang="en-US" altLang="en-US" sz="32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marL="6584315" algn="l" rtl="0" eaLnBrk="0">
              <a:lnSpc>
                <a:spcPts val="2420"/>
              </a:lnSpc>
              <a:spcBef>
                <a:spcPts val="970"/>
              </a:spcBef>
            </a:pPr>
            <a:r>
              <a:rPr sz="3200" kern="0" spc="560" dirty="0">
                <a:solidFill>
                  <a:srgbClr val="0000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lang="en-US" altLang="en-US" sz="3200" dirty="0"/>
          </a:p>
          <a:p>
            <a:pPr algn="l" rtl="0" eaLnBrk="0">
              <a:lnSpc>
                <a:spcPct val="108000"/>
              </a:lnSpc>
            </a:pPr>
            <a:endParaRPr lang="en-US" altLang="en-US" sz="800" dirty="0"/>
          </a:p>
          <a:p>
            <a:pPr marL="2625725" algn="l" rtl="0" eaLnBrk="0">
              <a:lnSpc>
                <a:spcPct val="74000"/>
              </a:lnSpc>
              <a:spcBef>
                <a:spcPts val="0"/>
              </a:spcBef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27</a:t>
            </a:r>
            <a:endParaRPr lang="en-US" altLang="en-US" sz="1400" dirty="0"/>
          </a:p>
        </p:txBody>
      </p:sp>
      <p:sp>
        <p:nvSpPr>
          <p:cNvPr id="528" name="path"/>
          <p:cNvSpPr/>
          <p:nvPr/>
        </p:nvSpPr>
        <p:spPr>
          <a:xfrm>
            <a:off x="7178723" y="4748212"/>
            <a:ext cx="1363662" cy="876300"/>
          </a:xfrm>
          <a:custGeom>
            <a:avLst/>
            <a:gdLst/>
            <a:ahLst/>
            <a:cxnLst/>
            <a:rect l="0" t="0" r="0" b="0"/>
            <a:pathLst>
              <a:path w="2147" h="1380">
                <a:moveTo>
                  <a:pt x="180" y="730"/>
                </a:moveTo>
                <a:lnTo>
                  <a:pt x="180" y="770"/>
                </a:lnTo>
                <a:lnTo>
                  <a:pt x="180" y="745"/>
                </a:lnTo>
                <a:lnTo>
                  <a:pt x="180" y="730"/>
                </a:lnTo>
              </a:path>
              <a:path w="2147" h="1380">
                <a:moveTo>
                  <a:pt x="222" y="785"/>
                </a:moveTo>
                <a:lnTo>
                  <a:pt x="262" y="785"/>
                </a:lnTo>
                <a:lnTo>
                  <a:pt x="262" y="825"/>
                </a:lnTo>
                <a:lnTo>
                  <a:pt x="222" y="785"/>
                </a:lnTo>
              </a:path>
              <a:path w="2147" h="1380">
                <a:moveTo>
                  <a:pt x="457" y="710"/>
                </a:moveTo>
                <a:lnTo>
                  <a:pt x="422" y="710"/>
                </a:lnTo>
                <a:lnTo>
                  <a:pt x="402" y="732"/>
                </a:lnTo>
                <a:lnTo>
                  <a:pt x="390" y="732"/>
                </a:lnTo>
                <a:lnTo>
                  <a:pt x="380" y="742"/>
                </a:lnTo>
                <a:lnTo>
                  <a:pt x="367" y="742"/>
                </a:lnTo>
                <a:lnTo>
                  <a:pt x="367" y="772"/>
                </a:lnTo>
                <a:lnTo>
                  <a:pt x="387" y="795"/>
                </a:lnTo>
                <a:lnTo>
                  <a:pt x="440" y="795"/>
                </a:lnTo>
                <a:lnTo>
                  <a:pt x="457" y="772"/>
                </a:lnTo>
                <a:lnTo>
                  <a:pt x="457" y="710"/>
                </a:lnTo>
              </a:path>
              <a:path w="2147" h="1380">
                <a:moveTo>
                  <a:pt x="147" y="530"/>
                </a:moveTo>
                <a:lnTo>
                  <a:pt x="127" y="517"/>
                </a:lnTo>
                <a:lnTo>
                  <a:pt x="127" y="465"/>
                </a:lnTo>
                <a:lnTo>
                  <a:pt x="137" y="452"/>
                </a:lnTo>
                <a:lnTo>
                  <a:pt x="120" y="452"/>
                </a:lnTo>
                <a:lnTo>
                  <a:pt x="130" y="440"/>
                </a:lnTo>
                <a:lnTo>
                  <a:pt x="117" y="440"/>
                </a:lnTo>
                <a:lnTo>
                  <a:pt x="102" y="455"/>
                </a:lnTo>
                <a:lnTo>
                  <a:pt x="102" y="487"/>
                </a:lnTo>
                <a:lnTo>
                  <a:pt x="110" y="495"/>
                </a:lnTo>
                <a:lnTo>
                  <a:pt x="110" y="510"/>
                </a:lnTo>
                <a:lnTo>
                  <a:pt x="105" y="510"/>
                </a:lnTo>
                <a:lnTo>
                  <a:pt x="92" y="522"/>
                </a:lnTo>
                <a:lnTo>
                  <a:pt x="92" y="535"/>
                </a:lnTo>
                <a:lnTo>
                  <a:pt x="77" y="557"/>
                </a:lnTo>
                <a:lnTo>
                  <a:pt x="130" y="557"/>
                </a:lnTo>
                <a:lnTo>
                  <a:pt x="147" y="530"/>
                </a:lnTo>
              </a:path>
              <a:path w="2147" h="1380">
                <a:moveTo>
                  <a:pt x="87" y="492"/>
                </a:moveTo>
                <a:lnTo>
                  <a:pt x="95" y="492"/>
                </a:lnTo>
                <a:lnTo>
                  <a:pt x="95" y="480"/>
                </a:lnTo>
                <a:lnTo>
                  <a:pt x="80" y="480"/>
                </a:lnTo>
                <a:lnTo>
                  <a:pt x="55" y="505"/>
                </a:lnTo>
                <a:lnTo>
                  <a:pt x="55" y="520"/>
                </a:lnTo>
                <a:lnTo>
                  <a:pt x="77" y="520"/>
                </a:lnTo>
                <a:lnTo>
                  <a:pt x="87" y="507"/>
                </a:lnTo>
                <a:lnTo>
                  <a:pt x="87" y="492"/>
                </a:lnTo>
              </a:path>
              <a:path w="2147" h="1380">
                <a:moveTo>
                  <a:pt x="300" y="410"/>
                </a:moveTo>
                <a:lnTo>
                  <a:pt x="300" y="435"/>
                </a:lnTo>
                <a:lnTo>
                  <a:pt x="310" y="445"/>
                </a:lnTo>
                <a:lnTo>
                  <a:pt x="360" y="445"/>
                </a:lnTo>
                <a:lnTo>
                  <a:pt x="360" y="460"/>
                </a:lnTo>
                <a:lnTo>
                  <a:pt x="322" y="460"/>
                </a:lnTo>
                <a:lnTo>
                  <a:pt x="322" y="502"/>
                </a:lnTo>
                <a:lnTo>
                  <a:pt x="307" y="482"/>
                </a:lnTo>
                <a:lnTo>
                  <a:pt x="307" y="510"/>
                </a:lnTo>
                <a:lnTo>
                  <a:pt x="285" y="535"/>
                </a:lnTo>
                <a:lnTo>
                  <a:pt x="272" y="520"/>
                </a:lnTo>
                <a:lnTo>
                  <a:pt x="250" y="537"/>
                </a:lnTo>
                <a:lnTo>
                  <a:pt x="247" y="532"/>
                </a:lnTo>
                <a:lnTo>
                  <a:pt x="220" y="532"/>
                </a:lnTo>
                <a:lnTo>
                  <a:pt x="235" y="515"/>
                </a:lnTo>
                <a:lnTo>
                  <a:pt x="235" y="507"/>
                </a:lnTo>
                <a:lnTo>
                  <a:pt x="220" y="495"/>
                </a:lnTo>
                <a:lnTo>
                  <a:pt x="220" y="475"/>
                </a:lnTo>
                <a:lnTo>
                  <a:pt x="202" y="495"/>
                </a:lnTo>
                <a:lnTo>
                  <a:pt x="202" y="532"/>
                </a:lnTo>
                <a:lnTo>
                  <a:pt x="182" y="532"/>
                </a:lnTo>
                <a:lnTo>
                  <a:pt x="155" y="560"/>
                </a:lnTo>
                <a:lnTo>
                  <a:pt x="145" y="560"/>
                </a:lnTo>
                <a:lnTo>
                  <a:pt x="130" y="577"/>
                </a:lnTo>
                <a:lnTo>
                  <a:pt x="75" y="577"/>
                </a:lnTo>
                <a:lnTo>
                  <a:pt x="95" y="602"/>
                </a:lnTo>
                <a:lnTo>
                  <a:pt x="95" y="642"/>
                </a:lnTo>
                <a:lnTo>
                  <a:pt x="75" y="665"/>
                </a:lnTo>
                <a:lnTo>
                  <a:pt x="55" y="642"/>
                </a:lnTo>
                <a:lnTo>
                  <a:pt x="12" y="642"/>
                </a:lnTo>
                <a:lnTo>
                  <a:pt x="12" y="670"/>
                </a:lnTo>
                <a:lnTo>
                  <a:pt x="0" y="687"/>
                </a:lnTo>
                <a:lnTo>
                  <a:pt x="0" y="725"/>
                </a:lnTo>
                <a:lnTo>
                  <a:pt x="25" y="755"/>
                </a:lnTo>
                <a:lnTo>
                  <a:pt x="65" y="755"/>
                </a:lnTo>
                <a:lnTo>
                  <a:pt x="125" y="682"/>
                </a:lnTo>
                <a:lnTo>
                  <a:pt x="180" y="682"/>
                </a:lnTo>
                <a:lnTo>
                  <a:pt x="187" y="667"/>
                </a:lnTo>
                <a:lnTo>
                  <a:pt x="200" y="682"/>
                </a:lnTo>
                <a:lnTo>
                  <a:pt x="197" y="697"/>
                </a:lnTo>
                <a:lnTo>
                  <a:pt x="247" y="747"/>
                </a:lnTo>
                <a:lnTo>
                  <a:pt x="247" y="767"/>
                </a:lnTo>
                <a:lnTo>
                  <a:pt x="260" y="760"/>
                </a:lnTo>
                <a:lnTo>
                  <a:pt x="252" y="747"/>
                </a:lnTo>
                <a:lnTo>
                  <a:pt x="260" y="740"/>
                </a:lnTo>
                <a:lnTo>
                  <a:pt x="267" y="747"/>
                </a:lnTo>
                <a:lnTo>
                  <a:pt x="272" y="745"/>
                </a:lnTo>
                <a:lnTo>
                  <a:pt x="220" y="680"/>
                </a:lnTo>
                <a:lnTo>
                  <a:pt x="220" y="657"/>
                </a:lnTo>
                <a:lnTo>
                  <a:pt x="235" y="657"/>
                </a:lnTo>
                <a:lnTo>
                  <a:pt x="235" y="670"/>
                </a:lnTo>
                <a:lnTo>
                  <a:pt x="285" y="727"/>
                </a:lnTo>
                <a:lnTo>
                  <a:pt x="285" y="745"/>
                </a:lnTo>
                <a:lnTo>
                  <a:pt x="307" y="770"/>
                </a:lnTo>
                <a:lnTo>
                  <a:pt x="302" y="775"/>
                </a:lnTo>
                <a:lnTo>
                  <a:pt x="317" y="795"/>
                </a:lnTo>
                <a:lnTo>
                  <a:pt x="342" y="767"/>
                </a:lnTo>
                <a:lnTo>
                  <a:pt x="327" y="750"/>
                </a:lnTo>
                <a:lnTo>
                  <a:pt x="342" y="735"/>
                </a:lnTo>
                <a:lnTo>
                  <a:pt x="360" y="735"/>
                </a:lnTo>
                <a:lnTo>
                  <a:pt x="370" y="725"/>
                </a:lnTo>
                <a:lnTo>
                  <a:pt x="382" y="725"/>
                </a:lnTo>
                <a:lnTo>
                  <a:pt x="367" y="702"/>
                </a:lnTo>
                <a:lnTo>
                  <a:pt x="375" y="692"/>
                </a:lnTo>
                <a:lnTo>
                  <a:pt x="375" y="655"/>
                </a:lnTo>
                <a:lnTo>
                  <a:pt x="392" y="635"/>
                </a:lnTo>
                <a:lnTo>
                  <a:pt x="400" y="642"/>
                </a:lnTo>
                <a:lnTo>
                  <a:pt x="415" y="642"/>
                </a:lnTo>
                <a:lnTo>
                  <a:pt x="407" y="652"/>
                </a:lnTo>
                <a:lnTo>
                  <a:pt x="422" y="667"/>
                </a:lnTo>
                <a:lnTo>
                  <a:pt x="430" y="655"/>
                </a:lnTo>
                <a:lnTo>
                  <a:pt x="442" y="655"/>
                </a:lnTo>
                <a:lnTo>
                  <a:pt x="442" y="647"/>
                </a:lnTo>
                <a:lnTo>
                  <a:pt x="437" y="647"/>
                </a:lnTo>
                <a:lnTo>
                  <a:pt x="427" y="642"/>
                </a:lnTo>
                <a:lnTo>
                  <a:pt x="450" y="612"/>
                </a:lnTo>
                <a:lnTo>
                  <a:pt x="450" y="655"/>
                </a:lnTo>
                <a:lnTo>
                  <a:pt x="457" y="655"/>
                </a:lnTo>
                <a:lnTo>
                  <a:pt x="457" y="410"/>
                </a:lnTo>
                <a:lnTo>
                  <a:pt x="300" y="410"/>
                </a:lnTo>
              </a:path>
              <a:path w="2147" h="1380">
                <a:moveTo>
                  <a:pt x="195" y="405"/>
                </a:moveTo>
                <a:lnTo>
                  <a:pt x="250" y="362"/>
                </a:lnTo>
                <a:lnTo>
                  <a:pt x="305" y="280"/>
                </a:lnTo>
                <a:lnTo>
                  <a:pt x="372" y="240"/>
                </a:lnTo>
                <a:lnTo>
                  <a:pt x="440" y="287"/>
                </a:lnTo>
                <a:lnTo>
                  <a:pt x="447" y="325"/>
                </a:lnTo>
                <a:lnTo>
                  <a:pt x="432" y="325"/>
                </a:lnTo>
                <a:lnTo>
                  <a:pt x="405" y="320"/>
                </a:lnTo>
                <a:lnTo>
                  <a:pt x="440" y="362"/>
                </a:lnTo>
                <a:lnTo>
                  <a:pt x="582" y="307"/>
                </a:lnTo>
                <a:lnTo>
                  <a:pt x="562" y="267"/>
                </a:lnTo>
                <a:lnTo>
                  <a:pt x="625" y="197"/>
                </a:lnTo>
                <a:lnTo>
                  <a:pt x="665" y="197"/>
                </a:lnTo>
                <a:lnTo>
                  <a:pt x="625" y="222"/>
                </a:lnTo>
                <a:lnTo>
                  <a:pt x="595" y="272"/>
                </a:lnTo>
                <a:lnTo>
                  <a:pt x="595" y="307"/>
                </a:lnTo>
                <a:lnTo>
                  <a:pt x="652" y="345"/>
                </a:lnTo>
                <a:lnTo>
                  <a:pt x="735" y="237"/>
                </a:lnTo>
                <a:lnTo>
                  <a:pt x="1020" y="112"/>
                </a:lnTo>
                <a:lnTo>
                  <a:pt x="1020" y="40"/>
                </a:lnTo>
                <a:lnTo>
                  <a:pt x="1150" y="12"/>
                </a:lnTo>
                <a:lnTo>
                  <a:pt x="1225" y="50"/>
                </a:lnTo>
                <a:lnTo>
                  <a:pt x="1397" y="0"/>
                </a:lnTo>
                <a:lnTo>
                  <a:pt x="1452" y="25"/>
                </a:lnTo>
                <a:lnTo>
                  <a:pt x="1567" y="152"/>
                </a:lnTo>
                <a:lnTo>
                  <a:pt x="1700" y="127"/>
                </a:lnTo>
                <a:lnTo>
                  <a:pt x="1782" y="172"/>
                </a:lnTo>
                <a:lnTo>
                  <a:pt x="1990" y="162"/>
                </a:lnTo>
                <a:lnTo>
                  <a:pt x="2147" y="210"/>
                </a:lnTo>
                <a:lnTo>
                  <a:pt x="2132" y="280"/>
                </a:lnTo>
                <a:lnTo>
                  <a:pt x="2000" y="325"/>
                </a:lnTo>
                <a:lnTo>
                  <a:pt x="2022" y="370"/>
                </a:lnTo>
                <a:lnTo>
                  <a:pt x="1965" y="395"/>
                </a:lnTo>
                <a:lnTo>
                  <a:pt x="1962" y="485"/>
                </a:lnTo>
                <a:lnTo>
                  <a:pt x="1910" y="545"/>
                </a:lnTo>
                <a:lnTo>
                  <a:pt x="1890" y="490"/>
                </a:lnTo>
                <a:lnTo>
                  <a:pt x="1917" y="437"/>
                </a:lnTo>
                <a:lnTo>
                  <a:pt x="1912" y="330"/>
                </a:lnTo>
                <a:lnTo>
                  <a:pt x="1860" y="385"/>
                </a:lnTo>
                <a:lnTo>
                  <a:pt x="1820" y="415"/>
                </a:lnTo>
                <a:lnTo>
                  <a:pt x="1780" y="367"/>
                </a:lnTo>
                <a:lnTo>
                  <a:pt x="1752" y="490"/>
                </a:lnTo>
                <a:lnTo>
                  <a:pt x="1782" y="490"/>
                </a:lnTo>
                <a:lnTo>
                  <a:pt x="1775" y="570"/>
                </a:lnTo>
                <a:lnTo>
                  <a:pt x="1740" y="657"/>
                </a:lnTo>
                <a:lnTo>
                  <a:pt x="1695" y="690"/>
                </a:lnTo>
                <a:lnTo>
                  <a:pt x="1732" y="747"/>
                </a:lnTo>
                <a:lnTo>
                  <a:pt x="1707" y="787"/>
                </a:lnTo>
                <a:lnTo>
                  <a:pt x="1700" y="752"/>
                </a:lnTo>
                <a:lnTo>
                  <a:pt x="1700" y="740"/>
                </a:lnTo>
                <a:lnTo>
                  <a:pt x="1670" y="720"/>
                </a:lnTo>
                <a:lnTo>
                  <a:pt x="1625" y="747"/>
                </a:lnTo>
                <a:lnTo>
                  <a:pt x="1665" y="842"/>
                </a:lnTo>
                <a:lnTo>
                  <a:pt x="1680" y="890"/>
                </a:lnTo>
                <a:lnTo>
                  <a:pt x="1630" y="1020"/>
                </a:lnTo>
                <a:lnTo>
                  <a:pt x="1542" y="1057"/>
                </a:lnTo>
                <a:lnTo>
                  <a:pt x="1467" y="1050"/>
                </a:lnTo>
                <a:lnTo>
                  <a:pt x="1505" y="1105"/>
                </a:lnTo>
                <a:lnTo>
                  <a:pt x="1507" y="1180"/>
                </a:lnTo>
                <a:lnTo>
                  <a:pt x="1455" y="1267"/>
                </a:lnTo>
                <a:lnTo>
                  <a:pt x="1395" y="1220"/>
                </a:lnTo>
                <a:lnTo>
                  <a:pt x="1387" y="1270"/>
                </a:lnTo>
                <a:lnTo>
                  <a:pt x="1432" y="1315"/>
                </a:lnTo>
                <a:lnTo>
                  <a:pt x="1470" y="1380"/>
                </a:lnTo>
                <a:lnTo>
                  <a:pt x="1407" y="1340"/>
                </a:lnTo>
                <a:lnTo>
                  <a:pt x="1332" y="1122"/>
                </a:lnTo>
                <a:lnTo>
                  <a:pt x="1240" y="1065"/>
                </a:lnTo>
                <a:lnTo>
                  <a:pt x="1172" y="1070"/>
                </a:lnTo>
                <a:lnTo>
                  <a:pt x="1085" y="1192"/>
                </a:lnTo>
                <a:lnTo>
                  <a:pt x="1097" y="1237"/>
                </a:lnTo>
                <a:lnTo>
                  <a:pt x="1067" y="1325"/>
                </a:lnTo>
                <a:lnTo>
                  <a:pt x="1040" y="1325"/>
                </a:lnTo>
                <a:lnTo>
                  <a:pt x="940" y="1142"/>
                </a:lnTo>
                <a:lnTo>
                  <a:pt x="940" y="1062"/>
                </a:lnTo>
                <a:lnTo>
                  <a:pt x="920" y="1092"/>
                </a:lnTo>
                <a:lnTo>
                  <a:pt x="862" y="1090"/>
                </a:lnTo>
                <a:lnTo>
                  <a:pt x="885" y="1040"/>
                </a:lnTo>
                <a:lnTo>
                  <a:pt x="797" y="977"/>
                </a:lnTo>
                <a:lnTo>
                  <a:pt x="687" y="977"/>
                </a:lnTo>
                <a:lnTo>
                  <a:pt x="595" y="915"/>
                </a:lnTo>
                <a:lnTo>
                  <a:pt x="587" y="977"/>
                </a:lnTo>
                <a:lnTo>
                  <a:pt x="665" y="1035"/>
                </a:lnTo>
                <a:lnTo>
                  <a:pt x="692" y="1035"/>
                </a:lnTo>
                <a:lnTo>
                  <a:pt x="612" y="1112"/>
                </a:lnTo>
                <a:lnTo>
                  <a:pt x="535" y="1130"/>
                </a:lnTo>
                <a:lnTo>
                  <a:pt x="535" y="1085"/>
                </a:lnTo>
                <a:lnTo>
                  <a:pt x="422" y="930"/>
                </a:lnTo>
                <a:lnTo>
                  <a:pt x="407" y="887"/>
                </a:lnTo>
                <a:lnTo>
                  <a:pt x="467" y="837"/>
                </a:lnTo>
                <a:lnTo>
                  <a:pt x="460" y="775"/>
                </a:lnTo>
                <a:lnTo>
                  <a:pt x="460" y="705"/>
                </a:lnTo>
                <a:lnTo>
                  <a:pt x="492" y="690"/>
                </a:lnTo>
                <a:lnTo>
                  <a:pt x="460" y="657"/>
                </a:lnTo>
                <a:lnTo>
                  <a:pt x="460" y="405"/>
                </a:lnTo>
                <a:lnTo>
                  <a:pt x="302" y="405"/>
                </a:lnTo>
                <a:lnTo>
                  <a:pt x="347" y="345"/>
                </a:lnTo>
                <a:lnTo>
                  <a:pt x="345" y="325"/>
                </a:lnTo>
                <a:lnTo>
                  <a:pt x="292" y="375"/>
                </a:lnTo>
                <a:lnTo>
                  <a:pt x="275" y="405"/>
                </a:lnTo>
                <a:lnTo>
                  <a:pt x="195" y="405"/>
                </a:lnTo>
              </a:path>
              <a:path w="2147" h="1380">
                <a:moveTo>
                  <a:pt x="1847" y="565"/>
                </a:moveTo>
                <a:lnTo>
                  <a:pt x="1847" y="600"/>
                </a:lnTo>
                <a:lnTo>
                  <a:pt x="1832" y="622"/>
                </a:lnTo>
                <a:lnTo>
                  <a:pt x="1837" y="660"/>
                </a:lnTo>
                <a:lnTo>
                  <a:pt x="1817" y="710"/>
                </a:lnTo>
                <a:lnTo>
                  <a:pt x="1790" y="757"/>
                </a:lnTo>
                <a:lnTo>
                  <a:pt x="1747" y="787"/>
                </a:lnTo>
                <a:lnTo>
                  <a:pt x="1735" y="840"/>
                </a:lnTo>
                <a:lnTo>
                  <a:pt x="1752" y="845"/>
                </a:lnTo>
                <a:lnTo>
                  <a:pt x="1752" y="795"/>
                </a:lnTo>
                <a:lnTo>
                  <a:pt x="1812" y="792"/>
                </a:lnTo>
                <a:lnTo>
                  <a:pt x="1857" y="760"/>
                </a:lnTo>
                <a:lnTo>
                  <a:pt x="1857" y="692"/>
                </a:lnTo>
                <a:lnTo>
                  <a:pt x="1872" y="667"/>
                </a:lnTo>
                <a:lnTo>
                  <a:pt x="1850" y="625"/>
                </a:lnTo>
                <a:lnTo>
                  <a:pt x="1882" y="612"/>
                </a:lnTo>
                <a:lnTo>
                  <a:pt x="1902" y="577"/>
                </a:lnTo>
                <a:lnTo>
                  <a:pt x="1857" y="582"/>
                </a:lnTo>
                <a:lnTo>
                  <a:pt x="1847" y="5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0" name="path"/>
          <p:cNvSpPr/>
          <p:nvPr/>
        </p:nvSpPr>
        <p:spPr>
          <a:xfrm>
            <a:off x="8461375" y="5981700"/>
            <a:ext cx="25400" cy="30162"/>
          </a:xfrm>
          <a:custGeom>
            <a:avLst/>
            <a:gdLst/>
            <a:ahLst/>
            <a:cxnLst/>
            <a:rect l="0" t="0" r="0" b="0"/>
            <a:pathLst>
              <a:path w="40" h="47">
                <a:moveTo>
                  <a:pt x="20" y="40"/>
                </a:moveTo>
                <a:lnTo>
                  <a:pt x="5" y="32"/>
                </a:lnTo>
                <a:lnTo>
                  <a:pt x="5" y="25"/>
                </a:lnTo>
                <a:lnTo>
                  <a:pt x="5" y="20"/>
                </a:lnTo>
                <a:lnTo>
                  <a:pt x="2" y="12"/>
                </a:lnTo>
                <a:lnTo>
                  <a:pt x="0" y="0"/>
                </a:lnTo>
                <a:lnTo>
                  <a:pt x="5" y="0"/>
                </a:lnTo>
                <a:lnTo>
                  <a:pt x="20" y="5"/>
                </a:lnTo>
                <a:lnTo>
                  <a:pt x="27" y="5"/>
                </a:lnTo>
                <a:lnTo>
                  <a:pt x="30" y="5"/>
                </a:lnTo>
                <a:lnTo>
                  <a:pt x="40" y="0"/>
                </a:lnTo>
                <a:lnTo>
                  <a:pt x="40" y="20"/>
                </a:lnTo>
                <a:lnTo>
                  <a:pt x="35" y="25"/>
                </a:lnTo>
                <a:lnTo>
                  <a:pt x="30" y="32"/>
                </a:lnTo>
                <a:lnTo>
                  <a:pt x="30" y="40"/>
                </a:lnTo>
                <a:lnTo>
                  <a:pt x="27" y="40"/>
                </a:lnTo>
                <a:lnTo>
                  <a:pt x="27" y="47"/>
                </a:lnTo>
                <a:lnTo>
                  <a:pt x="20" y="4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picture 5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34" name="textbox 534"/>
          <p:cNvSpPr/>
          <p:nvPr/>
        </p:nvSpPr>
        <p:spPr>
          <a:xfrm>
            <a:off x="762203" y="555130"/>
            <a:ext cx="7497444" cy="32042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46355" algn="l" rtl="0" eaLnBrk="0">
              <a:lnSpc>
                <a:spcPct val="96000"/>
              </a:lnSpc>
            </a:pPr>
            <a:r>
              <a:rPr sz="4400" u="sng" kern="0" spc="-5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设备需求</a:t>
            </a:r>
            <a:endParaRPr lang="en-US" altLang="en-US" sz="4400" dirty="0"/>
          </a:p>
          <a:p>
            <a:pPr algn="l" rtl="0" eaLnBrk="0">
              <a:lnSpc>
                <a:spcPct val="125000"/>
              </a:lnSpc>
            </a:pPr>
            <a:endParaRPr lang="en-US" altLang="en-US" sz="10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marL="407035" indent="-394970" algn="l" rtl="0" eaLnBrk="0">
              <a:lnSpc>
                <a:spcPct val="123000"/>
              </a:lnSpc>
              <a:spcBef>
                <a:spcPts val="970"/>
              </a:spcBef>
            </a:pPr>
            <a:r>
              <a:rPr sz="23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3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台具有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个以上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10/100Mbit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/s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以太网点接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kern="0" spc="-1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口的路由器</a:t>
            </a:r>
            <a:endParaRPr lang="en-US" altLang="en-US" sz="3200" dirty="0"/>
          </a:p>
          <a:p>
            <a:pPr algn="l" rtl="0" eaLnBrk="0">
              <a:lnSpc>
                <a:spcPct val="158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800" dirty="0"/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2300" kern="0" spc="-1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台装有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Windows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系列操作系统和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XSh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ell</a:t>
            </a:r>
            <a:endParaRPr lang="en-US" altLang="en-US" sz="3200" dirty="0"/>
          </a:p>
        </p:txBody>
      </p:sp>
      <p:sp>
        <p:nvSpPr>
          <p:cNvPr id="536" name="textbox 536"/>
          <p:cNvSpPr/>
          <p:nvPr/>
        </p:nvSpPr>
        <p:spPr>
          <a:xfrm>
            <a:off x="762203" y="3995027"/>
            <a:ext cx="4780279" cy="21532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350520" algn="l" rtl="0" eaLnBrk="0">
              <a:lnSpc>
                <a:spcPct val="95000"/>
              </a:lnSpc>
            </a:pP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软件的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endParaRPr lang="en-US" altLang="en-US" sz="3200" dirty="0"/>
          </a:p>
          <a:p>
            <a:pPr algn="l" rtl="0" eaLnBrk="0">
              <a:lnSpc>
                <a:spcPct val="16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6000"/>
              </a:lnSpc>
              <a:spcBef>
                <a:spcPts val="960"/>
              </a:spcBef>
            </a:pPr>
            <a:r>
              <a:rPr sz="2300" kern="0" spc="-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30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条双绞线跳线</a:t>
            </a:r>
            <a:endParaRPr lang="en-US" altLang="en-US" sz="3200" dirty="0"/>
          </a:p>
          <a:p>
            <a:pPr algn="l" rtl="0" eaLnBrk="0">
              <a:lnSpc>
                <a:spcPct val="156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2300" kern="0" spc="-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1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条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电缆及转接器</a:t>
            </a:r>
            <a:endParaRPr lang="en-US" altLang="en-US" sz="3200" dirty="0"/>
          </a:p>
        </p:txBody>
      </p:sp>
      <p:pic>
        <p:nvPicPr>
          <p:cNvPr id="538" name="picture 5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361471"/>
            <a:ext cx="1887537" cy="2086953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542" name="picture 5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544" name="textbox 544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28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picture 5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48" name="textbox 548"/>
          <p:cNvSpPr/>
          <p:nvPr/>
        </p:nvSpPr>
        <p:spPr>
          <a:xfrm>
            <a:off x="441477" y="555130"/>
            <a:ext cx="7732394" cy="37414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364490" algn="l" rtl="0" eaLnBrk="0">
              <a:lnSpc>
                <a:spcPct val="95000"/>
              </a:lnSpc>
            </a:pPr>
            <a:r>
              <a:rPr sz="4400" u="sng" kern="0" spc="-5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线缆连接</a:t>
            </a:r>
            <a:endParaRPr lang="en-US" altLang="en-US" sz="4400" dirty="0"/>
          </a:p>
          <a:p>
            <a:pPr algn="l" rtl="0" eaLnBrk="0">
              <a:lnSpc>
                <a:spcPct val="196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100000"/>
              </a:lnSpc>
              <a:spcBef>
                <a:spcPts val="700"/>
              </a:spcBef>
            </a:pPr>
            <a:r>
              <a:rPr sz="17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2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300" kern="0" spc="1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300" kern="0" spc="1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电缆连接到</a:t>
            </a:r>
            <a:r>
              <a:rPr sz="2300" b="1" kern="0" spc="1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1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Consolo</a:t>
            </a:r>
            <a:r>
              <a:rPr sz="2300" kern="0" spc="1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sz="2300" kern="0" spc="13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</a:t>
            </a:r>
            <a:endParaRPr lang="en-US" altLang="en-US" sz="23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marL="349250" indent="-336550" algn="l" rtl="0" eaLnBrk="0">
              <a:lnSpc>
                <a:spcPct val="128000"/>
              </a:lnSpc>
              <a:spcBef>
                <a:spcPts val="700"/>
              </a:spcBef>
            </a:pPr>
            <a:r>
              <a:rPr sz="1700" kern="0" spc="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25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根双绞线跳线连接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器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H3C-R1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E0/1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H3C-R2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E0/0</a:t>
            </a:r>
            <a:r>
              <a:rPr sz="2300" kern="0" spc="6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</a:t>
            </a:r>
            <a:endParaRPr lang="en-US" altLang="en-US" sz="23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algn="l" rtl="0" eaLnBrk="0">
              <a:lnSpc>
                <a:spcPct val="115000"/>
              </a:lnSpc>
            </a:pPr>
            <a:endParaRPr lang="en-US" altLang="en-US" sz="500" dirty="0"/>
          </a:p>
          <a:p>
            <a:pPr marL="342265" indent="-329565" algn="l" rtl="0" eaLnBrk="0">
              <a:lnSpc>
                <a:spcPct val="128000"/>
              </a:lnSpc>
              <a:spcBef>
                <a:spcPts val="0"/>
              </a:spcBef>
            </a:pPr>
            <a:r>
              <a:rPr sz="1700" kern="0" spc="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1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根双绞线跳线把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接口连接到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9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H3C-R1</a:t>
            </a:r>
            <a:r>
              <a:rPr sz="2300" kern="0" spc="6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300" b="1" kern="0" spc="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E0/0</a:t>
            </a:r>
            <a:r>
              <a:rPr sz="2300" kern="0" spc="6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</a:t>
            </a:r>
            <a:endParaRPr lang="en-US" altLang="en-US" sz="2300" dirty="0"/>
          </a:p>
        </p:txBody>
      </p:sp>
      <p:pic>
        <p:nvPicPr>
          <p:cNvPr id="550" name="picture 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429125"/>
            <a:ext cx="1887537" cy="2019300"/>
          </a:xfrm>
          <a:prstGeom prst="rect">
            <a:avLst/>
          </a:prstGeom>
        </p:spPr>
      </p:pic>
      <p:pic>
        <p:nvPicPr>
          <p:cNvPr id="552" name="picture 5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sp>
        <p:nvSpPr>
          <p:cNvPr id="554" name="textbox 554"/>
          <p:cNvSpPr/>
          <p:nvPr/>
        </p:nvSpPr>
        <p:spPr>
          <a:xfrm>
            <a:off x="435261" y="4501858"/>
            <a:ext cx="7917180" cy="3054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2000"/>
              </a:lnSpc>
            </a:pPr>
            <a:r>
              <a:rPr sz="2000" kern="0" spc="0" dirty="0">
                <a:ln w="7282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备注：</a:t>
            </a:r>
            <a:r>
              <a:rPr sz="20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e—ethern</a:t>
            </a:r>
            <a:r>
              <a:rPr sz="2000" b="1" kern="0" spc="-1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et 0—slot</a:t>
            </a:r>
            <a:r>
              <a:rPr sz="2000" b="1" kern="0" spc="13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kern="0" spc="-1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1—port</a:t>
            </a:r>
            <a:r>
              <a:rPr sz="2000" b="1" kern="0" spc="22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-10" dirty="0">
                <a:ln w="7282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，即第一个数字解释哪个板卡（卡</a:t>
            </a:r>
            <a:r>
              <a:rPr sz="2000" kern="0" spc="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en-US" altLang="en-US" sz="2000" dirty="0"/>
          </a:p>
        </p:txBody>
      </p:sp>
      <p:pic>
        <p:nvPicPr>
          <p:cNvPr id="556" name="picture 5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57610" y="4556734"/>
            <a:ext cx="79806" cy="124193"/>
          </a:xfrm>
          <a:prstGeom prst="rect">
            <a:avLst/>
          </a:prstGeom>
        </p:spPr>
      </p:pic>
      <p:sp>
        <p:nvSpPr>
          <p:cNvPr id="558" name="textbox 558"/>
          <p:cNvSpPr/>
          <p:nvPr/>
        </p:nvSpPr>
        <p:spPr>
          <a:xfrm>
            <a:off x="774087" y="4960328"/>
            <a:ext cx="4064000" cy="3155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algn="r" rtl="0" eaLnBrk="0">
              <a:lnSpc>
                <a:spcPct val="95000"/>
              </a:lnSpc>
            </a:pPr>
            <a:r>
              <a:rPr sz="2000" kern="0" spc="-100" dirty="0">
                <a:ln w="7282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槽</a:t>
            </a:r>
            <a:r>
              <a:rPr sz="2000" kern="0" spc="90" dirty="0">
                <a:ln w="7282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sz="2000" kern="0" spc="-100" dirty="0">
                <a:ln w="7282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第二个数字是板卡上的端口。</a:t>
            </a:r>
            <a:endParaRPr lang="en-US" altLang="en-US" sz="2000" dirty="0"/>
          </a:p>
        </p:txBody>
      </p:sp>
      <p:pic>
        <p:nvPicPr>
          <p:cNvPr id="560" name="picture 5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562" name="textbox 562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29</a:t>
            </a:r>
            <a:endParaRPr lang="en-US" altLang="en-US" sz="1400" dirty="0"/>
          </a:p>
        </p:txBody>
      </p:sp>
      <p:sp>
        <p:nvSpPr>
          <p:cNvPr id="564" name="path"/>
          <p:cNvSpPr/>
          <p:nvPr/>
        </p:nvSpPr>
        <p:spPr>
          <a:xfrm>
            <a:off x="7077075" y="5008562"/>
            <a:ext cx="512762" cy="903287"/>
          </a:xfrm>
          <a:custGeom>
            <a:avLst/>
            <a:gdLst/>
            <a:ahLst/>
            <a:cxnLst/>
            <a:rect l="0" t="0" r="0" b="0"/>
            <a:pathLst>
              <a:path w="807" h="1422">
                <a:moveTo>
                  <a:pt x="352" y="320"/>
                </a:moveTo>
                <a:lnTo>
                  <a:pt x="352" y="360"/>
                </a:lnTo>
                <a:lnTo>
                  <a:pt x="352" y="335"/>
                </a:lnTo>
                <a:lnTo>
                  <a:pt x="352" y="320"/>
                </a:lnTo>
              </a:path>
              <a:path w="807" h="1422">
                <a:moveTo>
                  <a:pt x="395" y="375"/>
                </a:moveTo>
                <a:lnTo>
                  <a:pt x="435" y="375"/>
                </a:lnTo>
                <a:lnTo>
                  <a:pt x="435" y="415"/>
                </a:lnTo>
                <a:lnTo>
                  <a:pt x="395" y="375"/>
                </a:lnTo>
              </a:path>
              <a:path w="807" h="1422">
                <a:moveTo>
                  <a:pt x="630" y="300"/>
                </a:moveTo>
                <a:lnTo>
                  <a:pt x="595" y="300"/>
                </a:lnTo>
                <a:lnTo>
                  <a:pt x="575" y="322"/>
                </a:lnTo>
                <a:lnTo>
                  <a:pt x="562" y="322"/>
                </a:lnTo>
                <a:lnTo>
                  <a:pt x="552" y="332"/>
                </a:lnTo>
                <a:lnTo>
                  <a:pt x="540" y="332"/>
                </a:lnTo>
                <a:lnTo>
                  <a:pt x="540" y="362"/>
                </a:lnTo>
                <a:lnTo>
                  <a:pt x="560" y="385"/>
                </a:lnTo>
                <a:lnTo>
                  <a:pt x="612" y="385"/>
                </a:lnTo>
                <a:lnTo>
                  <a:pt x="630" y="362"/>
                </a:lnTo>
                <a:lnTo>
                  <a:pt x="630" y="300"/>
                </a:lnTo>
              </a:path>
              <a:path w="807" h="1422">
                <a:moveTo>
                  <a:pt x="190" y="370"/>
                </a:moveTo>
                <a:lnTo>
                  <a:pt x="177" y="397"/>
                </a:lnTo>
                <a:lnTo>
                  <a:pt x="112" y="452"/>
                </a:lnTo>
                <a:lnTo>
                  <a:pt x="100" y="502"/>
                </a:lnTo>
                <a:lnTo>
                  <a:pt x="52" y="540"/>
                </a:lnTo>
                <a:lnTo>
                  <a:pt x="20" y="610"/>
                </a:lnTo>
                <a:lnTo>
                  <a:pt x="20" y="655"/>
                </a:lnTo>
                <a:lnTo>
                  <a:pt x="0" y="730"/>
                </a:lnTo>
                <a:lnTo>
                  <a:pt x="27" y="762"/>
                </a:lnTo>
                <a:lnTo>
                  <a:pt x="100" y="857"/>
                </a:lnTo>
                <a:lnTo>
                  <a:pt x="120" y="845"/>
                </a:lnTo>
                <a:lnTo>
                  <a:pt x="247" y="845"/>
                </a:lnTo>
                <a:lnTo>
                  <a:pt x="307" y="867"/>
                </a:lnTo>
                <a:lnTo>
                  <a:pt x="302" y="942"/>
                </a:lnTo>
                <a:lnTo>
                  <a:pt x="345" y="1040"/>
                </a:lnTo>
                <a:lnTo>
                  <a:pt x="342" y="1067"/>
                </a:lnTo>
                <a:lnTo>
                  <a:pt x="360" y="1097"/>
                </a:lnTo>
                <a:lnTo>
                  <a:pt x="332" y="1167"/>
                </a:lnTo>
                <a:lnTo>
                  <a:pt x="365" y="1255"/>
                </a:lnTo>
                <a:lnTo>
                  <a:pt x="382" y="1325"/>
                </a:lnTo>
                <a:lnTo>
                  <a:pt x="405" y="1367"/>
                </a:lnTo>
                <a:lnTo>
                  <a:pt x="427" y="1422"/>
                </a:lnTo>
                <a:lnTo>
                  <a:pt x="470" y="1415"/>
                </a:lnTo>
                <a:lnTo>
                  <a:pt x="540" y="1375"/>
                </a:lnTo>
                <a:lnTo>
                  <a:pt x="572" y="1325"/>
                </a:lnTo>
                <a:lnTo>
                  <a:pt x="570" y="1292"/>
                </a:lnTo>
                <a:lnTo>
                  <a:pt x="612" y="1267"/>
                </a:lnTo>
                <a:lnTo>
                  <a:pt x="605" y="1220"/>
                </a:lnTo>
                <a:lnTo>
                  <a:pt x="667" y="1145"/>
                </a:lnTo>
                <a:lnTo>
                  <a:pt x="677" y="1082"/>
                </a:lnTo>
                <a:lnTo>
                  <a:pt x="660" y="1062"/>
                </a:lnTo>
                <a:lnTo>
                  <a:pt x="667" y="1037"/>
                </a:lnTo>
                <a:lnTo>
                  <a:pt x="652" y="1015"/>
                </a:lnTo>
                <a:lnTo>
                  <a:pt x="700" y="955"/>
                </a:lnTo>
                <a:lnTo>
                  <a:pt x="700" y="925"/>
                </a:lnTo>
                <a:lnTo>
                  <a:pt x="765" y="875"/>
                </a:lnTo>
                <a:lnTo>
                  <a:pt x="807" y="740"/>
                </a:lnTo>
                <a:lnTo>
                  <a:pt x="747" y="775"/>
                </a:lnTo>
                <a:lnTo>
                  <a:pt x="695" y="760"/>
                </a:lnTo>
                <a:lnTo>
                  <a:pt x="702" y="727"/>
                </a:lnTo>
                <a:lnTo>
                  <a:pt x="650" y="692"/>
                </a:lnTo>
                <a:lnTo>
                  <a:pt x="625" y="605"/>
                </a:lnTo>
                <a:lnTo>
                  <a:pt x="575" y="535"/>
                </a:lnTo>
                <a:lnTo>
                  <a:pt x="575" y="487"/>
                </a:lnTo>
                <a:lnTo>
                  <a:pt x="547" y="485"/>
                </a:lnTo>
                <a:lnTo>
                  <a:pt x="530" y="492"/>
                </a:lnTo>
                <a:lnTo>
                  <a:pt x="455" y="465"/>
                </a:lnTo>
                <a:lnTo>
                  <a:pt x="435" y="485"/>
                </a:lnTo>
                <a:lnTo>
                  <a:pt x="417" y="510"/>
                </a:lnTo>
                <a:lnTo>
                  <a:pt x="377" y="465"/>
                </a:lnTo>
                <a:lnTo>
                  <a:pt x="337" y="452"/>
                </a:lnTo>
                <a:lnTo>
                  <a:pt x="335" y="395"/>
                </a:lnTo>
                <a:lnTo>
                  <a:pt x="277" y="405"/>
                </a:lnTo>
                <a:lnTo>
                  <a:pt x="240" y="392"/>
                </a:lnTo>
                <a:lnTo>
                  <a:pt x="190" y="370"/>
                </a:lnTo>
              </a:path>
              <a:path w="807" h="1422">
                <a:moveTo>
                  <a:pt x="320" y="120"/>
                </a:moveTo>
                <a:lnTo>
                  <a:pt x="300" y="107"/>
                </a:lnTo>
                <a:lnTo>
                  <a:pt x="300" y="55"/>
                </a:lnTo>
                <a:lnTo>
                  <a:pt x="310" y="42"/>
                </a:lnTo>
                <a:lnTo>
                  <a:pt x="292" y="42"/>
                </a:lnTo>
                <a:lnTo>
                  <a:pt x="302" y="30"/>
                </a:lnTo>
                <a:lnTo>
                  <a:pt x="290" y="30"/>
                </a:lnTo>
                <a:lnTo>
                  <a:pt x="275" y="45"/>
                </a:lnTo>
                <a:lnTo>
                  <a:pt x="275" y="77"/>
                </a:lnTo>
                <a:lnTo>
                  <a:pt x="282" y="85"/>
                </a:lnTo>
                <a:lnTo>
                  <a:pt x="282" y="100"/>
                </a:lnTo>
                <a:lnTo>
                  <a:pt x="277" y="100"/>
                </a:lnTo>
                <a:lnTo>
                  <a:pt x="265" y="112"/>
                </a:lnTo>
                <a:lnTo>
                  <a:pt x="265" y="125"/>
                </a:lnTo>
                <a:lnTo>
                  <a:pt x="250" y="147"/>
                </a:lnTo>
                <a:lnTo>
                  <a:pt x="302" y="147"/>
                </a:lnTo>
                <a:lnTo>
                  <a:pt x="320" y="120"/>
                </a:lnTo>
              </a:path>
              <a:path w="807" h="1422">
                <a:moveTo>
                  <a:pt x="260" y="82"/>
                </a:moveTo>
                <a:lnTo>
                  <a:pt x="267" y="82"/>
                </a:lnTo>
                <a:lnTo>
                  <a:pt x="267" y="70"/>
                </a:lnTo>
                <a:lnTo>
                  <a:pt x="252" y="70"/>
                </a:lnTo>
                <a:lnTo>
                  <a:pt x="227" y="95"/>
                </a:lnTo>
                <a:lnTo>
                  <a:pt x="227" y="110"/>
                </a:lnTo>
                <a:lnTo>
                  <a:pt x="250" y="110"/>
                </a:lnTo>
                <a:lnTo>
                  <a:pt x="260" y="97"/>
                </a:lnTo>
                <a:lnTo>
                  <a:pt x="260" y="82"/>
                </a:lnTo>
              </a:path>
              <a:path w="807" h="1422">
                <a:moveTo>
                  <a:pt x="472" y="0"/>
                </a:moveTo>
                <a:lnTo>
                  <a:pt x="472" y="25"/>
                </a:lnTo>
                <a:lnTo>
                  <a:pt x="482" y="35"/>
                </a:lnTo>
                <a:lnTo>
                  <a:pt x="532" y="35"/>
                </a:lnTo>
                <a:lnTo>
                  <a:pt x="532" y="50"/>
                </a:lnTo>
                <a:lnTo>
                  <a:pt x="495" y="50"/>
                </a:lnTo>
                <a:lnTo>
                  <a:pt x="495" y="92"/>
                </a:lnTo>
                <a:lnTo>
                  <a:pt x="480" y="72"/>
                </a:lnTo>
                <a:lnTo>
                  <a:pt x="480" y="100"/>
                </a:lnTo>
                <a:lnTo>
                  <a:pt x="457" y="125"/>
                </a:lnTo>
                <a:lnTo>
                  <a:pt x="445" y="110"/>
                </a:lnTo>
                <a:lnTo>
                  <a:pt x="422" y="127"/>
                </a:lnTo>
                <a:lnTo>
                  <a:pt x="420" y="122"/>
                </a:lnTo>
                <a:lnTo>
                  <a:pt x="392" y="122"/>
                </a:lnTo>
                <a:lnTo>
                  <a:pt x="407" y="105"/>
                </a:lnTo>
                <a:lnTo>
                  <a:pt x="407" y="97"/>
                </a:lnTo>
                <a:lnTo>
                  <a:pt x="392" y="85"/>
                </a:lnTo>
                <a:lnTo>
                  <a:pt x="392" y="65"/>
                </a:lnTo>
                <a:lnTo>
                  <a:pt x="375" y="85"/>
                </a:lnTo>
                <a:lnTo>
                  <a:pt x="375" y="122"/>
                </a:lnTo>
                <a:lnTo>
                  <a:pt x="355" y="122"/>
                </a:lnTo>
                <a:lnTo>
                  <a:pt x="327" y="150"/>
                </a:lnTo>
                <a:lnTo>
                  <a:pt x="317" y="150"/>
                </a:lnTo>
                <a:lnTo>
                  <a:pt x="302" y="167"/>
                </a:lnTo>
                <a:lnTo>
                  <a:pt x="247" y="167"/>
                </a:lnTo>
                <a:lnTo>
                  <a:pt x="267" y="192"/>
                </a:lnTo>
                <a:lnTo>
                  <a:pt x="267" y="232"/>
                </a:lnTo>
                <a:lnTo>
                  <a:pt x="247" y="255"/>
                </a:lnTo>
                <a:lnTo>
                  <a:pt x="227" y="232"/>
                </a:lnTo>
                <a:lnTo>
                  <a:pt x="185" y="232"/>
                </a:lnTo>
                <a:lnTo>
                  <a:pt x="185" y="260"/>
                </a:lnTo>
                <a:lnTo>
                  <a:pt x="172" y="277"/>
                </a:lnTo>
                <a:lnTo>
                  <a:pt x="172" y="315"/>
                </a:lnTo>
                <a:lnTo>
                  <a:pt x="197" y="345"/>
                </a:lnTo>
                <a:lnTo>
                  <a:pt x="237" y="345"/>
                </a:lnTo>
                <a:lnTo>
                  <a:pt x="297" y="272"/>
                </a:lnTo>
                <a:lnTo>
                  <a:pt x="352" y="272"/>
                </a:lnTo>
                <a:lnTo>
                  <a:pt x="360" y="257"/>
                </a:lnTo>
                <a:lnTo>
                  <a:pt x="372" y="272"/>
                </a:lnTo>
                <a:lnTo>
                  <a:pt x="370" y="287"/>
                </a:lnTo>
                <a:lnTo>
                  <a:pt x="420" y="337"/>
                </a:lnTo>
                <a:lnTo>
                  <a:pt x="420" y="357"/>
                </a:lnTo>
                <a:lnTo>
                  <a:pt x="432" y="350"/>
                </a:lnTo>
                <a:lnTo>
                  <a:pt x="425" y="337"/>
                </a:lnTo>
                <a:lnTo>
                  <a:pt x="432" y="330"/>
                </a:lnTo>
                <a:lnTo>
                  <a:pt x="440" y="337"/>
                </a:lnTo>
                <a:lnTo>
                  <a:pt x="445" y="335"/>
                </a:lnTo>
                <a:lnTo>
                  <a:pt x="392" y="270"/>
                </a:lnTo>
                <a:lnTo>
                  <a:pt x="392" y="247"/>
                </a:lnTo>
                <a:lnTo>
                  <a:pt x="407" y="247"/>
                </a:lnTo>
                <a:lnTo>
                  <a:pt x="407" y="260"/>
                </a:lnTo>
                <a:lnTo>
                  <a:pt x="457" y="317"/>
                </a:lnTo>
                <a:lnTo>
                  <a:pt x="457" y="335"/>
                </a:lnTo>
                <a:lnTo>
                  <a:pt x="480" y="360"/>
                </a:lnTo>
                <a:lnTo>
                  <a:pt x="475" y="365"/>
                </a:lnTo>
                <a:lnTo>
                  <a:pt x="490" y="385"/>
                </a:lnTo>
                <a:lnTo>
                  <a:pt x="515" y="357"/>
                </a:lnTo>
                <a:lnTo>
                  <a:pt x="500" y="340"/>
                </a:lnTo>
                <a:lnTo>
                  <a:pt x="515" y="325"/>
                </a:lnTo>
                <a:lnTo>
                  <a:pt x="532" y="325"/>
                </a:lnTo>
                <a:lnTo>
                  <a:pt x="542" y="315"/>
                </a:lnTo>
                <a:lnTo>
                  <a:pt x="555" y="315"/>
                </a:lnTo>
                <a:lnTo>
                  <a:pt x="540" y="292"/>
                </a:lnTo>
                <a:lnTo>
                  <a:pt x="547" y="282"/>
                </a:lnTo>
                <a:lnTo>
                  <a:pt x="547" y="245"/>
                </a:lnTo>
                <a:lnTo>
                  <a:pt x="565" y="225"/>
                </a:lnTo>
                <a:lnTo>
                  <a:pt x="572" y="232"/>
                </a:lnTo>
                <a:lnTo>
                  <a:pt x="587" y="232"/>
                </a:lnTo>
                <a:lnTo>
                  <a:pt x="580" y="242"/>
                </a:lnTo>
                <a:lnTo>
                  <a:pt x="595" y="257"/>
                </a:lnTo>
                <a:lnTo>
                  <a:pt x="602" y="245"/>
                </a:lnTo>
                <a:lnTo>
                  <a:pt x="615" y="245"/>
                </a:lnTo>
                <a:lnTo>
                  <a:pt x="615" y="237"/>
                </a:lnTo>
                <a:lnTo>
                  <a:pt x="610" y="237"/>
                </a:lnTo>
                <a:lnTo>
                  <a:pt x="600" y="232"/>
                </a:lnTo>
                <a:lnTo>
                  <a:pt x="622" y="202"/>
                </a:lnTo>
                <a:lnTo>
                  <a:pt x="622" y="245"/>
                </a:lnTo>
                <a:lnTo>
                  <a:pt x="630" y="245"/>
                </a:lnTo>
                <a:lnTo>
                  <a:pt x="630" y="0"/>
                </a:lnTo>
                <a:lnTo>
                  <a:pt x="472" y="0"/>
                </a:lnTo>
              </a:path>
              <a:path w="807" h="1422">
                <a:moveTo>
                  <a:pt x="707" y="1145"/>
                </a:moveTo>
                <a:lnTo>
                  <a:pt x="725" y="1130"/>
                </a:lnTo>
                <a:lnTo>
                  <a:pt x="737" y="1080"/>
                </a:lnTo>
                <a:lnTo>
                  <a:pt x="747" y="1155"/>
                </a:lnTo>
                <a:lnTo>
                  <a:pt x="732" y="1247"/>
                </a:lnTo>
                <a:lnTo>
                  <a:pt x="702" y="1267"/>
                </a:lnTo>
                <a:lnTo>
                  <a:pt x="702" y="1222"/>
                </a:lnTo>
                <a:lnTo>
                  <a:pt x="710" y="1192"/>
                </a:lnTo>
                <a:lnTo>
                  <a:pt x="707" y="114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6" name="path"/>
          <p:cNvSpPr/>
          <p:nvPr/>
        </p:nvSpPr>
        <p:spPr>
          <a:xfrm>
            <a:off x="8047037" y="5549900"/>
            <a:ext cx="466725" cy="417512"/>
          </a:xfrm>
          <a:custGeom>
            <a:avLst/>
            <a:gdLst/>
            <a:ahLst/>
            <a:cxnLst/>
            <a:rect l="0" t="0" r="0" b="0"/>
            <a:pathLst>
              <a:path w="735" h="657">
                <a:moveTo>
                  <a:pt x="187" y="85"/>
                </a:moveTo>
                <a:lnTo>
                  <a:pt x="230" y="85"/>
                </a:lnTo>
                <a:lnTo>
                  <a:pt x="280" y="0"/>
                </a:lnTo>
                <a:lnTo>
                  <a:pt x="307" y="50"/>
                </a:lnTo>
                <a:lnTo>
                  <a:pt x="285" y="172"/>
                </a:lnTo>
                <a:lnTo>
                  <a:pt x="195" y="142"/>
                </a:lnTo>
                <a:lnTo>
                  <a:pt x="187" y="85"/>
                </a:lnTo>
              </a:path>
              <a:path w="735" h="657">
                <a:moveTo>
                  <a:pt x="442" y="105"/>
                </a:moveTo>
                <a:lnTo>
                  <a:pt x="430" y="67"/>
                </a:lnTo>
                <a:lnTo>
                  <a:pt x="497" y="82"/>
                </a:lnTo>
                <a:lnTo>
                  <a:pt x="597" y="122"/>
                </a:lnTo>
                <a:lnTo>
                  <a:pt x="597" y="152"/>
                </a:lnTo>
                <a:lnTo>
                  <a:pt x="637" y="232"/>
                </a:lnTo>
                <a:lnTo>
                  <a:pt x="560" y="157"/>
                </a:lnTo>
                <a:lnTo>
                  <a:pt x="507" y="162"/>
                </a:lnTo>
                <a:lnTo>
                  <a:pt x="442" y="105"/>
                </a:lnTo>
              </a:path>
              <a:path w="735" h="657">
                <a:moveTo>
                  <a:pt x="0" y="122"/>
                </a:moveTo>
                <a:lnTo>
                  <a:pt x="57" y="135"/>
                </a:lnTo>
                <a:lnTo>
                  <a:pt x="145" y="195"/>
                </a:lnTo>
                <a:lnTo>
                  <a:pt x="132" y="230"/>
                </a:lnTo>
                <a:lnTo>
                  <a:pt x="205" y="260"/>
                </a:lnTo>
                <a:lnTo>
                  <a:pt x="392" y="260"/>
                </a:lnTo>
                <a:lnTo>
                  <a:pt x="187" y="290"/>
                </a:lnTo>
                <a:lnTo>
                  <a:pt x="132" y="230"/>
                </a:lnTo>
                <a:lnTo>
                  <a:pt x="80" y="217"/>
                </a:lnTo>
                <a:lnTo>
                  <a:pt x="0" y="122"/>
                </a:lnTo>
              </a:path>
              <a:path w="735" h="657">
                <a:moveTo>
                  <a:pt x="665" y="647"/>
                </a:moveTo>
                <a:lnTo>
                  <a:pt x="652" y="650"/>
                </a:lnTo>
                <a:lnTo>
                  <a:pt x="645" y="657"/>
                </a:lnTo>
                <a:lnTo>
                  <a:pt x="632" y="642"/>
                </a:lnTo>
                <a:lnTo>
                  <a:pt x="595" y="625"/>
                </a:lnTo>
                <a:lnTo>
                  <a:pt x="590" y="597"/>
                </a:lnTo>
                <a:lnTo>
                  <a:pt x="577" y="587"/>
                </a:lnTo>
                <a:lnTo>
                  <a:pt x="545" y="587"/>
                </a:lnTo>
                <a:lnTo>
                  <a:pt x="545" y="567"/>
                </a:lnTo>
                <a:lnTo>
                  <a:pt x="535" y="560"/>
                </a:lnTo>
                <a:lnTo>
                  <a:pt x="532" y="542"/>
                </a:lnTo>
                <a:lnTo>
                  <a:pt x="510" y="540"/>
                </a:lnTo>
                <a:lnTo>
                  <a:pt x="490" y="535"/>
                </a:lnTo>
                <a:lnTo>
                  <a:pt x="470" y="540"/>
                </a:lnTo>
                <a:lnTo>
                  <a:pt x="470" y="542"/>
                </a:lnTo>
                <a:lnTo>
                  <a:pt x="425" y="557"/>
                </a:lnTo>
                <a:lnTo>
                  <a:pt x="425" y="565"/>
                </a:lnTo>
                <a:lnTo>
                  <a:pt x="385" y="565"/>
                </a:lnTo>
                <a:lnTo>
                  <a:pt x="365" y="577"/>
                </a:lnTo>
                <a:lnTo>
                  <a:pt x="340" y="565"/>
                </a:lnTo>
                <a:lnTo>
                  <a:pt x="340" y="560"/>
                </a:lnTo>
                <a:lnTo>
                  <a:pt x="340" y="535"/>
                </a:lnTo>
                <a:lnTo>
                  <a:pt x="332" y="510"/>
                </a:lnTo>
                <a:lnTo>
                  <a:pt x="322" y="490"/>
                </a:lnTo>
                <a:lnTo>
                  <a:pt x="327" y="472"/>
                </a:lnTo>
                <a:lnTo>
                  <a:pt x="320" y="465"/>
                </a:lnTo>
                <a:lnTo>
                  <a:pt x="315" y="427"/>
                </a:lnTo>
                <a:lnTo>
                  <a:pt x="320" y="402"/>
                </a:lnTo>
                <a:lnTo>
                  <a:pt x="342" y="382"/>
                </a:lnTo>
                <a:lnTo>
                  <a:pt x="392" y="370"/>
                </a:lnTo>
                <a:lnTo>
                  <a:pt x="405" y="352"/>
                </a:lnTo>
                <a:lnTo>
                  <a:pt x="400" y="335"/>
                </a:lnTo>
                <a:lnTo>
                  <a:pt x="412" y="330"/>
                </a:lnTo>
                <a:lnTo>
                  <a:pt x="415" y="337"/>
                </a:lnTo>
                <a:lnTo>
                  <a:pt x="420" y="325"/>
                </a:lnTo>
                <a:lnTo>
                  <a:pt x="452" y="300"/>
                </a:lnTo>
                <a:lnTo>
                  <a:pt x="470" y="312"/>
                </a:lnTo>
                <a:lnTo>
                  <a:pt x="490" y="305"/>
                </a:lnTo>
                <a:lnTo>
                  <a:pt x="495" y="285"/>
                </a:lnTo>
                <a:lnTo>
                  <a:pt x="515" y="280"/>
                </a:lnTo>
                <a:lnTo>
                  <a:pt x="510" y="265"/>
                </a:lnTo>
                <a:lnTo>
                  <a:pt x="537" y="275"/>
                </a:lnTo>
                <a:lnTo>
                  <a:pt x="560" y="270"/>
                </a:lnTo>
                <a:lnTo>
                  <a:pt x="572" y="322"/>
                </a:lnTo>
                <a:lnTo>
                  <a:pt x="590" y="337"/>
                </a:lnTo>
                <a:lnTo>
                  <a:pt x="605" y="337"/>
                </a:lnTo>
                <a:lnTo>
                  <a:pt x="612" y="305"/>
                </a:lnTo>
                <a:lnTo>
                  <a:pt x="607" y="290"/>
                </a:lnTo>
                <a:lnTo>
                  <a:pt x="612" y="265"/>
                </a:lnTo>
                <a:lnTo>
                  <a:pt x="620" y="262"/>
                </a:lnTo>
                <a:lnTo>
                  <a:pt x="632" y="292"/>
                </a:lnTo>
                <a:lnTo>
                  <a:pt x="645" y="300"/>
                </a:lnTo>
                <a:lnTo>
                  <a:pt x="652" y="330"/>
                </a:lnTo>
                <a:lnTo>
                  <a:pt x="665" y="370"/>
                </a:lnTo>
                <a:lnTo>
                  <a:pt x="682" y="380"/>
                </a:lnTo>
                <a:lnTo>
                  <a:pt x="705" y="410"/>
                </a:lnTo>
                <a:lnTo>
                  <a:pt x="707" y="425"/>
                </a:lnTo>
                <a:lnTo>
                  <a:pt x="727" y="442"/>
                </a:lnTo>
                <a:lnTo>
                  <a:pt x="735" y="475"/>
                </a:lnTo>
                <a:lnTo>
                  <a:pt x="735" y="500"/>
                </a:lnTo>
                <a:lnTo>
                  <a:pt x="727" y="540"/>
                </a:lnTo>
                <a:lnTo>
                  <a:pt x="707" y="565"/>
                </a:lnTo>
                <a:lnTo>
                  <a:pt x="702" y="597"/>
                </a:lnTo>
                <a:lnTo>
                  <a:pt x="702" y="625"/>
                </a:lnTo>
                <a:lnTo>
                  <a:pt x="682" y="630"/>
                </a:lnTo>
                <a:lnTo>
                  <a:pt x="665" y="647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68" name="picture 5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353300" y="6126365"/>
            <a:ext cx="185737" cy="307568"/>
          </a:xfrm>
          <a:prstGeom prst="rect">
            <a:avLst/>
          </a:prstGeom>
        </p:spPr>
      </p:pic>
      <p:sp>
        <p:nvSpPr>
          <p:cNvPr id="570" name="path"/>
          <p:cNvSpPr/>
          <p:nvPr/>
        </p:nvSpPr>
        <p:spPr>
          <a:xfrm>
            <a:off x="8262937" y="5106987"/>
            <a:ext cx="131762" cy="334962"/>
          </a:xfrm>
          <a:custGeom>
            <a:avLst/>
            <a:gdLst/>
            <a:ahLst/>
            <a:cxnLst/>
            <a:rect l="0" t="0" r="0" b="0"/>
            <a:pathLst>
              <a:path w="207" h="527">
                <a:moveTo>
                  <a:pt x="17" y="477"/>
                </a:moveTo>
                <a:lnTo>
                  <a:pt x="22" y="490"/>
                </a:lnTo>
                <a:lnTo>
                  <a:pt x="17" y="502"/>
                </a:lnTo>
                <a:lnTo>
                  <a:pt x="17" y="512"/>
                </a:lnTo>
                <a:lnTo>
                  <a:pt x="40" y="520"/>
                </a:lnTo>
                <a:lnTo>
                  <a:pt x="40" y="527"/>
                </a:lnTo>
                <a:lnTo>
                  <a:pt x="22" y="520"/>
                </a:lnTo>
                <a:lnTo>
                  <a:pt x="7" y="527"/>
                </a:lnTo>
                <a:lnTo>
                  <a:pt x="0" y="520"/>
                </a:lnTo>
                <a:lnTo>
                  <a:pt x="7" y="512"/>
                </a:lnTo>
                <a:lnTo>
                  <a:pt x="0" y="502"/>
                </a:lnTo>
                <a:lnTo>
                  <a:pt x="7" y="482"/>
                </a:lnTo>
                <a:lnTo>
                  <a:pt x="17" y="477"/>
                </a:lnTo>
              </a:path>
              <a:path w="207" h="527">
                <a:moveTo>
                  <a:pt x="152" y="0"/>
                </a:moveTo>
                <a:lnTo>
                  <a:pt x="152" y="35"/>
                </a:lnTo>
                <a:lnTo>
                  <a:pt x="137" y="57"/>
                </a:lnTo>
                <a:lnTo>
                  <a:pt x="142" y="95"/>
                </a:lnTo>
                <a:lnTo>
                  <a:pt x="122" y="145"/>
                </a:lnTo>
                <a:lnTo>
                  <a:pt x="95" y="192"/>
                </a:lnTo>
                <a:lnTo>
                  <a:pt x="52" y="222"/>
                </a:lnTo>
                <a:lnTo>
                  <a:pt x="40" y="275"/>
                </a:lnTo>
                <a:lnTo>
                  <a:pt x="57" y="280"/>
                </a:lnTo>
                <a:lnTo>
                  <a:pt x="57" y="230"/>
                </a:lnTo>
                <a:lnTo>
                  <a:pt x="117" y="227"/>
                </a:lnTo>
                <a:lnTo>
                  <a:pt x="162" y="195"/>
                </a:lnTo>
                <a:lnTo>
                  <a:pt x="162" y="127"/>
                </a:lnTo>
                <a:lnTo>
                  <a:pt x="177" y="102"/>
                </a:lnTo>
                <a:lnTo>
                  <a:pt x="155" y="60"/>
                </a:lnTo>
                <a:lnTo>
                  <a:pt x="187" y="47"/>
                </a:lnTo>
                <a:lnTo>
                  <a:pt x="207" y="12"/>
                </a:lnTo>
                <a:lnTo>
                  <a:pt x="162" y="17"/>
                </a:lnTo>
                <a:lnTo>
                  <a:pt x="152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2" name="path"/>
          <p:cNvSpPr/>
          <p:nvPr/>
        </p:nvSpPr>
        <p:spPr>
          <a:xfrm>
            <a:off x="8572500" y="5810250"/>
            <a:ext cx="88900" cy="114300"/>
          </a:xfrm>
          <a:custGeom>
            <a:avLst/>
            <a:gdLst/>
            <a:ahLst/>
            <a:cxnLst/>
            <a:rect l="0" t="0" r="0" b="0"/>
            <a:pathLst>
              <a:path w="140" h="180">
                <a:moveTo>
                  <a:pt x="85" y="0"/>
                </a:moveTo>
                <a:lnTo>
                  <a:pt x="140" y="52"/>
                </a:lnTo>
                <a:lnTo>
                  <a:pt x="27" y="180"/>
                </a:lnTo>
                <a:lnTo>
                  <a:pt x="0" y="150"/>
                </a:lnTo>
                <a:lnTo>
                  <a:pt x="80" y="70"/>
                </a:lnTo>
                <a:lnTo>
                  <a:pt x="85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74" name="picture 5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  <p:sp>
        <p:nvSpPr>
          <p:cNvPr id="576" name="rect"/>
          <p:cNvSpPr/>
          <p:nvPr/>
        </p:nvSpPr>
        <p:spPr>
          <a:xfrm>
            <a:off x="7885112" y="5584825"/>
            <a:ext cx="25400" cy="39687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8" name="rect"/>
          <p:cNvSpPr/>
          <p:nvPr/>
        </p:nvSpPr>
        <p:spPr>
          <a:xfrm>
            <a:off x="8461375" y="5981700"/>
            <a:ext cx="25400" cy="30162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picture 5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582" name="textbox 582"/>
          <p:cNvSpPr/>
          <p:nvPr/>
        </p:nvSpPr>
        <p:spPr>
          <a:xfrm>
            <a:off x="555777" y="273811"/>
            <a:ext cx="8234044" cy="40246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91000"/>
              </a:lnSpc>
            </a:pPr>
            <a:endParaRPr lang="en-US" altLang="en-US" sz="10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250190" algn="l" rtl="0" eaLnBrk="0">
              <a:lnSpc>
                <a:spcPct val="86000"/>
              </a:lnSpc>
            </a:pPr>
            <a:r>
              <a:rPr sz="4400" u="sng" kern="0" spc="-5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线缆连接</a:t>
            </a:r>
            <a:r>
              <a:rPr sz="4400" kern="0" spc="0" dirty="0"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endParaRPr lang="en-US" altLang="en-US" sz="4400" dirty="0"/>
          </a:p>
          <a:p>
            <a:pPr algn="l" rtl="0" eaLnBrk="0">
              <a:lnSpc>
                <a:spcPct val="120000"/>
              </a:lnSpc>
            </a:pPr>
            <a:endParaRPr lang="en-US" altLang="en-US" sz="1000" dirty="0"/>
          </a:p>
          <a:p>
            <a:pPr algn="l" rtl="0" eaLnBrk="0">
              <a:lnSpc>
                <a:spcPct val="120000"/>
              </a:lnSpc>
            </a:pPr>
            <a:endParaRPr lang="en-US" altLang="en-US" sz="1000" dirty="0"/>
          </a:p>
          <a:p>
            <a:pPr marL="349250" indent="-336550" algn="l" rtl="0" eaLnBrk="0">
              <a:lnSpc>
                <a:spcPct val="137000"/>
              </a:lnSpc>
              <a:spcBef>
                <a:spcPts val="700"/>
              </a:spcBef>
            </a:pPr>
            <a:r>
              <a:rPr sz="1700" kern="0" spc="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 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端口在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附近，共三个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2300" b="1" kern="0" spc="-3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     </a:t>
            </a:r>
            <a:r>
              <a:rPr sz="2300" kern="0" spc="12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b="1" kern="0" spc="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r>
              <a:rPr sz="2300" b="1" kern="0" spc="-2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12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kern="0" spc="12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指的是</a:t>
            </a:r>
            <a:r>
              <a:rPr sz="2300" kern="0" spc="-4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Gigabit</a:t>
            </a:r>
            <a:r>
              <a:rPr sz="2300" b="1" kern="0" spc="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Ethernet</a:t>
            </a:r>
            <a:r>
              <a:rPr sz="2300" b="1" kern="0" spc="1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12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千兆以太网接口，带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标记的接口说明是</a:t>
            </a:r>
            <a:r>
              <a:rPr sz="2300" kern="0" spc="-3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1000M</a:t>
            </a:r>
            <a:r>
              <a:rPr sz="2300" b="1" kern="0" spc="3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以太网网络接口</a:t>
            </a:r>
            <a:endParaRPr lang="en-US" altLang="en-US" sz="23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100000"/>
              </a:lnSpc>
              <a:spcBef>
                <a:spcPts val="690"/>
              </a:spcBef>
            </a:pPr>
            <a:r>
              <a:rPr sz="17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29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300" kern="0" spc="1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Console</a:t>
            </a:r>
            <a:r>
              <a:rPr sz="2300" kern="0" spc="1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电缆连接到</a:t>
            </a:r>
            <a:r>
              <a:rPr sz="2300" b="1" kern="0" spc="1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1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Consolo</a:t>
            </a:r>
            <a:r>
              <a:rPr sz="2300" kern="0" spc="14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sz="2300" kern="0" spc="13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</a:t>
            </a:r>
            <a:endParaRPr lang="en-US" altLang="en-US" sz="2300" dirty="0"/>
          </a:p>
          <a:p>
            <a:pPr algn="l" rtl="0" eaLnBrk="0">
              <a:lnSpc>
                <a:spcPct val="120000"/>
              </a:lnSpc>
            </a:pPr>
            <a:endParaRPr lang="en-US" altLang="en-US" sz="1000" dirty="0"/>
          </a:p>
          <a:p>
            <a:pPr algn="l" rtl="0" eaLnBrk="0">
              <a:lnSpc>
                <a:spcPct val="115000"/>
              </a:lnSpc>
            </a:pPr>
            <a:endParaRPr lang="en-US" altLang="en-US" sz="500" dirty="0"/>
          </a:p>
          <a:p>
            <a:pPr marL="12700" algn="l" rtl="0" eaLnBrk="0">
              <a:lnSpc>
                <a:spcPct val="100000"/>
              </a:lnSpc>
              <a:spcBef>
                <a:spcPts val="5"/>
              </a:spcBef>
            </a:pPr>
            <a:r>
              <a:rPr sz="1700" kern="0" spc="8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2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根双绞线跳线连接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H3C-R1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b="1" kern="0" spc="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0/1</a:t>
            </a:r>
            <a:r>
              <a:rPr sz="2300" kern="0" spc="8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</a:t>
            </a:r>
            <a:endParaRPr lang="en-US" altLang="en-US" sz="2300" dirty="0"/>
          </a:p>
        </p:txBody>
      </p:sp>
      <p:pic>
        <p:nvPicPr>
          <p:cNvPr id="584" name="picture 5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293312" y="286511"/>
            <a:ext cx="1478280" cy="1293876"/>
          </a:xfrm>
          <a:prstGeom prst="rect">
            <a:avLst/>
          </a:prstGeom>
        </p:spPr>
      </p:pic>
      <p:pic>
        <p:nvPicPr>
          <p:cNvPr id="586" name="picture 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429125"/>
            <a:ext cx="1887537" cy="2019300"/>
          </a:xfrm>
          <a:prstGeom prst="rect">
            <a:avLst/>
          </a:prstGeom>
        </p:spPr>
      </p:pic>
      <p:sp>
        <p:nvSpPr>
          <p:cNvPr id="588" name="path"/>
          <p:cNvSpPr/>
          <p:nvPr/>
        </p:nvSpPr>
        <p:spPr>
          <a:xfrm>
            <a:off x="8047037" y="5549900"/>
            <a:ext cx="404812" cy="184150"/>
          </a:xfrm>
          <a:custGeom>
            <a:avLst/>
            <a:gdLst/>
            <a:ahLst/>
            <a:cxnLst/>
            <a:rect l="0" t="0" r="0" b="0"/>
            <a:pathLst>
              <a:path w="637" h="290">
                <a:moveTo>
                  <a:pt x="187" y="85"/>
                </a:moveTo>
                <a:lnTo>
                  <a:pt x="230" y="85"/>
                </a:lnTo>
                <a:lnTo>
                  <a:pt x="280" y="0"/>
                </a:lnTo>
                <a:lnTo>
                  <a:pt x="307" y="50"/>
                </a:lnTo>
                <a:lnTo>
                  <a:pt x="285" y="172"/>
                </a:lnTo>
                <a:lnTo>
                  <a:pt x="195" y="142"/>
                </a:lnTo>
                <a:lnTo>
                  <a:pt x="187" y="85"/>
                </a:lnTo>
              </a:path>
              <a:path w="637" h="290">
                <a:moveTo>
                  <a:pt x="442" y="105"/>
                </a:moveTo>
                <a:lnTo>
                  <a:pt x="430" y="67"/>
                </a:lnTo>
                <a:lnTo>
                  <a:pt x="497" y="82"/>
                </a:lnTo>
                <a:lnTo>
                  <a:pt x="597" y="122"/>
                </a:lnTo>
                <a:lnTo>
                  <a:pt x="597" y="152"/>
                </a:lnTo>
                <a:lnTo>
                  <a:pt x="637" y="232"/>
                </a:lnTo>
                <a:lnTo>
                  <a:pt x="560" y="157"/>
                </a:lnTo>
                <a:lnTo>
                  <a:pt x="507" y="162"/>
                </a:lnTo>
                <a:lnTo>
                  <a:pt x="442" y="105"/>
                </a:lnTo>
              </a:path>
              <a:path w="637" h="290">
                <a:moveTo>
                  <a:pt x="0" y="122"/>
                </a:moveTo>
                <a:lnTo>
                  <a:pt x="57" y="135"/>
                </a:lnTo>
                <a:lnTo>
                  <a:pt x="145" y="195"/>
                </a:lnTo>
                <a:lnTo>
                  <a:pt x="132" y="230"/>
                </a:lnTo>
                <a:lnTo>
                  <a:pt x="205" y="260"/>
                </a:lnTo>
                <a:lnTo>
                  <a:pt x="392" y="260"/>
                </a:lnTo>
                <a:lnTo>
                  <a:pt x="187" y="290"/>
                </a:lnTo>
                <a:lnTo>
                  <a:pt x="132" y="230"/>
                </a:lnTo>
                <a:lnTo>
                  <a:pt x="80" y="217"/>
                </a:lnTo>
                <a:lnTo>
                  <a:pt x="0" y="122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0" name="textbox 590"/>
          <p:cNvSpPr/>
          <p:nvPr/>
        </p:nvSpPr>
        <p:spPr>
          <a:xfrm>
            <a:off x="555777" y="4470831"/>
            <a:ext cx="8118475" cy="19761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349250" algn="l" rtl="0" eaLnBrk="0">
              <a:lnSpc>
                <a:spcPct val="87000"/>
              </a:lnSpc>
            </a:pPr>
            <a:r>
              <a:rPr sz="2300" kern="0" spc="6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300" b="1" kern="0" spc="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6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</a:t>
            </a:r>
            <a:r>
              <a:rPr sz="2300" b="1" kern="0" spc="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H3C-R2</a:t>
            </a:r>
            <a:r>
              <a:rPr sz="2300" kern="0" spc="6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b="1" kern="0" spc="6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0/0</a:t>
            </a:r>
            <a:r>
              <a:rPr sz="2300" kern="0" spc="6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endParaRPr lang="en-US" altLang="en-US" sz="2300" dirty="0"/>
          </a:p>
          <a:p>
            <a:pPr algn="l" rtl="0" eaLnBrk="0">
              <a:lnSpc>
                <a:spcPct val="15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8000"/>
              </a:lnSpc>
              <a:spcBef>
                <a:spcPts val="700"/>
              </a:spcBef>
            </a:pPr>
            <a:r>
              <a:rPr sz="1700" kern="0" spc="7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1700" kern="0" spc="-16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根双绞线跳线把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接口连接到</a:t>
            </a:r>
            <a:r>
              <a:rPr sz="2300" b="1" kern="0" spc="7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300" kern="0" spc="7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</a:t>
            </a:r>
            <a:r>
              <a:rPr sz="2300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en-US" altLang="en-US" sz="2300" dirty="0"/>
          </a:p>
          <a:p>
            <a:pPr marL="342265" algn="l" rtl="0" eaLnBrk="0">
              <a:lnSpc>
                <a:spcPct val="91000"/>
              </a:lnSpc>
              <a:spcBef>
                <a:spcPts val="1890"/>
              </a:spcBef>
            </a:pPr>
            <a:r>
              <a:rPr sz="2300" b="1" kern="0" spc="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H3C-R1</a:t>
            </a:r>
            <a:r>
              <a:rPr sz="2300" kern="0" spc="5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3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r>
              <a:rPr sz="2300" b="1" kern="0" spc="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0/0</a:t>
            </a:r>
            <a:r>
              <a:rPr sz="2300" kern="0" spc="50" dirty="0">
                <a:ln w="8717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</a:t>
            </a: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</a:t>
            </a:r>
            <a:r>
              <a:rPr sz="23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endParaRPr lang="en-US" altLang="en-US" sz="23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marL="6797040" algn="l" rtl="0" eaLnBrk="0">
              <a:lnSpc>
                <a:spcPts val="2420"/>
              </a:lnSpc>
              <a:spcBef>
                <a:spcPts val="0"/>
              </a:spcBef>
            </a:pPr>
            <a:r>
              <a:rPr sz="3200" kern="0" spc="560" dirty="0">
                <a:solidFill>
                  <a:srgbClr val="0000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lang="en-US" altLang="en-US" sz="3200" dirty="0"/>
          </a:p>
        </p:txBody>
      </p:sp>
      <p:sp>
        <p:nvSpPr>
          <p:cNvPr id="592" name="path"/>
          <p:cNvSpPr/>
          <p:nvPr/>
        </p:nvSpPr>
        <p:spPr>
          <a:xfrm>
            <a:off x="8210601" y="5716587"/>
            <a:ext cx="414337" cy="250825"/>
          </a:xfrm>
          <a:custGeom>
            <a:avLst/>
            <a:gdLst/>
            <a:ahLst/>
            <a:cxnLst/>
            <a:rect l="0" t="0" r="0" b="0"/>
            <a:pathLst>
              <a:path w="652" h="395">
                <a:moveTo>
                  <a:pt x="597" y="147"/>
                </a:moveTo>
                <a:lnTo>
                  <a:pt x="652" y="200"/>
                </a:lnTo>
                <a:lnTo>
                  <a:pt x="540" y="327"/>
                </a:lnTo>
                <a:lnTo>
                  <a:pt x="512" y="297"/>
                </a:lnTo>
                <a:lnTo>
                  <a:pt x="592" y="217"/>
                </a:lnTo>
                <a:lnTo>
                  <a:pt x="597" y="147"/>
                </a:lnTo>
              </a:path>
              <a:path w="652" h="395">
                <a:moveTo>
                  <a:pt x="350" y="385"/>
                </a:moveTo>
                <a:lnTo>
                  <a:pt x="337" y="387"/>
                </a:lnTo>
                <a:lnTo>
                  <a:pt x="330" y="395"/>
                </a:lnTo>
                <a:lnTo>
                  <a:pt x="317" y="380"/>
                </a:lnTo>
                <a:lnTo>
                  <a:pt x="280" y="362"/>
                </a:lnTo>
                <a:lnTo>
                  <a:pt x="275" y="335"/>
                </a:lnTo>
                <a:lnTo>
                  <a:pt x="262" y="325"/>
                </a:lnTo>
                <a:lnTo>
                  <a:pt x="230" y="325"/>
                </a:lnTo>
                <a:lnTo>
                  <a:pt x="230" y="305"/>
                </a:lnTo>
                <a:lnTo>
                  <a:pt x="220" y="297"/>
                </a:lnTo>
                <a:lnTo>
                  <a:pt x="217" y="280"/>
                </a:lnTo>
                <a:lnTo>
                  <a:pt x="195" y="277"/>
                </a:lnTo>
                <a:lnTo>
                  <a:pt x="175" y="272"/>
                </a:lnTo>
                <a:lnTo>
                  <a:pt x="155" y="277"/>
                </a:lnTo>
                <a:lnTo>
                  <a:pt x="155" y="280"/>
                </a:lnTo>
                <a:lnTo>
                  <a:pt x="110" y="295"/>
                </a:lnTo>
                <a:lnTo>
                  <a:pt x="110" y="302"/>
                </a:lnTo>
                <a:lnTo>
                  <a:pt x="70" y="302"/>
                </a:lnTo>
                <a:lnTo>
                  <a:pt x="50" y="315"/>
                </a:lnTo>
                <a:lnTo>
                  <a:pt x="25" y="302"/>
                </a:lnTo>
                <a:lnTo>
                  <a:pt x="25" y="297"/>
                </a:lnTo>
                <a:lnTo>
                  <a:pt x="25" y="272"/>
                </a:lnTo>
                <a:lnTo>
                  <a:pt x="17" y="247"/>
                </a:lnTo>
                <a:lnTo>
                  <a:pt x="7" y="227"/>
                </a:lnTo>
                <a:lnTo>
                  <a:pt x="12" y="210"/>
                </a:lnTo>
                <a:lnTo>
                  <a:pt x="5" y="202"/>
                </a:lnTo>
                <a:lnTo>
                  <a:pt x="0" y="165"/>
                </a:lnTo>
                <a:lnTo>
                  <a:pt x="5" y="140"/>
                </a:lnTo>
                <a:lnTo>
                  <a:pt x="27" y="120"/>
                </a:lnTo>
                <a:lnTo>
                  <a:pt x="77" y="107"/>
                </a:lnTo>
                <a:lnTo>
                  <a:pt x="90" y="90"/>
                </a:lnTo>
                <a:lnTo>
                  <a:pt x="85" y="72"/>
                </a:lnTo>
                <a:lnTo>
                  <a:pt x="97" y="67"/>
                </a:lnTo>
                <a:lnTo>
                  <a:pt x="100" y="75"/>
                </a:lnTo>
                <a:lnTo>
                  <a:pt x="105" y="62"/>
                </a:lnTo>
                <a:lnTo>
                  <a:pt x="137" y="37"/>
                </a:lnTo>
                <a:lnTo>
                  <a:pt x="155" y="50"/>
                </a:lnTo>
                <a:lnTo>
                  <a:pt x="175" y="42"/>
                </a:lnTo>
                <a:lnTo>
                  <a:pt x="180" y="22"/>
                </a:lnTo>
                <a:lnTo>
                  <a:pt x="200" y="17"/>
                </a:lnTo>
                <a:lnTo>
                  <a:pt x="195" y="2"/>
                </a:lnTo>
                <a:lnTo>
                  <a:pt x="222" y="12"/>
                </a:lnTo>
                <a:lnTo>
                  <a:pt x="245" y="7"/>
                </a:lnTo>
                <a:lnTo>
                  <a:pt x="257" y="60"/>
                </a:lnTo>
                <a:lnTo>
                  <a:pt x="275" y="75"/>
                </a:lnTo>
                <a:lnTo>
                  <a:pt x="290" y="75"/>
                </a:lnTo>
                <a:lnTo>
                  <a:pt x="297" y="42"/>
                </a:lnTo>
                <a:lnTo>
                  <a:pt x="292" y="27"/>
                </a:lnTo>
                <a:lnTo>
                  <a:pt x="297" y="2"/>
                </a:lnTo>
                <a:lnTo>
                  <a:pt x="305" y="0"/>
                </a:lnTo>
                <a:lnTo>
                  <a:pt x="317" y="30"/>
                </a:lnTo>
                <a:lnTo>
                  <a:pt x="330" y="37"/>
                </a:lnTo>
                <a:lnTo>
                  <a:pt x="337" y="67"/>
                </a:lnTo>
                <a:lnTo>
                  <a:pt x="350" y="107"/>
                </a:lnTo>
                <a:lnTo>
                  <a:pt x="367" y="117"/>
                </a:lnTo>
                <a:lnTo>
                  <a:pt x="390" y="147"/>
                </a:lnTo>
                <a:lnTo>
                  <a:pt x="392" y="162"/>
                </a:lnTo>
                <a:lnTo>
                  <a:pt x="412" y="180"/>
                </a:lnTo>
                <a:lnTo>
                  <a:pt x="420" y="212"/>
                </a:lnTo>
                <a:lnTo>
                  <a:pt x="420" y="237"/>
                </a:lnTo>
                <a:lnTo>
                  <a:pt x="412" y="277"/>
                </a:lnTo>
                <a:lnTo>
                  <a:pt x="392" y="302"/>
                </a:lnTo>
                <a:lnTo>
                  <a:pt x="387" y="335"/>
                </a:lnTo>
                <a:lnTo>
                  <a:pt x="387" y="362"/>
                </a:lnTo>
                <a:lnTo>
                  <a:pt x="367" y="367"/>
                </a:lnTo>
                <a:lnTo>
                  <a:pt x="350" y="38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4" name="path"/>
          <p:cNvSpPr/>
          <p:nvPr/>
        </p:nvSpPr>
        <p:spPr>
          <a:xfrm>
            <a:off x="7486701" y="5694362"/>
            <a:ext cx="28575" cy="119062"/>
          </a:xfrm>
          <a:custGeom>
            <a:avLst/>
            <a:gdLst/>
            <a:ahLst/>
            <a:cxnLst/>
            <a:rect l="0" t="0" r="0" b="0"/>
            <a:pathLst>
              <a:path w="45" h="187">
                <a:moveTo>
                  <a:pt x="5" y="65"/>
                </a:moveTo>
                <a:lnTo>
                  <a:pt x="22" y="50"/>
                </a:lnTo>
                <a:lnTo>
                  <a:pt x="35" y="0"/>
                </a:lnTo>
                <a:lnTo>
                  <a:pt x="45" y="75"/>
                </a:lnTo>
                <a:lnTo>
                  <a:pt x="30" y="167"/>
                </a:lnTo>
                <a:lnTo>
                  <a:pt x="0" y="187"/>
                </a:lnTo>
                <a:lnTo>
                  <a:pt x="0" y="142"/>
                </a:lnTo>
                <a:lnTo>
                  <a:pt x="7" y="112"/>
                </a:lnTo>
                <a:lnTo>
                  <a:pt x="5" y="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6" name="path"/>
          <p:cNvSpPr/>
          <p:nvPr/>
        </p:nvSpPr>
        <p:spPr>
          <a:xfrm>
            <a:off x="8187842" y="5106987"/>
            <a:ext cx="131762" cy="334962"/>
          </a:xfrm>
          <a:custGeom>
            <a:avLst/>
            <a:gdLst/>
            <a:ahLst/>
            <a:cxnLst/>
            <a:rect l="0" t="0" r="0" b="0"/>
            <a:pathLst>
              <a:path w="207" h="527">
                <a:moveTo>
                  <a:pt x="17" y="477"/>
                </a:moveTo>
                <a:lnTo>
                  <a:pt x="22" y="490"/>
                </a:lnTo>
                <a:lnTo>
                  <a:pt x="17" y="502"/>
                </a:lnTo>
                <a:lnTo>
                  <a:pt x="17" y="512"/>
                </a:lnTo>
                <a:lnTo>
                  <a:pt x="40" y="520"/>
                </a:lnTo>
                <a:lnTo>
                  <a:pt x="40" y="527"/>
                </a:lnTo>
                <a:lnTo>
                  <a:pt x="22" y="520"/>
                </a:lnTo>
                <a:lnTo>
                  <a:pt x="7" y="527"/>
                </a:lnTo>
                <a:lnTo>
                  <a:pt x="0" y="520"/>
                </a:lnTo>
                <a:lnTo>
                  <a:pt x="7" y="512"/>
                </a:lnTo>
                <a:lnTo>
                  <a:pt x="0" y="502"/>
                </a:lnTo>
                <a:lnTo>
                  <a:pt x="7" y="482"/>
                </a:lnTo>
                <a:lnTo>
                  <a:pt x="17" y="477"/>
                </a:lnTo>
              </a:path>
              <a:path w="207" h="527">
                <a:moveTo>
                  <a:pt x="152" y="0"/>
                </a:moveTo>
                <a:lnTo>
                  <a:pt x="152" y="35"/>
                </a:lnTo>
                <a:lnTo>
                  <a:pt x="137" y="57"/>
                </a:lnTo>
                <a:lnTo>
                  <a:pt x="142" y="95"/>
                </a:lnTo>
                <a:lnTo>
                  <a:pt x="122" y="145"/>
                </a:lnTo>
                <a:lnTo>
                  <a:pt x="95" y="192"/>
                </a:lnTo>
                <a:lnTo>
                  <a:pt x="52" y="222"/>
                </a:lnTo>
                <a:lnTo>
                  <a:pt x="40" y="275"/>
                </a:lnTo>
                <a:lnTo>
                  <a:pt x="57" y="280"/>
                </a:lnTo>
                <a:lnTo>
                  <a:pt x="57" y="230"/>
                </a:lnTo>
                <a:lnTo>
                  <a:pt x="117" y="227"/>
                </a:lnTo>
                <a:lnTo>
                  <a:pt x="162" y="195"/>
                </a:lnTo>
                <a:lnTo>
                  <a:pt x="162" y="127"/>
                </a:lnTo>
                <a:lnTo>
                  <a:pt x="177" y="102"/>
                </a:lnTo>
                <a:lnTo>
                  <a:pt x="155" y="60"/>
                </a:lnTo>
                <a:lnTo>
                  <a:pt x="187" y="47"/>
                </a:lnTo>
                <a:lnTo>
                  <a:pt x="207" y="12"/>
                </a:lnTo>
                <a:lnTo>
                  <a:pt x="162" y="17"/>
                </a:lnTo>
                <a:lnTo>
                  <a:pt x="152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98" name="path"/>
          <p:cNvSpPr/>
          <p:nvPr/>
        </p:nvSpPr>
        <p:spPr>
          <a:xfrm>
            <a:off x="7185939" y="5211762"/>
            <a:ext cx="0" cy="25400"/>
          </a:xfrm>
          <a:custGeom>
            <a:avLst/>
            <a:gdLst/>
            <a:ahLst/>
            <a:cxnLst/>
            <a:rect l="0" t="0" r="0" b="0"/>
            <a:pathLst>
              <a:path h="40">
                <a:moveTo>
                  <a:pt x="0" y="0"/>
                </a:moveTo>
                <a:lnTo>
                  <a:pt x="0" y="40"/>
                </a:lnTo>
                <a:lnTo>
                  <a:pt x="0" y="15"/>
                </a:lnTo>
                <a:lnTo>
                  <a:pt x="0" y="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00" name="picture 6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17408" y="4556734"/>
            <a:ext cx="79806" cy="124193"/>
          </a:xfrm>
          <a:prstGeom prst="rect">
            <a:avLst/>
          </a:prstGeom>
        </p:spPr>
      </p:pic>
      <p:pic>
        <p:nvPicPr>
          <p:cNvPr id="602" name="picture 6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604" name="picture 6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606" name="textbox 606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</a:t>
            </a:r>
            <a:endParaRPr lang="en-US" altLang="en-US" sz="1400" dirty="0"/>
          </a:p>
        </p:txBody>
      </p:sp>
      <p:pic>
        <p:nvPicPr>
          <p:cNvPr id="608" name="picture 6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  <p:sp>
        <p:nvSpPr>
          <p:cNvPr id="610" name="rect"/>
          <p:cNvSpPr/>
          <p:nvPr/>
        </p:nvSpPr>
        <p:spPr>
          <a:xfrm>
            <a:off x="7885112" y="5584825"/>
            <a:ext cx="25400" cy="39687"/>
          </a:xfrm>
          <a:prstGeom prst="rect">
            <a:avLst/>
          </a:pr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2" name="path"/>
          <p:cNvSpPr/>
          <p:nvPr/>
        </p:nvSpPr>
        <p:spPr>
          <a:xfrm>
            <a:off x="8461375" y="5981700"/>
            <a:ext cx="25400" cy="30162"/>
          </a:xfrm>
          <a:custGeom>
            <a:avLst/>
            <a:gdLst/>
            <a:ahLst/>
            <a:cxnLst/>
            <a:rect l="0" t="0" r="0" b="0"/>
            <a:pathLst>
              <a:path w="40" h="47">
                <a:moveTo>
                  <a:pt x="20" y="40"/>
                </a:moveTo>
                <a:lnTo>
                  <a:pt x="5" y="32"/>
                </a:lnTo>
                <a:lnTo>
                  <a:pt x="5" y="25"/>
                </a:lnTo>
                <a:lnTo>
                  <a:pt x="5" y="20"/>
                </a:lnTo>
                <a:lnTo>
                  <a:pt x="2" y="12"/>
                </a:lnTo>
                <a:lnTo>
                  <a:pt x="0" y="0"/>
                </a:lnTo>
                <a:lnTo>
                  <a:pt x="5" y="0"/>
                </a:lnTo>
                <a:lnTo>
                  <a:pt x="20" y="5"/>
                </a:lnTo>
                <a:lnTo>
                  <a:pt x="27" y="5"/>
                </a:lnTo>
                <a:lnTo>
                  <a:pt x="30" y="5"/>
                </a:lnTo>
                <a:lnTo>
                  <a:pt x="40" y="0"/>
                </a:lnTo>
                <a:lnTo>
                  <a:pt x="40" y="20"/>
                </a:lnTo>
                <a:lnTo>
                  <a:pt x="35" y="25"/>
                </a:lnTo>
                <a:lnTo>
                  <a:pt x="30" y="32"/>
                </a:lnTo>
                <a:lnTo>
                  <a:pt x="30" y="40"/>
                </a:lnTo>
                <a:lnTo>
                  <a:pt x="27" y="40"/>
                </a:lnTo>
                <a:lnTo>
                  <a:pt x="27" y="47"/>
                </a:lnTo>
                <a:lnTo>
                  <a:pt x="20" y="4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picture 6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616" name="textbox 616"/>
          <p:cNvSpPr/>
          <p:nvPr/>
        </p:nvSpPr>
        <p:spPr>
          <a:xfrm>
            <a:off x="790778" y="555130"/>
            <a:ext cx="7226300" cy="32010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22225" algn="l" rtl="0" eaLnBrk="0">
              <a:lnSpc>
                <a:spcPct val="96000"/>
              </a:lnSpc>
            </a:pPr>
            <a:r>
              <a:rPr sz="4400" u="sng" kern="0" spc="-6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实验配置</a:t>
            </a:r>
            <a:endParaRPr lang="en-US" altLang="en-US" sz="44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marL="344170" indent="-331470" algn="l" rtl="0" eaLnBrk="0">
              <a:lnSpc>
                <a:spcPct val="123000"/>
              </a:lnSpc>
              <a:spcBef>
                <a:spcPts val="965"/>
              </a:spcBef>
            </a:pPr>
            <a:r>
              <a:rPr sz="2300" kern="0" spc="-2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7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H3C-R1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服务器，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PC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作为</a:t>
            </a:r>
            <a:r>
              <a:rPr sz="32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客户端访问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H3C-R1</a:t>
            </a:r>
            <a:r>
              <a:rPr lang="zh-CN"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（选做）</a:t>
            </a:r>
            <a:endParaRPr lang="en-US" altLang="en-US" sz="3200" dirty="0"/>
          </a:p>
          <a:p>
            <a:pPr algn="l" rtl="0" eaLnBrk="0">
              <a:lnSpc>
                <a:spcPct val="159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algn="r" rtl="0" eaLnBrk="0">
              <a:lnSpc>
                <a:spcPct val="97000"/>
              </a:lnSpc>
            </a:pPr>
            <a:r>
              <a:rPr sz="2300" kern="0" spc="-10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7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10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</a:t>
            </a:r>
            <a:r>
              <a:rPr sz="3200" b="1" kern="0" spc="-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H3C-R1</a:t>
            </a:r>
            <a:r>
              <a:rPr sz="3200" kern="0" spc="-10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3200" b="1" kern="0" spc="-1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H3C-R2</a:t>
            </a:r>
            <a:r>
              <a:rPr sz="3200" kern="0" spc="-1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的以太网接口，</a:t>
            </a:r>
            <a:endParaRPr lang="en-US" altLang="en-US" sz="3200" dirty="0"/>
          </a:p>
        </p:txBody>
      </p:sp>
      <p:pic>
        <p:nvPicPr>
          <p:cNvPr id="618" name="picture 6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429125"/>
            <a:ext cx="1887537" cy="2019300"/>
          </a:xfrm>
          <a:prstGeom prst="rect">
            <a:avLst/>
          </a:prstGeom>
        </p:spPr>
      </p:pic>
      <p:sp>
        <p:nvSpPr>
          <p:cNvPr id="620" name="path"/>
          <p:cNvSpPr/>
          <p:nvPr/>
        </p:nvSpPr>
        <p:spPr>
          <a:xfrm>
            <a:off x="7077075" y="5243512"/>
            <a:ext cx="1584325" cy="723900"/>
          </a:xfrm>
          <a:custGeom>
            <a:avLst/>
            <a:gdLst/>
            <a:ahLst/>
            <a:cxnLst/>
            <a:rect l="0" t="0" r="0" b="0"/>
            <a:pathLst>
              <a:path w="2495" h="1140">
                <a:moveTo>
                  <a:pt x="395" y="5"/>
                </a:moveTo>
                <a:lnTo>
                  <a:pt x="435" y="5"/>
                </a:lnTo>
                <a:lnTo>
                  <a:pt x="435" y="45"/>
                </a:lnTo>
                <a:lnTo>
                  <a:pt x="395" y="5"/>
                </a:lnTo>
              </a:path>
              <a:path w="2495" h="1140">
                <a:moveTo>
                  <a:pt x="190" y="0"/>
                </a:moveTo>
                <a:lnTo>
                  <a:pt x="177" y="27"/>
                </a:lnTo>
                <a:lnTo>
                  <a:pt x="112" y="82"/>
                </a:lnTo>
                <a:lnTo>
                  <a:pt x="100" y="132"/>
                </a:lnTo>
                <a:lnTo>
                  <a:pt x="52" y="170"/>
                </a:lnTo>
                <a:lnTo>
                  <a:pt x="20" y="240"/>
                </a:lnTo>
                <a:lnTo>
                  <a:pt x="20" y="285"/>
                </a:lnTo>
                <a:lnTo>
                  <a:pt x="0" y="360"/>
                </a:lnTo>
                <a:lnTo>
                  <a:pt x="27" y="392"/>
                </a:lnTo>
                <a:lnTo>
                  <a:pt x="100" y="487"/>
                </a:lnTo>
                <a:lnTo>
                  <a:pt x="120" y="475"/>
                </a:lnTo>
                <a:lnTo>
                  <a:pt x="247" y="475"/>
                </a:lnTo>
                <a:lnTo>
                  <a:pt x="307" y="497"/>
                </a:lnTo>
                <a:lnTo>
                  <a:pt x="302" y="572"/>
                </a:lnTo>
                <a:lnTo>
                  <a:pt x="345" y="670"/>
                </a:lnTo>
                <a:lnTo>
                  <a:pt x="342" y="697"/>
                </a:lnTo>
                <a:lnTo>
                  <a:pt x="360" y="727"/>
                </a:lnTo>
                <a:lnTo>
                  <a:pt x="332" y="797"/>
                </a:lnTo>
                <a:lnTo>
                  <a:pt x="365" y="885"/>
                </a:lnTo>
                <a:lnTo>
                  <a:pt x="382" y="955"/>
                </a:lnTo>
                <a:lnTo>
                  <a:pt x="405" y="997"/>
                </a:lnTo>
                <a:lnTo>
                  <a:pt x="427" y="1052"/>
                </a:lnTo>
                <a:lnTo>
                  <a:pt x="470" y="1045"/>
                </a:lnTo>
                <a:lnTo>
                  <a:pt x="540" y="1005"/>
                </a:lnTo>
                <a:lnTo>
                  <a:pt x="572" y="955"/>
                </a:lnTo>
                <a:lnTo>
                  <a:pt x="570" y="922"/>
                </a:lnTo>
                <a:lnTo>
                  <a:pt x="612" y="897"/>
                </a:lnTo>
                <a:lnTo>
                  <a:pt x="605" y="850"/>
                </a:lnTo>
                <a:lnTo>
                  <a:pt x="667" y="775"/>
                </a:lnTo>
                <a:lnTo>
                  <a:pt x="677" y="712"/>
                </a:lnTo>
                <a:lnTo>
                  <a:pt x="660" y="692"/>
                </a:lnTo>
                <a:lnTo>
                  <a:pt x="667" y="667"/>
                </a:lnTo>
                <a:lnTo>
                  <a:pt x="652" y="645"/>
                </a:lnTo>
                <a:lnTo>
                  <a:pt x="700" y="585"/>
                </a:lnTo>
                <a:lnTo>
                  <a:pt x="700" y="555"/>
                </a:lnTo>
                <a:lnTo>
                  <a:pt x="765" y="505"/>
                </a:lnTo>
                <a:lnTo>
                  <a:pt x="807" y="370"/>
                </a:lnTo>
                <a:lnTo>
                  <a:pt x="747" y="405"/>
                </a:lnTo>
                <a:lnTo>
                  <a:pt x="695" y="390"/>
                </a:lnTo>
                <a:lnTo>
                  <a:pt x="702" y="357"/>
                </a:lnTo>
                <a:lnTo>
                  <a:pt x="650" y="322"/>
                </a:lnTo>
                <a:lnTo>
                  <a:pt x="625" y="235"/>
                </a:lnTo>
                <a:lnTo>
                  <a:pt x="575" y="165"/>
                </a:lnTo>
                <a:lnTo>
                  <a:pt x="575" y="117"/>
                </a:lnTo>
                <a:lnTo>
                  <a:pt x="547" y="115"/>
                </a:lnTo>
                <a:lnTo>
                  <a:pt x="530" y="122"/>
                </a:lnTo>
                <a:lnTo>
                  <a:pt x="455" y="95"/>
                </a:lnTo>
                <a:lnTo>
                  <a:pt x="435" y="115"/>
                </a:lnTo>
                <a:lnTo>
                  <a:pt x="417" y="140"/>
                </a:lnTo>
                <a:lnTo>
                  <a:pt x="377" y="95"/>
                </a:lnTo>
                <a:lnTo>
                  <a:pt x="337" y="82"/>
                </a:lnTo>
                <a:lnTo>
                  <a:pt x="335" y="25"/>
                </a:lnTo>
                <a:lnTo>
                  <a:pt x="277" y="35"/>
                </a:lnTo>
                <a:lnTo>
                  <a:pt x="240" y="22"/>
                </a:lnTo>
                <a:lnTo>
                  <a:pt x="190" y="0"/>
                </a:lnTo>
              </a:path>
              <a:path w="2495" h="1140">
                <a:moveTo>
                  <a:pt x="1885" y="262"/>
                </a:moveTo>
                <a:lnTo>
                  <a:pt x="1890" y="275"/>
                </a:lnTo>
                <a:lnTo>
                  <a:pt x="1885" y="287"/>
                </a:lnTo>
                <a:lnTo>
                  <a:pt x="1885" y="297"/>
                </a:lnTo>
                <a:lnTo>
                  <a:pt x="1907" y="305"/>
                </a:lnTo>
                <a:lnTo>
                  <a:pt x="1907" y="312"/>
                </a:lnTo>
                <a:lnTo>
                  <a:pt x="1890" y="305"/>
                </a:lnTo>
                <a:lnTo>
                  <a:pt x="1875" y="312"/>
                </a:lnTo>
                <a:lnTo>
                  <a:pt x="1867" y="305"/>
                </a:lnTo>
                <a:lnTo>
                  <a:pt x="1875" y="297"/>
                </a:lnTo>
                <a:lnTo>
                  <a:pt x="1867" y="287"/>
                </a:lnTo>
                <a:lnTo>
                  <a:pt x="1875" y="267"/>
                </a:lnTo>
                <a:lnTo>
                  <a:pt x="1885" y="262"/>
                </a:lnTo>
              </a:path>
              <a:path w="2495" h="1140">
                <a:moveTo>
                  <a:pt x="1715" y="567"/>
                </a:moveTo>
                <a:lnTo>
                  <a:pt x="1757" y="567"/>
                </a:lnTo>
                <a:lnTo>
                  <a:pt x="1807" y="482"/>
                </a:lnTo>
                <a:lnTo>
                  <a:pt x="1835" y="532"/>
                </a:lnTo>
                <a:lnTo>
                  <a:pt x="1812" y="655"/>
                </a:lnTo>
                <a:lnTo>
                  <a:pt x="1722" y="625"/>
                </a:lnTo>
                <a:lnTo>
                  <a:pt x="1715" y="567"/>
                </a:lnTo>
              </a:path>
              <a:path w="2495" h="1140">
                <a:moveTo>
                  <a:pt x="1970" y="587"/>
                </a:moveTo>
                <a:lnTo>
                  <a:pt x="1957" y="550"/>
                </a:lnTo>
                <a:lnTo>
                  <a:pt x="2025" y="565"/>
                </a:lnTo>
                <a:lnTo>
                  <a:pt x="2125" y="605"/>
                </a:lnTo>
                <a:lnTo>
                  <a:pt x="2125" y="635"/>
                </a:lnTo>
                <a:lnTo>
                  <a:pt x="2165" y="715"/>
                </a:lnTo>
                <a:lnTo>
                  <a:pt x="2087" y="640"/>
                </a:lnTo>
                <a:lnTo>
                  <a:pt x="2035" y="645"/>
                </a:lnTo>
                <a:lnTo>
                  <a:pt x="1970" y="587"/>
                </a:lnTo>
              </a:path>
              <a:path w="2495" h="1140">
                <a:moveTo>
                  <a:pt x="2440" y="892"/>
                </a:moveTo>
                <a:lnTo>
                  <a:pt x="2495" y="945"/>
                </a:lnTo>
                <a:lnTo>
                  <a:pt x="2382" y="1072"/>
                </a:lnTo>
                <a:lnTo>
                  <a:pt x="2355" y="1042"/>
                </a:lnTo>
                <a:lnTo>
                  <a:pt x="2435" y="962"/>
                </a:lnTo>
                <a:lnTo>
                  <a:pt x="2440" y="892"/>
                </a:lnTo>
              </a:path>
              <a:path w="2495" h="1140">
                <a:moveTo>
                  <a:pt x="1292" y="537"/>
                </a:moveTo>
                <a:lnTo>
                  <a:pt x="1272" y="565"/>
                </a:lnTo>
                <a:lnTo>
                  <a:pt x="1285" y="600"/>
                </a:lnTo>
                <a:lnTo>
                  <a:pt x="1312" y="575"/>
                </a:lnTo>
                <a:lnTo>
                  <a:pt x="1292" y="537"/>
                </a:lnTo>
              </a:path>
              <a:path w="2495" h="1140">
                <a:moveTo>
                  <a:pt x="1527" y="605"/>
                </a:moveTo>
                <a:lnTo>
                  <a:pt x="1585" y="617"/>
                </a:lnTo>
                <a:lnTo>
                  <a:pt x="1672" y="677"/>
                </a:lnTo>
                <a:lnTo>
                  <a:pt x="1660" y="712"/>
                </a:lnTo>
                <a:lnTo>
                  <a:pt x="1732" y="742"/>
                </a:lnTo>
                <a:lnTo>
                  <a:pt x="1920" y="742"/>
                </a:lnTo>
                <a:lnTo>
                  <a:pt x="1715" y="772"/>
                </a:lnTo>
                <a:lnTo>
                  <a:pt x="1660" y="712"/>
                </a:lnTo>
                <a:lnTo>
                  <a:pt x="1607" y="700"/>
                </a:lnTo>
                <a:lnTo>
                  <a:pt x="1527" y="605"/>
                </a:lnTo>
              </a:path>
              <a:path w="2495" h="1140">
                <a:moveTo>
                  <a:pt x="2192" y="1130"/>
                </a:moveTo>
                <a:lnTo>
                  <a:pt x="2180" y="1132"/>
                </a:lnTo>
                <a:lnTo>
                  <a:pt x="2172" y="1140"/>
                </a:lnTo>
                <a:lnTo>
                  <a:pt x="2160" y="1125"/>
                </a:lnTo>
                <a:lnTo>
                  <a:pt x="2122" y="1107"/>
                </a:lnTo>
                <a:lnTo>
                  <a:pt x="2117" y="1080"/>
                </a:lnTo>
                <a:lnTo>
                  <a:pt x="2105" y="1070"/>
                </a:lnTo>
                <a:lnTo>
                  <a:pt x="2072" y="1070"/>
                </a:lnTo>
                <a:lnTo>
                  <a:pt x="2072" y="1050"/>
                </a:lnTo>
                <a:lnTo>
                  <a:pt x="2062" y="1042"/>
                </a:lnTo>
                <a:lnTo>
                  <a:pt x="2060" y="1025"/>
                </a:lnTo>
                <a:lnTo>
                  <a:pt x="2037" y="1022"/>
                </a:lnTo>
                <a:lnTo>
                  <a:pt x="2017" y="1017"/>
                </a:lnTo>
                <a:lnTo>
                  <a:pt x="1997" y="1022"/>
                </a:lnTo>
                <a:lnTo>
                  <a:pt x="1997" y="1025"/>
                </a:lnTo>
                <a:lnTo>
                  <a:pt x="1952" y="1040"/>
                </a:lnTo>
                <a:lnTo>
                  <a:pt x="1952" y="1047"/>
                </a:lnTo>
                <a:lnTo>
                  <a:pt x="1912" y="1047"/>
                </a:lnTo>
                <a:lnTo>
                  <a:pt x="1892" y="1060"/>
                </a:lnTo>
                <a:lnTo>
                  <a:pt x="1867" y="1047"/>
                </a:lnTo>
                <a:lnTo>
                  <a:pt x="1867" y="1042"/>
                </a:lnTo>
                <a:lnTo>
                  <a:pt x="1867" y="1017"/>
                </a:lnTo>
                <a:lnTo>
                  <a:pt x="1860" y="992"/>
                </a:lnTo>
                <a:lnTo>
                  <a:pt x="1850" y="972"/>
                </a:lnTo>
                <a:lnTo>
                  <a:pt x="1855" y="955"/>
                </a:lnTo>
                <a:lnTo>
                  <a:pt x="1847" y="947"/>
                </a:lnTo>
                <a:lnTo>
                  <a:pt x="1842" y="910"/>
                </a:lnTo>
                <a:lnTo>
                  <a:pt x="1847" y="885"/>
                </a:lnTo>
                <a:lnTo>
                  <a:pt x="1870" y="865"/>
                </a:lnTo>
                <a:lnTo>
                  <a:pt x="1920" y="852"/>
                </a:lnTo>
                <a:lnTo>
                  <a:pt x="1932" y="835"/>
                </a:lnTo>
                <a:lnTo>
                  <a:pt x="1927" y="817"/>
                </a:lnTo>
                <a:lnTo>
                  <a:pt x="1940" y="812"/>
                </a:lnTo>
                <a:lnTo>
                  <a:pt x="1942" y="820"/>
                </a:lnTo>
                <a:lnTo>
                  <a:pt x="1947" y="807"/>
                </a:lnTo>
                <a:lnTo>
                  <a:pt x="1980" y="782"/>
                </a:lnTo>
                <a:lnTo>
                  <a:pt x="1997" y="795"/>
                </a:lnTo>
                <a:lnTo>
                  <a:pt x="2017" y="787"/>
                </a:lnTo>
                <a:lnTo>
                  <a:pt x="2022" y="767"/>
                </a:lnTo>
                <a:lnTo>
                  <a:pt x="2042" y="762"/>
                </a:lnTo>
                <a:lnTo>
                  <a:pt x="2037" y="747"/>
                </a:lnTo>
                <a:lnTo>
                  <a:pt x="2065" y="757"/>
                </a:lnTo>
                <a:lnTo>
                  <a:pt x="2087" y="752"/>
                </a:lnTo>
                <a:lnTo>
                  <a:pt x="2100" y="805"/>
                </a:lnTo>
                <a:lnTo>
                  <a:pt x="2117" y="820"/>
                </a:lnTo>
                <a:lnTo>
                  <a:pt x="2132" y="820"/>
                </a:lnTo>
                <a:lnTo>
                  <a:pt x="2140" y="787"/>
                </a:lnTo>
                <a:lnTo>
                  <a:pt x="2135" y="772"/>
                </a:lnTo>
                <a:lnTo>
                  <a:pt x="2140" y="747"/>
                </a:lnTo>
                <a:lnTo>
                  <a:pt x="2147" y="745"/>
                </a:lnTo>
                <a:lnTo>
                  <a:pt x="2160" y="775"/>
                </a:lnTo>
                <a:lnTo>
                  <a:pt x="2172" y="782"/>
                </a:lnTo>
                <a:lnTo>
                  <a:pt x="2180" y="812"/>
                </a:lnTo>
                <a:lnTo>
                  <a:pt x="2192" y="852"/>
                </a:lnTo>
                <a:lnTo>
                  <a:pt x="2210" y="862"/>
                </a:lnTo>
                <a:lnTo>
                  <a:pt x="2232" y="892"/>
                </a:lnTo>
                <a:lnTo>
                  <a:pt x="2235" y="907"/>
                </a:lnTo>
                <a:lnTo>
                  <a:pt x="2255" y="925"/>
                </a:lnTo>
                <a:lnTo>
                  <a:pt x="2262" y="957"/>
                </a:lnTo>
                <a:lnTo>
                  <a:pt x="2262" y="982"/>
                </a:lnTo>
                <a:lnTo>
                  <a:pt x="2255" y="1022"/>
                </a:lnTo>
                <a:lnTo>
                  <a:pt x="2235" y="1047"/>
                </a:lnTo>
                <a:lnTo>
                  <a:pt x="2230" y="1080"/>
                </a:lnTo>
                <a:lnTo>
                  <a:pt x="2230" y="1107"/>
                </a:lnTo>
                <a:lnTo>
                  <a:pt x="2210" y="1112"/>
                </a:lnTo>
                <a:lnTo>
                  <a:pt x="2192" y="1130"/>
                </a:lnTo>
              </a:path>
              <a:path w="2495" h="1140">
                <a:moveTo>
                  <a:pt x="707" y="775"/>
                </a:moveTo>
                <a:lnTo>
                  <a:pt x="725" y="760"/>
                </a:lnTo>
                <a:lnTo>
                  <a:pt x="737" y="710"/>
                </a:lnTo>
                <a:lnTo>
                  <a:pt x="747" y="785"/>
                </a:lnTo>
                <a:lnTo>
                  <a:pt x="732" y="877"/>
                </a:lnTo>
                <a:lnTo>
                  <a:pt x="702" y="897"/>
                </a:lnTo>
                <a:lnTo>
                  <a:pt x="702" y="852"/>
                </a:lnTo>
                <a:lnTo>
                  <a:pt x="710" y="822"/>
                </a:lnTo>
                <a:lnTo>
                  <a:pt x="707" y="77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2" name="textbox 622"/>
          <p:cNvSpPr/>
          <p:nvPr/>
        </p:nvSpPr>
        <p:spPr>
          <a:xfrm>
            <a:off x="1125577" y="3988677"/>
            <a:ext cx="7437755" cy="24580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使之互通，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H3C-R2</a:t>
            </a:r>
            <a:r>
              <a:rPr sz="3200" kern="0" spc="-1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作为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lnet</a:t>
            </a:r>
            <a:r>
              <a:rPr sz="3200" kern="0" spc="-2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客户端访</a:t>
            </a:r>
            <a:r>
              <a:rPr sz="32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en-US" altLang="en-US" sz="3200" dirty="0"/>
          </a:p>
          <a:p>
            <a:pPr marL="56515" algn="l" rtl="0" eaLnBrk="0">
              <a:lnSpc>
                <a:spcPct val="84000"/>
              </a:lnSpc>
              <a:spcBef>
                <a:spcPts val="2125"/>
              </a:spcBef>
            </a:pPr>
            <a:r>
              <a:rPr sz="3200" kern="0" spc="-4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</a:t>
            </a:r>
            <a:r>
              <a:rPr sz="3200" b="1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H3C-R1</a:t>
            </a:r>
            <a:r>
              <a:rPr sz="3200" kern="0" spc="-4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（先完成该实验）</a:t>
            </a:r>
            <a:r>
              <a:rPr sz="3200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32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en-US" sz="32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marL="6227445" algn="l" rtl="0" eaLnBrk="0">
              <a:lnSpc>
                <a:spcPts val="2420"/>
              </a:lnSpc>
              <a:spcBef>
                <a:spcPts val="5"/>
              </a:spcBef>
            </a:pPr>
            <a:r>
              <a:rPr sz="3200" kern="0" spc="560" dirty="0">
                <a:solidFill>
                  <a:srgbClr val="0000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lang="en-US" altLang="en-US" sz="3200" dirty="0"/>
          </a:p>
        </p:txBody>
      </p:sp>
      <p:sp>
        <p:nvSpPr>
          <p:cNvPr id="624" name="path"/>
          <p:cNvSpPr/>
          <p:nvPr/>
        </p:nvSpPr>
        <p:spPr>
          <a:xfrm>
            <a:off x="7158947" y="4748212"/>
            <a:ext cx="1363662" cy="876300"/>
          </a:xfrm>
          <a:custGeom>
            <a:avLst/>
            <a:gdLst/>
            <a:ahLst/>
            <a:cxnLst/>
            <a:rect l="0" t="0" r="0" b="0"/>
            <a:pathLst>
              <a:path w="2147" h="1380">
                <a:moveTo>
                  <a:pt x="180" y="730"/>
                </a:moveTo>
                <a:lnTo>
                  <a:pt x="180" y="770"/>
                </a:lnTo>
                <a:lnTo>
                  <a:pt x="180" y="745"/>
                </a:lnTo>
                <a:lnTo>
                  <a:pt x="180" y="730"/>
                </a:lnTo>
              </a:path>
              <a:path w="2147" h="1380">
                <a:moveTo>
                  <a:pt x="457" y="710"/>
                </a:moveTo>
                <a:lnTo>
                  <a:pt x="422" y="710"/>
                </a:lnTo>
                <a:lnTo>
                  <a:pt x="402" y="732"/>
                </a:lnTo>
                <a:lnTo>
                  <a:pt x="390" y="732"/>
                </a:lnTo>
                <a:lnTo>
                  <a:pt x="380" y="742"/>
                </a:lnTo>
                <a:lnTo>
                  <a:pt x="367" y="742"/>
                </a:lnTo>
                <a:lnTo>
                  <a:pt x="367" y="772"/>
                </a:lnTo>
                <a:lnTo>
                  <a:pt x="387" y="795"/>
                </a:lnTo>
                <a:lnTo>
                  <a:pt x="440" y="795"/>
                </a:lnTo>
                <a:lnTo>
                  <a:pt x="457" y="772"/>
                </a:lnTo>
                <a:lnTo>
                  <a:pt x="457" y="710"/>
                </a:lnTo>
              </a:path>
              <a:path w="2147" h="1380">
                <a:moveTo>
                  <a:pt x="147" y="530"/>
                </a:moveTo>
                <a:lnTo>
                  <a:pt x="127" y="517"/>
                </a:lnTo>
                <a:lnTo>
                  <a:pt x="127" y="465"/>
                </a:lnTo>
                <a:lnTo>
                  <a:pt x="137" y="452"/>
                </a:lnTo>
                <a:lnTo>
                  <a:pt x="120" y="452"/>
                </a:lnTo>
                <a:lnTo>
                  <a:pt x="130" y="440"/>
                </a:lnTo>
                <a:lnTo>
                  <a:pt x="117" y="440"/>
                </a:lnTo>
                <a:lnTo>
                  <a:pt x="102" y="455"/>
                </a:lnTo>
                <a:lnTo>
                  <a:pt x="102" y="487"/>
                </a:lnTo>
                <a:lnTo>
                  <a:pt x="110" y="495"/>
                </a:lnTo>
                <a:lnTo>
                  <a:pt x="110" y="510"/>
                </a:lnTo>
                <a:lnTo>
                  <a:pt x="105" y="510"/>
                </a:lnTo>
                <a:lnTo>
                  <a:pt x="92" y="522"/>
                </a:lnTo>
                <a:lnTo>
                  <a:pt x="92" y="535"/>
                </a:lnTo>
                <a:lnTo>
                  <a:pt x="77" y="557"/>
                </a:lnTo>
                <a:lnTo>
                  <a:pt x="130" y="557"/>
                </a:lnTo>
                <a:lnTo>
                  <a:pt x="147" y="530"/>
                </a:lnTo>
              </a:path>
              <a:path w="2147" h="1380">
                <a:moveTo>
                  <a:pt x="87" y="492"/>
                </a:moveTo>
                <a:lnTo>
                  <a:pt x="95" y="492"/>
                </a:lnTo>
                <a:lnTo>
                  <a:pt x="95" y="480"/>
                </a:lnTo>
                <a:lnTo>
                  <a:pt x="80" y="480"/>
                </a:lnTo>
                <a:lnTo>
                  <a:pt x="55" y="505"/>
                </a:lnTo>
                <a:lnTo>
                  <a:pt x="55" y="520"/>
                </a:lnTo>
                <a:lnTo>
                  <a:pt x="77" y="520"/>
                </a:lnTo>
                <a:lnTo>
                  <a:pt x="87" y="507"/>
                </a:lnTo>
                <a:lnTo>
                  <a:pt x="87" y="492"/>
                </a:lnTo>
              </a:path>
              <a:path w="2147" h="1380">
                <a:moveTo>
                  <a:pt x="300" y="410"/>
                </a:moveTo>
                <a:lnTo>
                  <a:pt x="300" y="435"/>
                </a:lnTo>
                <a:lnTo>
                  <a:pt x="310" y="445"/>
                </a:lnTo>
                <a:lnTo>
                  <a:pt x="360" y="445"/>
                </a:lnTo>
                <a:lnTo>
                  <a:pt x="360" y="460"/>
                </a:lnTo>
                <a:lnTo>
                  <a:pt x="322" y="460"/>
                </a:lnTo>
                <a:lnTo>
                  <a:pt x="322" y="502"/>
                </a:lnTo>
                <a:lnTo>
                  <a:pt x="307" y="482"/>
                </a:lnTo>
                <a:lnTo>
                  <a:pt x="307" y="510"/>
                </a:lnTo>
                <a:lnTo>
                  <a:pt x="285" y="535"/>
                </a:lnTo>
                <a:lnTo>
                  <a:pt x="272" y="520"/>
                </a:lnTo>
                <a:lnTo>
                  <a:pt x="250" y="537"/>
                </a:lnTo>
                <a:lnTo>
                  <a:pt x="247" y="532"/>
                </a:lnTo>
                <a:lnTo>
                  <a:pt x="220" y="532"/>
                </a:lnTo>
                <a:lnTo>
                  <a:pt x="235" y="515"/>
                </a:lnTo>
                <a:lnTo>
                  <a:pt x="235" y="507"/>
                </a:lnTo>
                <a:lnTo>
                  <a:pt x="220" y="495"/>
                </a:lnTo>
                <a:lnTo>
                  <a:pt x="220" y="475"/>
                </a:lnTo>
                <a:lnTo>
                  <a:pt x="202" y="495"/>
                </a:lnTo>
                <a:lnTo>
                  <a:pt x="202" y="532"/>
                </a:lnTo>
                <a:lnTo>
                  <a:pt x="182" y="532"/>
                </a:lnTo>
                <a:lnTo>
                  <a:pt x="155" y="560"/>
                </a:lnTo>
                <a:lnTo>
                  <a:pt x="145" y="560"/>
                </a:lnTo>
                <a:lnTo>
                  <a:pt x="130" y="577"/>
                </a:lnTo>
                <a:lnTo>
                  <a:pt x="75" y="577"/>
                </a:lnTo>
                <a:lnTo>
                  <a:pt x="95" y="602"/>
                </a:lnTo>
                <a:lnTo>
                  <a:pt x="95" y="642"/>
                </a:lnTo>
                <a:lnTo>
                  <a:pt x="75" y="665"/>
                </a:lnTo>
                <a:lnTo>
                  <a:pt x="55" y="642"/>
                </a:lnTo>
                <a:lnTo>
                  <a:pt x="12" y="642"/>
                </a:lnTo>
                <a:lnTo>
                  <a:pt x="12" y="670"/>
                </a:lnTo>
                <a:lnTo>
                  <a:pt x="0" y="687"/>
                </a:lnTo>
                <a:lnTo>
                  <a:pt x="0" y="725"/>
                </a:lnTo>
                <a:lnTo>
                  <a:pt x="25" y="755"/>
                </a:lnTo>
                <a:lnTo>
                  <a:pt x="65" y="755"/>
                </a:lnTo>
                <a:lnTo>
                  <a:pt x="125" y="682"/>
                </a:lnTo>
                <a:lnTo>
                  <a:pt x="180" y="682"/>
                </a:lnTo>
                <a:lnTo>
                  <a:pt x="187" y="667"/>
                </a:lnTo>
                <a:lnTo>
                  <a:pt x="200" y="682"/>
                </a:lnTo>
                <a:lnTo>
                  <a:pt x="197" y="697"/>
                </a:lnTo>
                <a:lnTo>
                  <a:pt x="247" y="747"/>
                </a:lnTo>
                <a:lnTo>
                  <a:pt x="247" y="767"/>
                </a:lnTo>
                <a:lnTo>
                  <a:pt x="260" y="760"/>
                </a:lnTo>
                <a:lnTo>
                  <a:pt x="252" y="747"/>
                </a:lnTo>
                <a:lnTo>
                  <a:pt x="260" y="740"/>
                </a:lnTo>
                <a:lnTo>
                  <a:pt x="267" y="747"/>
                </a:lnTo>
                <a:lnTo>
                  <a:pt x="272" y="745"/>
                </a:lnTo>
                <a:lnTo>
                  <a:pt x="220" y="680"/>
                </a:lnTo>
                <a:lnTo>
                  <a:pt x="220" y="657"/>
                </a:lnTo>
                <a:lnTo>
                  <a:pt x="235" y="657"/>
                </a:lnTo>
                <a:lnTo>
                  <a:pt x="235" y="670"/>
                </a:lnTo>
                <a:lnTo>
                  <a:pt x="285" y="727"/>
                </a:lnTo>
                <a:lnTo>
                  <a:pt x="285" y="745"/>
                </a:lnTo>
                <a:lnTo>
                  <a:pt x="307" y="770"/>
                </a:lnTo>
                <a:lnTo>
                  <a:pt x="302" y="775"/>
                </a:lnTo>
                <a:lnTo>
                  <a:pt x="317" y="795"/>
                </a:lnTo>
                <a:lnTo>
                  <a:pt x="342" y="767"/>
                </a:lnTo>
                <a:lnTo>
                  <a:pt x="327" y="750"/>
                </a:lnTo>
                <a:lnTo>
                  <a:pt x="342" y="735"/>
                </a:lnTo>
                <a:lnTo>
                  <a:pt x="360" y="735"/>
                </a:lnTo>
                <a:lnTo>
                  <a:pt x="370" y="725"/>
                </a:lnTo>
                <a:lnTo>
                  <a:pt x="382" y="725"/>
                </a:lnTo>
                <a:lnTo>
                  <a:pt x="367" y="702"/>
                </a:lnTo>
                <a:lnTo>
                  <a:pt x="375" y="692"/>
                </a:lnTo>
                <a:lnTo>
                  <a:pt x="375" y="655"/>
                </a:lnTo>
                <a:lnTo>
                  <a:pt x="392" y="635"/>
                </a:lnTo>
                <a:lnTo>
                  <a:pt x="400" y="642"/>
                </a:lnTo>
                <a:lnTo>
                  <a:pt x="415" y="642"/>
                </a:lnTo>
                <a:lnTo>
                  <a:pt x="407" y="652"/>
                </a:lnTo>
                <a:lnTo>
                  <a:pt x="422" y="667"/>
                </a:lnTo>
                <a:lnTo>
                  <a:pt x="430" y="655"/>
                </a:lnTo>
                <a:lnTo>
                  <a:pt x="442" y="655"/>
                </a:lnTo>
                <a:lnTo>
                  <a:pt x="442" y="647"/>
                </a:lnTo>
                <a:lnTo>
                  <a:pt x="437" y="647"/>
                </a:lnTo>
                <a:lnTo>
                  <a:pt x="427" y="642"/>
                </a:lnTo>
                <a:lnTo>
                  <a:pt x="450" y="612"/>
                </a:lnTo>
                <a:lnTo>
                  <a:pt x="450" y="655"/>
                </a:lnTo>
                <a:lnTo>
                  <a:pt x="457" y="655"/>
                </a:lnTo>
                <a:lnTo>
                  <a:pt x="457" y="410"/>
                </a:lnTo>
                <a:lnTo>
                  <a:pt x="300" y="410"/>
                </a:lnTo>
              </a:path>
              <a:path w="2147" h="1380">
                <a:moveTo>
                  <a:pt x="195" y="405"/>
                </a:moveTo>
                <a:lnTo>
                  <a:pt x="250" y="362"/>
                </a:lnTo>
                <a:lnTo>
                  <a:pt x="305" y="280"/>
                </a:lnTo>
                <a:lnTo>
                  <a:pt x="372" y="240"/>
                </a:lnTo>
                <a:lnTo>
                  <a:pt x="440" y="287"/>
                </a:lnTo>
                <a:lnTo>
                  <a:pt x="447" y="325"/>
                </a:lnTo>
                <a:lnTo>
                  <a:pt x="432" y="325"/>
                </a:lnTo>
                <a:lnTo>
                  <a:pt x="405" y="320"/>
                </a:lnTo>
                <a:lnTo>
                  <a:pt x="440" y="362"/>
                </a:lnTo>
                <a:lnTo>
                  <a:pt x="582" y="307"/>
                </a:lnTo>
                <a:lnTo>
                  <a:pt x="562" y="267"/>
                </a:lnTo>
                <a:lnTo>
                  <a:pt x="625" y="197"/>
                </a:lnTo>
                <a:lnTo>
                  <a:pt x="665" y="197"/>
                </a:lnTo>
                <a:lnTo>
                  <a:pt x="625" y="222"/>
                </a:lnTo>
                <a:lnTo>
                  <a:pt x="595" y="272"/>
                </a:lnTo>
                <a:lnTo>
                  <a:pt x="595" y="307"/>
                </a:lnTo>
                <a:lnTo>
                  <a:pt x="652" y="345"/>
                </a:lnTo>
                <a:lnTo>
                  <a:pt x="735" y="237"/>
                </a:lnTo>
                <a:lnTo>
                  <a:pt x="1020" y="112"/>
                </a:lnTo>
                <a:lnTo>
                  <a:pt x="1020" y="40"/>
                </a:lnTo>
                <a:lnTo>
                  <a:pt x="1150" y="12"/>
                </a:lnTo>
                <a:lnTo>
                  <a:pt x="1225" y="50"/>
                </a:lnTo>
                <a:lnTo>
                  <a:pt x="1397" y="0"/>
                </a:lnTo>
                <a:lnTo>
                  <a:pt x="1452" y="25"/>
                </a:lnTo>
                <a:lnTo>
                  <a:pt x="1567" y="152"/>
                </a:lnTo>
                <a:lnTo>
                  <a:pt x="1700" y="127"/>
                </a:lnTo>
                <a:lnTo>
                  <a:pt x="1782" y="172"/>
                </a:lnTo>
                <a:lnTo>
                  <a:pt x="1990" y="162"/>
                </a:lnTo>
                <a:lnTo>
                  <a:pt x="2147" y="210"/>
                </a:lnTo>
                <a:lnTo>
                  <a:pt x="2132" y="280"/>
                </a:lnTo>
                <a:lnTo>
                  <a:pt x="2000" y="325"/>
                </a:lnTo>
                <a:lnTo>
                  <a:pt x="2022" y="370"/>
                </a:lnTo>
                <a:lnTo>
                  <a:pt x="1965" y="395"/>
                </a:lnTo>
                <a:lnTo>
                  <a:pt x="1962" y="485"/>
                </a:lnTo>
                <a:lnTo>
                  <a:pt x="1910" y="545"/>
                </a:lnTo>
                <a:lnTo>
                  <a:pt x="1890" y="490"/>
                </a:lnTo>
                <a:lnTo>
                  <a:pt x="1917" y="437"/>
                </a:lnTo>
                <a:lnTo>
                  <a:pt x="1912" y="330"/>
                </a:lnTo>
                <a:lnTo>
                  <a:pt x="1860" y="385"/>
                </a:lnTo>
                <a:lnTo>
                  <a:pt x="1820" y="415"/>
                </a:lnTo>
                <a:lnTo>
                  <a:pt x="1780" y="367"/>
                </a:lnTo>
                <a:lnTo>
                  <a:pt x="1752" y="490"/>
                </a:lnTo>
                <a:lnTo>
                  <a:pt x="1782" y="490"/>
                </a:lnTo>
                <a:lnTo>
                  <a:pt x="1775" y="570"/>
                </a:lnTo>
                <a:lnTo>
                  <a:pt x="1740" y="657"/>
                </a:lnTo>
                <a:lnTo>
                  <a:pt x="1695" y="690"/>
                </a:lnTo>
                <a:lnTo>
                  <a:pt x="1732" y="747"/>
                </a:lnTo>
                <a:lnTo>
                  <a:pt x="1707" y="787"/>
                </a:lnTo>
                <a:lnTo>
                  <a:pt x="1700" y="752"/>
                </a:lnTo>
                <a:lnTo>
                  <a:pt x="1700" y="740"/>
                </a:lnTo>
                <a:lnTo>
                  <a:pt x="1670" y="720"/>
                </a:lnTo>
                <a:lnTo>
                  <a:pt x="1625" y="747"/>
                </a:lnTo>
                <a:lnTo>
                  <a:pt x="1665" y="842"/>
                </a:lnTo>
                <a:lnTo>
                  <a:pt x="1680" y="890"/>
                </a:lnTo>
                <a:lnTo>
                  <a:pt x="1630" y="1020"/>
                </a:lnTo>
                <a:lnTo>
                  <a:pt x="1542" y="1057"/>
                </a:lnTo>
                <a:lnTo>
                  <a:pt x="1467" y="1050"/>
                </a:lnTo>
                <a:lnTo>
                  <a:pt x="1505" y="1105"/>
                </a:lnTo>
                <a:lnTo>
                  <a:pt x="1507" y="1180"/>
                </a:lnTo>
                <a:lnTo>
                  <a:pt x="1455" y="1267"/>
                </a:lnTo>
                <a:lnTo>
                  <a:pt x="1395" y="1220"/>
                </a:lnTo>
                <a:lnTo>
                  <a:pt x="1387" y="1270"/>
                </a:lnTo>
                <a:lnTo>
                  <a:pt x="1432" y="1315"/>
                </a:lnTo>
                <a:lnTo>
                  <a:pt x="1470" y="1380"/>
                </a:lnTo>
                <a:lnTo>
                  <a:pt x="1407" y="1340"/>
                </a:lnTo>
                <a:lnTo>
                  <a:pt x="1332" y="1122"/>
                </a:lnTo>
                <a:lnTo>
                  <a:pt x="1240" y="1065"/>
                </a:lnTo>
                <a:lnTo>
                  <a:pt x="1172" y="1070"/>
                </a:lnTo>
                <a:lnTo>
                  <a:pt x="1085" y="1192"/>
                </a:lnTo>
                <a:lnTo>
                  <a:pt x="1097" y="1237"/>
                </a:lnTo>
                <a:lnTo>
                  <a:pt x="1067" y="1325"/>
                </a:lnTo>
                <a:lnTo>
                  <a:pt x="1040" y="1325"/>
                </a:lnTo>
                <a:lnTo>
                  <a:pt x="940" y="1142"/>
                </a:lnTo>
                <a:lnTo>
                  <a:pt x="940" y="1062"/>
                </a:lnTo>
                <a:lnTo>
                  <a:pt x="920" y="1092"/>
                </a:lnTo>
                <a:lnTo>
                  <a:pt x="862" y="1090"/>
                </a:lnTo>
                <a:lnTo>
                  <a:pt x="885" y="1040"/>
                </a:lnTo>
                <a:lnTo>
                  <a:pt x="797" y="977"/>
                </a:lnTo>
                <a:lnTo>
                  <a:pt x="687" y="977"/>
                </a:lnTo>
                <a:lnTo>
                  <a:pt x="595" y="915"/>
                </a:lnTo>
                <a:lnTo>
                  <a:pt x="587" y="977"/>
                </a:lnTo>
                <a:lnTo>
                  <a:pt x="665" y="1035"/>
                </a:lnTo>
                <a:lnTo>
                  <a:pt x="692" y="1035"/>
                </a:lnTo>
                <a:lnTo>
                  <a:pt x="612" y="1112"/>
                </a:lnTo>
                <a:lnTo>
                  <a:pt x="535" y="1130"/>
                </a:lnTo>
                <a:lnTo>
                  <a:pt x="535" y="1085"/>
                </a:lnTo>
                <a:lnTo>
                  <a:pt x="422" y="930"/>
                </a:lnTo>
                <a:lnTo>
                  <a:pt x="407" y="887"/>
                </a:lnTo>
                <a:lnTo>
                  <a:pt x="467" y="837"/>
                </a:lnTo>
                <a:lnTo>
                  <a:pt x="460" y="775"/>
                </a:lnTo>
                <a:lnTo>
                  <a:pt x="460" y="705"/>
                </a:lnTo>
                <a:lnTo>
                  <a:pt x="492" y="690"/>
                </a:lnTo>
                <a:lnTo>
                  <a:pt x="460" y="657"/>
                </a:lnTo>
                <a:lnTo>
                  <a:pt x="460" y="405"/>
                </a:lnTo>
                <a:lnTo>
                  <a:pt x="302" y="405"/>
                </a:lnTo>
                <a:lnTo>
                  <a:pt x="347" y="345"/>
                </a:lnTo>
                <a:lnTo>
                  <a:pt x="345" y="325"/>
                </a:lnTo>
                <a:lnTo>
                  <a:pt x="292" y="375"/>
                </a:lnTo>
                <a:lnTo>
                  <a:pt x="275" y="405"/>
                </a:lnTo>
                <a:lnTo>
                  <a:pt x="195" y="405"/>
                </a:lnTo>
              </a:path>
              <a:path w="2147" h="1380">
                <a:moveTo>
                  <a:pt x="1847" y="565"/>
                </a:moveTo>
                <a:lnTo>
                  <a:pt x="1847" y="600"/>
                </a:lnTo>
                <a:lnTo>
                  <a:pt x="1832" y="622"/>
                </a:lnTo>
                <a:lnTo>
                  <a:pt x="1837" y="660"/>
                </a:lnTo>
                <a:lnTo>
                  <a:pt x="1817" y="710"/>
                </a:lnTo>
                <a:lnTo>
                  <a:pt x="1790" y="757"/>
                </a:lnTo>
                <a:lnTo>
                  <a:pt x="1747" y="787"/>
                </a:lnTo>
                <a:lnTo>
                  <a:pt x="1735" y="840"/>
                </a:lnTo>
                <a:lnTo>
                  <a:pt x="1752" y="845"/>
                </a:lnTo>
                <a:lnTo>
                  <a:pt x="1752" y="795"/>
                </a:lnTo>
                <a:lnTo>
                  <a:pt x="1812" y="792"/>
                </a:lnTo>
                <a:lnTo>
                  <a:pt x="1857" y="760"/>
                </a:lnTo>
                <a:lnTo>
                  <a:pt x="1857" y="692"/>
                </a:lnTo>
                <a:lnTo>
                  <a:pt x="1872" y="667"/>
                </a:lnTo>
                <a:lnTo>
                  <a:pt x="1850" y="625"/>
                </a:lnTo>
                <a:lnTo>
                  <a:pt x="1882" y="612"/>
                </a:lnTo>
                <a:lnTo>
                  <a:pt x="1902" y="577"/>
                </a:lnTo>
                <a:lnTo>
                  <a:pt x="1857" y="582"/>
                </a:lnTo>
                <a:lnTo>
                  <a:pt x="1847" y="56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26" name="picture 6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57679" y="4361471"/>
            <a:ext cx="175056" cy="319456"/>
          </a:xfrm>
          <a:prstGeom prst="rect">
            <a:avLst/>
          </a:prstGeom>
        </p:spPr>
      </p:pic>
      <p:pic>
        <p:nvPicPr>
          <p:cNvPr id="628" name="picture 6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630" name="picture 6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632" name="textbox 632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31</a:t>
            </a:r>
            <a:endParaRPr lang="en-US" altLang="en-US" sz="1400" dirty="0"/>
          </a:p>
        </p:txBody>
      </p:sp>
      <p:sp>
        <p:nvSpPr>
          <p:cNvPr id="634" name="path"/>
          <p:cNvSpPr/>
          <p:nvPr/>
        </p:nvSpPr>
        <p:spPr>
          <a:xfrm>
            <a:off x="8461375" y="5981700"/>
            <a:ext cx="25400" cy="30162"/>
          </a:xfrm>
          <a:custGeom>
            <a:avLst/>
            <a:gdLst/>
            <a:ahLst/>
            <a:cxnLst/>
            <a:rect l="0" t="0" r="0" b="0"/>
            <a:pathLst>
              <a:path w="40" h="47">
                <a:moveTo>
                  <a:pt x="20" y="40"/>
                </a:moveTo>
                <a:lnTo>
                  <a:pt x="5" y="32"/>
                </a:lnTo>
                <a:lnTo>
                  <a:pt x="5" y="25"/>
                </a:lnTo>
                <a:lnTo>
                  <a:pt x="5" y="20"/>
                </a:lnTo>
                <a:lnTo>
                  <a:pt x="2" y="12"/>
                </a:lnTo>
                <a:lnTo>
                  <a:pt x="0" y="0"/>
                </a:lnTo>
                <a:lnTo>
                  <a:pt x="5" y="0"/>
                </a:lnTo>
                <a:lnTo>
                  <a:pt x="20" y="5"/>
                </a:lnTo>
                <a:lnTo>
                  <a:pt x="27" y="5"/>
                </a:lnTo>
                <a:lnTo>
                  <a:pt x="30" y="5"/>
                </a:lnTo>
                <a:lnTo>
                  <a:pt x="40" y="0"/>
                </a:lnTo>
                <a:lnTo>
                  <a:pt x="40" y="20"/>
                </a:lnTo>
                <a:lnTo>
                  <a:pt x="35" y="25"/>
                </a:lnTo>
                <a:lnTo>
                  <a:pt x="30" y="32"/>
                </a:lnTo>
                <a:lnTo>
                  <a:pt x="30" y="40"/>
                </a:lnTo>
                <a:lnTo>
                  <a:pt x="27" y="40"/>
                </a:lnTo>
                <a:lnTo>
                  <a:pt x="27" y="47"/>
                </a:lnTo>
                <a:lnTo>
                  <a:pt x="20" y="4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picture 6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638" name="table 638"/>
          <p:cNvGraphicFramePr>
            <a:graphicFrameLocks noGrp="1"/>
          </p:cNvGraphicFramePr>
          <p:nvPr/>
        </p:nvGraphicFramePr>
        <p:xfrm>
          <a:off x="679450" y="1651000"/>
          <a:ext cx="7785100" cy="1866265"/>
        </p:xfrm>
        <a:graphic>
          <a:graphicData uri="http://schemas.openxmlformats.org/drawingml/2006/table">
            <a:tbl>
              <a:tblPr/>
              <a:tblGrid>
                <a:gridCol w="2597150"/>
                <a:gridCol w="2590800"/>
                <a:gridCol w="2597150"/>
              </a:tblGrid>
              <a:tr h="377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400" dirty="0"/>
                    </a:p>
                    <a:p>
                      <a:pPr marL="109855" algn="l" rtl="0" eaLnBrk="0">
                        <a:lnSpc>
                          <a:spcPts val="2055"/>
                        </a:lnSpc>
                        <a:spcBef>
                          <a:spcPts val="0"/>
                        </a:spcBef>
                      </a:pPr>
                      <a:r>
                        <a:rPr sz="1700" kern="0" spc="80" dirty="0">
                          <a:ln w="6537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bevel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400" dirty="0"/>
                    </a:p>
                    <a:p>
                      <a:pPr marL="99060" algn="l" rtl="0" eaLnBrk="0">
                        <a:lnSpc>
                          <a:spcPts val="2055"/>
                        </a:lnSpc>
                        <a:spcBef>
                          <a:spcPts val="0"/>
                        </a:spcBef>
                      </a:pPr>
                      <a:r>
                        <a:rPr sz="1700" kern="0" spc="80" dirty="0">
                          <a:ln w="6537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bevel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接口名称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lang="en-US" altLang="en-US" sz="400" dirty="0"/>
                    </a:p>
                    <a:p>
                      <a:pPr marL="95885" algn="l" rtl="0" eaLnBrk="0">
                        <a:lnSpc>
                          <a:spcPts val="2125"/>
                        </a:lnSpc>
                        <a:spcBef>
                          <a:spcPts val="0"/>
                        </a:spcBef>
                      </a:pP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IP</a:t>
                      </a:r>
                      <a:r>
                        <a:rPr sz="1700" kern="0" spc="130" dirty="0">
                          <a:ln w="6537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bevel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地址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66"/>
                    </a:solidFill>
                  </a:tcPr>
                </a:tc>
              </a:tr>
              <a:tr h="3702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600" dirty="0"/>
                    </a:p>
                    <a:p>
                      <a:pPr marL="10160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H3C_R1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200" dirty="0"/>
                    </a:p>
                    <a:p>
                      <a:pPr marL="99060" algn="l" rtl="0" eaLnBrk="0">
                        <a:lnSpc>
                          <a:spcPts val="2360"/>
                        </a:lnSpc>
                        <a:spcBef>
                          <a:spcPts val="0"/>
                        </a:spcBef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GE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0/0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200" dirty="0"/>
                    </a:p>
                    <a:p>
                      <a:pPr marL="118110" algn="l" rtl="0" eaLnBrk="0">
                        <a:lnSpc>
                          <a:spcPts val="2360"/>
                        </a:lnSpc>
                        <a:spcBef>
                          <a:spcPts val="0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hlinkClick r:id="rId2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192.168.10.254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/24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600" dirty="0"/>
                    </a:p>
                    <a:p>
                      <a:pPr marL="101600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H3C_R1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99060" algn="l" rtl="0" eaLnBrk="0">
                        <a:lnSpc>
                          <a:spcPts val="2360"/>
                        </a:lnSpc>
                        <a:spcBef>
                          <a:spcPts val="0"/>
                        </a:spcBef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GE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0/</a:t>
                      </a:r>
                      <a:r>
                        <a:rPr sz="17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118110" algn="l" rtl="0" eaLnBrk="0">
                        <a:lnSpc>
                          <a:spcPts val="2360"/>
                        </a:lnSpc>
                        <a:spcBef>
                          <a:spcPts val="0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hlinkClick r:id="rId3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192.168.100.1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/2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600" dirty="0"/>
                    </a:p>
                    <a:p>
                      <a:pPr marL="101600" algn="l" rtl="0" eaLnBrk="0">
                        <a:lnSpc>
                          <a:spcPct val="82000"/>
                        </a:lnSpc>
                        <a:spcBef>
                          <a:spcPts val="0"/>
                        </a:spcBef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H3C_R2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99060" algn="l" rtl="0" eaLnBrk="0">
                        <a:lnSpc>
                          <a:spcPts val="2360"/>
                        </a:lnSpc>
                        <a:spcBef>
                          <a:spcPts val="0"/>
                        </a:spcBef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GE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0/0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118110" algn="l" rtl="0" eaLnBrk="0">
                        <a:lnSpc>
                          <a:spcPts val="2360"/>
                        </a:lnSpc>
                        <a:spcBef>
                          <a:spcPts val="0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hlinkClick r:id="rId4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192.168.100.2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/2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ED3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600" dirty="0"/>
                    </a:p>
                    <a:p>
                      <a:pPr marL="101600" algn="l" rtl="0" eaLnBrk="0">
                        <a:lnSpc>
                          <a:spcPct val="81000"/>
                        </a:lnSpc>
                        <a:spcBef>
                          <a:spcPts val="0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PC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600" dirty="0"/>
                    </a:p>
                    <a:p>
                      <a:pPr marL="99060" algn="l" rtl="0" eaLnBrk="0">
                        <a:lnSpc>
                          <a:spcPct val="81000"/>
                        </a:lnSpc>
                        <a:spcBef>
                          <a:spcPts val="0"/>
                        </a:spcBef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GE</a:t>
                      </a: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200" dirty="0"/>
                    </a:p>
                    <a:p>
                      <a:pPr marL="118110" algn="l" rtl="0" eaLnBrk="0">
                        <a:lnSpc>
                          <a:spcPts val="2360"/>
                        </a:lnSpc>
                        <a:spcBef>
                          <a:spcPts val="0"/>
                        </a:spcBef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hlinkClick r:id="rId5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192.168.10.1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/24</a:t>
                      </a:r>
                      <a:endParaRPr lang="en-US" altLang="en-US" sz="17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EA"/>
                    </a:solidFill>
                  </a:tcPr>
                </a:tc>
              </a:tr>
            </a:tbl>
          </a:graphicData>
        </a:graphic>
      </p:graphicFrame>
      <p:pic>
        <p:nvPicPr>
          <p:cNvPr id="640" name="picture 6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077075" y="4361471"/>
            <a:ext cx="1887537" cy="2086953"/>
          </a:xfrm>
          <a:prstGeom prst="rect">
            <a:avLst/>
          </a:prstGeom>
        </p:spPr>
      </p:pic>
      <p:pic>
        <p:nvPicPr>
          <p:cNvPr id="642" name="picture 6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sp>
        <p:nvSpPr>
          <p:cNvPr id="644" name="textbox 644"/>
          <p:cNvSpPr/>
          <p:nvPr/>
        </p:nvSpPr>
        <p:spPr>
          <a:xfrm>
            <a:off x="800419" y="555130"/>
            <a:ext cx="2233929" cy="6788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4400" u="sng" kern="0" spc="-6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实验配置</a:t>
            </a:r>
            <a:endParaRPr lang="en-US" altLang="en-US" sz="4400" dirty="0"/>
          </a:p>
        </p:txBody>
      </p:sp>
      <p:pic>
        <p:nvPicPr>
          <p:cNvPr id="646" name="picture 6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648" name="textbox 648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32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picture 6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652" name="textbox 652"/>
          <p:cNvSpPr/>
          <p:nvPr/>
        </p:nvSpPr>
        <p:spPr>
          <a:xfrm>
            <a:off x="638378" y="555130"/>
            <a:ext cx="8099425" cy="38392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174625" algn="l" rtl="0" eaLnBrk="0">
              <a:lnSpc>
                <a:spcPct val="96000"/>
              </a:lnSpc>
            </a:pPr>
            <a:r>
              <a:rPr sz="4400" u="sng" kern="0" spc="-6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实验配置</a:t>
            </a:r>
            <a:endParaRPr lang="en-US" altLang="en-US" sz="4400" dirty="0"/>
          </a:p>
          <a:p>
            <a:pPr algn="l" rtl="0" eaLnBrk="0">
              <a:lnSpc>
                <a:spcPct val="124000"/>
              </a:lnSpc>
            </a:pPr>
            <a:endParaRPr lang="en-US" altLang="en-US" sz="1000" dirty="0"/>
          </a:p>
          <a:p>
            <a:pPr algn="l" rtl="0" eaLnBrk="0">
              <a:lnSpc>
                <a:spcPct val="124000"/>
              </a:lnSpc>
            </a:pPr>
            <a:endParaRPr lang="en-US" altLang="en-US" sz="1000" dirty="0"/>
          </a:p>
          <a:p>
            <a:pPr marL="351790" indent="-339090" algn="l" rtl="0" eaLnBrk="0">
              <a:lnSpc>
                <a:spcPct val="123000"/>
              </a:lnSpc>
              <a:spcBef>
                <a:spcPts val="970"/>
              </a:spcBef>
            </a:pPr>
            <a:r>
              <a:rPr sz="2300" kern="0" spc="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6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连接好所有设备，给设备加电后，主要步骤</a:t>
            </a:r>
            <a:r>
              <a:rPr sz="3200" kern="0" spc="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200" kern="0" spc="-9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如下</a:t>
            </a:r>
            <a:endParaRPr lang="en-US" altLang="en-US" sz="3200" dirty="0"/>
          </a:p>
          <a:p>
            <a:pPr algn="l" rtl="0" eaLnBrk="0">
              <a:lnSpc>
                <a:spcPct val="133000"/>
              </a:lnSpc>
            </a:pPr>
            <a:endParaRPr lang="en-US" altLang="en-US" sz="1000" dirty="0"/>
          </a:p>
          <a:p>
            <a:pPr marL="473710" algn="l" rtl="0" eaLnBrk="0">
              <a:lnSpc>
                <a:spcPts val="3470"/>
              </a:lnSpc>
              <a:spcBef>
                <a:spcPts val="815"/>
              </a:spcBef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路由器作为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</a:t>
            </a:r>
            <a:r>
              <a:rPr sz="2700" kern="0" spc="8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器。</a:t>
            </a:r>
            <a:endParaRPr lang="en-US" altLang="en-US" sz="2700" dirty="0"/>
          </a:p>
          <a:p>
            <a:pPr algn="l" rtl="0" eaLnBrk="0">
              <a:lnSpc>
                <a:spcPct val="119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600" dirty="0"/>
          </a:p>
          <a:p>
            <a:pPr marL="473710" algn="l" rtl="0" eaLnBrk="0">
              <a:lnSpc>
                <a:spcPts val="3470"/>
              </a:lnSpc>
              <a:spcBef>
                <a:spcPts val="5"/>
              </a:spcBef>
            </a:pP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3C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路由器作为</a:t>
            </a:r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客户端访问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H3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设备。</a:t>
            </a:r>
            <a:endParaRPr lang="en-US" altLang="en-US" sz="2700" dirty="0"/>
          </a:p>
        </p:txBody>
      </p:sp>
      <p:pic>
        <p:nvPicPr>
          <p:cNvPr id="654" name="picture 6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429125"/>
            <a:ext cx="1887537" cy="2019300"/>
          </a:xfrm>
          <a:prstGeom prst="rect">
            <a:avLst/>
          </a:prstGeom>
        </p:spPr>
      </p:pic>
      <p:sp>
        <p:nvSpPr>
          <p:cNvPr id="656" name="textbox 656"/>
          <p:cNvSpPr/>
          <p:nvPr/>
        </p:nvSpPr>
        <p:spPr>
          <a:xfrm>
            <a:off x="1088078" y="4669675"/>
            <a:ext cx="7475219" cy="17773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详细步骤参见文档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</a:t>
            </a:r>
            <a:r>
              <a:rPr sz="2700" kern="0" spc="90" dirty="0">
                <a:ln w="10151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配置两台</a:t>
            </a:r>
            <a:r>
              <a:rPr sz="2700" b="1" kern="0" spc="9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3640</a:t>
            </a:r>
            <a:r>
              <a:rPr sz="2700" kern="0" spc="90" dirty="0">
                <a:ln w="10151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路由器分别作</a:t>
            </a:r>
            <a:r>
              <a:rPr sz="2700" kern="0" spc="7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en-US" sz="27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marL="298450" algn="l" rtl="0" eaLnBrk="0">
              <a:lnSpc>
                <a:spcPct val="87000"/>
              </a:lnSpc>
              <a:spcBef>
                <a:spcPts val="820"/>
              </a:spcBef>
            </a:pPr>
            <a:r>
              <a:rPr sz="2700" kern="0" spc="40" dirty="0">
                <a:ln w="10151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700" b="1" kern="0" spc="0" dirty="0">
                <a:solidFill>
                  <a:srgbClr val="FFFF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Telnet</a:t>
            </a:r>
            <a:r>
              <a:rPr sz="2700" kern="0" spc="40" dirty="0">
                <a:ln w="10151" cap="flat" cmpd="sng">
                  <a:solidFill>
                    <a:srgbClr val="FFFF00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服务器和客户端</a:t>
            </a:r>
            <a:r>
              <a:rPr sz="2700" b="1" kern="0" spc="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”         </a:t>
            </a:r>
            <a:r>
              <a:rPr sz="2700" b="1" kern="0" spc="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</a:t>
            </a:r>
            <a:endParaRPr lang="en-US" altLang="en-US" sz="2700" dirty="0"/>
          </a:p>
          <a:p>
            <a:pPr algn="l" rtl="0" eaLnBrk="0">
              <a:lnSpc>
                <a:spcPct val="106000"/>
              </a:lnSpc>
            </a:pPr>
            <a:endParaRPr lang="en-US" altLang="en-US" sz="10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800" dirty="0"/>
          </a:p>
          <a:p>
            <a:pPr marL="6264910" algn="l" rtl="0" eaLnBrk="0">
              <a:lnSpc>
                <a:spcPts val="2420"/>
              </a:lnSpc>
              <a:spcBef>
                <a:spcPts val="0"/>
              </a:spcBef>
            </a:pPr>
            <a:r>
              <a:rPr sz="3200" kern="0" spc="560" dirty="0">
                <a:solidFill>
                  <a:srgbClr val="0000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endParaRPr lang="en-US" altLang="en-US" sz="3200" dirty="0"/>
          </a:p>
        </p:txBody>
      </p:sp>
      <p:sp>
        <p:nvSpPr>
          <p:cNvPr id="658" name="path"/>
          <p:cNvSpPr/>
          <p:nvPr/>
        </p:nvSpPr>
        <p:spPr>
          <a:xfrm>
            <a:off x="7016120" y="5243512"/>
            <a:ext cx="1374775" cy="668337"/>
          </a:xfrm>
          <a:custGeom>
            <a:avLst/>
            <a:gdLst/>
            <a:ahLst/>
            <a:cxnLst/>
            <a:rect l="0" t="0" r="0" b="0"/>
            <a:pathLst>
              <a:path w="2165" h="1052">
                <a:moveTo>
                  <a:pt x="190" y="0"/>
                </a:moveTo>
                <a:lnTo>
                  <a:pt x="177" y="27"/>
                </a:lnTo>
                <a:lnTo>
                  <a:pt x="112" y="82"/>
                </a:lnTo>
                <a:lnTo>
                  <a:pt x="100" y="132"/>
                </a:lnTo>
                <a:lnTo>
                  <a:pt x="52" y="170"/>
                </a:lnTo>
                <a:lnTo>
                  <a:pt x="20" y="240"/>
                </a:lnTo>
                <a:lnTo>
                  <a:pt x="20" y="285"/>
                </a:lnTo>
                <a:lnTo>
                  <a:pt x="0" y="360"/>
                </a:lnTo>
                <a:lnTo>
                  <a:pt x="27" y="392"/>
                </a:lnTo>
                <a:lnTo>
                  <a:pt x="100" y="487"/>
                </a:lnTo>
                <a:lnTo>
                  <a:pt x="120" y="475"/>
                </a:lnTo>
                <a:lnTo>
                  <a:pt x="247" y="475"/>
                </a:lnTo>
                <a:lnTo>
                  <a:pt x="307" y="497"/>
                </a:lnTo>
                <a:lnTo>
                  <a:pt x="302" y="572"/>
                </a:lnTo>
                <a:lnTo>
                  <a:pt x="345" y="670"/>
                </a:lnTo>
                <a:lnTo>
                  <a:pt x="342" y="697"/>
                </a:lnTo>
                <a:lnTo>
                  <a:pt x="360" y="727"/>
                </a:lnTo>
                <a:lnTo>
                  <a:pt x="332" y="797"/>
                </a:lnTo>
                <a:lnTo>
                  <a:pt x="365" y="885"/>
                </a:lnTo>
                <a:lnTo>
                  <a:pt x="382" y="955"/>
                </a:lnTo>
                <a:lnTo>
                  <a:pt x="405" y="997"/>
                </a:lnTo>
                <a:lnTo>
                  <a:pt x="427" y="1052"/>
                </a:lnTo>
                <a:lnTo>
                  <a:pt x="470" y="1045"/>
                </a:lnTo>
                <a:lnTo>
                  <a:pt x="540" y="1005"/>
                </a:lnTo>
                <a:lnTo>
                  <a:pt x="572" y="955"/>
                </a:lnTo>
                <a:lnTo>
                  <a:pt x="570" y="922"/>
                </a:lnTo>
                <a:lnTo>
                  <a:pt x="612" y="897"/>
                </a:lnTo>
                <a:lnTo>
                  <a:pt x="605" y="850"/>
                </a:lnTo>
                <a:lnTo>
                  <a:pt x="667" y="775"/>
                </a:lnTo>
                <a:lnTo>
                  <a:pt x="677" y="712"/>
                </a:lnTo>
                <a:lnTo>
                  <a:pt x="660" y="692"/>
                </a:lnTo>
                <a:lnTo>
                  <a:pt x="667" y="667"/>
                </a:lnTo>
                <a:lnTo>
                  <a:pt x="652" y="645"/>
                </a:lnTo>
                <a:lnTo>
                  <a:pt x="700" y="585"/>
                </a:lnTo>
                <a:lnTo>
                  <a:pt x="700" y="555"/>
                </a:lnTo>
                <a:lnTo>
                  <a:pt x="765" y="505"/>
                </a:lnTo>
                <a:lnTo>
                  <a:pt x="807" y="370"/>
                </a:lnTo>
                <a:lnTo>
                  <a:pt x="747" y="405"/>
                </a:lnTo>
                <a:lnTo>
                  <a:pt x="695" y="390"/>
                </a:lnTo>
                <a:lnTo>
                  <a:pt x="702" y="357"/>
                </a:lnTo>
                <a:lnTo>
                  <a:pt x="650" y="322"/>
                </a:lnTo>
                <a:lnTo>
                  <a:pt x="625" y="235"/>
                </a:lnTo>
                <a:lnTo>
                  <a:pt x="575" y="165"/>
                </a:lnTo>
                <a:lnTo>
                  <a:pt x="575" y="117"/>
                </a:lnTo>
                <a:lnTo>
                  <a:pt x="547" y="115"/>
                </a:lnTo>
                <a:lnTo>
                  <a:pt x="530" y="122"/>
                </a:lnTo>
                <a:lnTo>
                  <a:pt x="455" y="95"/>
                </a:lnTo>
                <a:lnTo>
                  <a:pt x="435" y="115"/>
                </a:lnTo>
                <a:lnTo>
                  <a:pt x="417" y="140"/>
                </a:lnTo>
                <a:lnTo>
                  <a:pt x="377" y="95"/>
                </a:lnTo>
                <a:lnTo>
                  <a:pt x="337" y="82"/>
                </a:lnTo>
                <a:lnTo>
                  <a:pt x="335" y="25"/>
                </a:lnTo>
                <a:lnTo>
                  <a:pt x="277" y="35"/>
                </a:lnTo>
                <a:lnTo>
                  <a:pt x="240" y="22"/>
                </a:lnTo>
                <a:lnTo>
                  <a:pt x="190" y="0"/>
                </a:lnTo>
              </a:path>
              <a:path w="2165" h="1052">
                <a:moveTo>
                  <a:pt x="1715" y="567"/>
                </a:moveTo>
                <a:lnTo>
                  <a:pt x="1757" y="567"/>
                </a:lnTo>
                <a:lnTo>
                  <a:pt x="1807" y="482"/>
                </a:lnTo>
                <a:lnTo>
                  <a:pt x="1835" y="532"/>
                </a:lnTo>
                <a:lnTo>
                  <a:pt x="1812" y="655"/>
                </a:lnTo>
                <a:lnTo>
                  <a:pt x="1722" y="625"/>
                </a:lnTo>
                <a:lnTo>
                  <a:pt x="1715" y="567"/>
                </a:lnTo>
              </a:path>
              <a:path w="2165" h="1052">
                <a:moveTo>
                  <a:pt x="1970" y="587"/>
                </a:moveTo>
                <a:lnTo>
                  <a:pt x="1957" y="550"/>
                </a:lnTo>
                <a:lnTo>
                  <a:pt x="2025" y="565"/>
                </a:lnTo>
                <a:lnTo>
                  <a:pt x="2125" y="605"/>
                </a:lnTo>
                <a:lnTo>
                  <a:pt x="2125" y="635"/>
                </a:lnTo>
                <a:lnTo>
                  <a:pt x="2165" y="715"/>
                </a:lnTo>
                <a:lnTo>
                  <a:pt x="2087" y="640"/>
                </a:lnTo>
                <a:lnTo>
                  <a:pt x="2035" y="645"/>
                </a:lnTo>
                <a:lnTo>
                  <a:pt x="1970" y="587"/>
                </a:lnTo>
              </a:path>
              <a:path w="2165" h="1052">
                <a:moveTo>
                  <a:pt x="1292" y="537"/>
                </a:moveTo>
                <a:lnTo>
                  <a:pt x="1272" y="565"/>
                </a:lnTo>
                <a:lnTo>
                  <a:pt x="1285" y="600"/>
                </a:lnTo>
                <a:lnTo>
                  <a:pt x="1312" y="575"/>
                </a:lnTo>
                <a:lnTo>
                  <a:pt x="1292" y="537"/>
                </a:lnTo>
              </a:path>
              <a:path w="2165" h="1052">
                <a:moveTo>
                  <a:pt x="1527" y="605"/>
                </a:moveTo>
                <a:lnTo>
                  <a:pt x="1585" y="617"/>
                </a:lnTo>
                <a:lnTo>
                  <a:pt x="1672" y="677"/>
                </a:lnTo>
                <a:lnTo>
                  <a:pt x="1660" y="712"/>
                </a:lnTo>
                <a:lnTo>
                  <a:pt x="1732" y="742"/>
                </a:lnTo>
                <a:lnTo>
                  <a:pt x="1920" y="742"/>
                </a:lnTo>
                <a:lnTo>
                  <a:pt x="1715" y="772"/>
                </a:lnTo>
                <a:lnTo>
                  <a:pt x="1660" y="712"/>
                </a:lnTo>
                <a:lnTo>
                  <a:pt x="1607" y="700"/>
                </a:lnTo>
                <a:lnTo>
                  <a:pt x="1527" y="605"/>
                </a:lnTo>
              </a:path>
              <a:path w="2165" h="1052">
                <a:moveTo>
                  <a:pt x="707" y="775"/>
                </a:moveTo>
                <a:lnTo>
                  <a:pt x="725" y="760"/>
                </a:lnTo>
                <a:lnTo>
                  <a:pt x="737" y="710"/>
                </a:lnTo>
                <a:lnTo>
                  <a:pt x="747" y="785"/>
                </a:lnTo>
                <a:lnTo>
                  <a:pt x="732" y="877"/>
                </a:lnTo>
                <a:lnTo>
                  <a:pt x="702" y="897"/>
                </a:lnTo>
                <a:lnTo>
                  <a:pt x="702" y="852"/>
                </a:lnTo>
                <a:lnTo>
                  <a:pt x="710" y="822"/>
                </a:lnTo>
                <a:lnTo>
                  <a:pt x="707" y="77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60" name="picture 6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6477000"/>
            <a:ext cx="9131807" cy="368807"/>
          </a:xfrm>
          <a:prstGeom prst="rect">
            <a:avLst/>
          </a:prstGeom>
        </p:spPr>
      </p:pic>
      <p:pic>
        <p:nvPicPr>
          <p:cNvPr id="662" name="picture 6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45387" y="6456362"/>
            <a:ext cx="957262" cy="173037"/>
          </a:xfrm>
          <a:prstGeom prst="rect">
            <a:avLst/>
          </a:prstGeom>
        </p:spPr>
      </p:pic>
      <p:sp>
        <p:nvSpPr>
          <p:cNvPr id="664" name="textbox 664"/>
          <p:cNvSpPr/>
          <p:nvPr/>
        </p:nvSpPr>
        <p:spPr>
          <a:xfrm>
            <a:off x="3381870" y="6552324"/>
            <a:ext cx="4997450" cy="184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4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33</a:t>
            </a:r>
            <a:endParaRPr lang="en-US" altLang="en-US" sz="1400" dirty="0"/>
          </a:p>
        </p:txBody>
      </p:sp>
      <p:sp>
        <p:nvSpPr>
          <p:cNvPr id="666" name="path"/>
          <p:cNvSpPr/>
          <p:nvPr/>
        </p:nvSpPr>
        <p:spPr>
          <a:xfrm>
            <a:off x="8247062" y="5716587"/>
            <a:ext cx="414337" cy="250825"/>
          </a:xfrm>
          <a:custGeom>
            <a:avLst/>
            <a:gdLst/>
            <a:ahLst/>
            <a:cxnLst/>
            <a:rect l="0" t="0" r="0" b="0"/>
            <a:pathLst>
              <a:path w="652" h="395">
                <a:moveTo>
                  <a:pt x="597" y="147"/>
                </a:moveTo>
                <a:lnTo>
                  <a:pt x="652" y="200"/>
                </a:lnTo>
                <a:lnTo>
                  <a:pt x="540" y="327"/>
                </a:lnTo>
                <a:lnTo>
                  <a:pt x="512" y="297"/>
                </a:lnTo>
                <a:lnTo>
                  <a:pt x="592" y="217"/>
                </a:lnTo>
                <a:lnTo>
                  <a:pt x="597" y="147"/>
                </a:lnTo>
              </a:path>
              <a:path w="652" h="395">
                <a:moveTo>
                  <a:pt x="350" y="385"/>
                </a:moveTo>
                <a:lnTo>
                  <a:pt x="337" y="387"/>
                </a:lnTo>
                <a:lnTo>
                  <a:pt x="330" y="395"/>
                </a:lnTo>
                <a:lnTo>
                  <a:pt x="317" y="380"/>
                </a:lnTo>
                <a:lnTo>
                  <a:pt x="280" y="362"/>
                </a:lnTo>
                <a:lnTo>
                  <a:pt x="275" y="335"/>
                </a:lnTo>
                <a:lnTo>
                  <a:pt x="262" y="325"/>
                </a:lnTo>
                <a:lnTo>
                  <a:pt x="230" y="325"/>
                </a:lnTo>
                <a:lnTo>
                  <a:pt x="230" y="305"/>
                </a:lnTo>
                <a:lnTo>
                  <a:pt x="220" y="297"/>
                </a:lnTo>
                <a:lnTo>
                  <a:pt x="217" y="280"/>
                </a:lnTo>
                <a:lnTo>
                  <a:pt x="195" y="277"/>
                </a:lnTo>
                <a:lnTo>
                  <a:pt x="175" y="272"/>
                </a:lnTo>
                <a:lnTo>
                  <a:pt x="155" y="277"/>
                </a:lnTo>
                <a:lnTo>
                  <a:pt x="155" y="280"/>
                </a:lnTo>
                <a:lnTo>
                  <a:pt x="110" y="295"/>
                </a:lnTo>
                <a:lnTo>
                  <a:pt x="110" y="302"/>
                </a:lnTo>
                <a:lnTo>
                  <a:pt x="70" y="302"/>
                </a:lnTo>
                <a:lnTo>
                  <a:pt x="50" y="315"/>
                </a:lnTo>
                <a:lnTo>
                  <a:pt x="25" y="302"/>
                </a:lnTo>
                <a:lnTo>
                  <a:pt x="25" y="297"/>
                </a:lnTo>
                <a:lnTo>
                  <a:pt x="25" y="272"/>
                </a:lnTo>
                <a:lnTo>
                  <a:pt x="17" y="247"/>
                </a:lnTo>
                <a:lnTo>
                  <a:pt x="7" y="227"/>
                </a:lnTo>
                <a:lnTo>
                  <a:pt x="12" y="210"/>
                </a:lnTo>
                <a:lnTo>
                  <a:pt x="5" y="202"/>
                </a:lnTo>
                <a:lnTo>
                  <a:pt x="0" y="165"/>
                </a:lnTo>
                <a:lnTo>
                  <a:pt x="5" y="140"/>
                </a:lnTo>
                <a:lnTo>
                  <a:pt x="27" y="120"/>
                </a:lnTo>
                <a:lnTo>
                  <a:pt x="77" y="107"/>
                </a:lnTo>
                <a:lnTo>
                  <a:pt x="90" y="90"/>
                </a:lnTo>
                <a:lnTo>
                  <a:pt x="85" y="72"/>
                </a:lnTo>
                <a:lnTo>
                  <a:pt x="97" y="67"/>
                </a:lnTo>
                <a:lnTo>
                  <a:pt x="100" y="75"/>
                </a:lnTo>
                <a:lnTo>
                  <a:pt x="105" y="62"/>
                </a:lnTo>
                <a:lnTo>
                  <a:pt x="137" y="37"/>
                </a:lnTo>
                <a:lnTo>
                  <a:pt x="155" y="50"/>
                </a:lnTo>
                <a:lnTo>
                  <a:pt x="175" y="42"/>
                </a:lnTo>
                <a:lnTo>
                  <a:pt x="180" y="22"/>
                </a:lnTo>
                <a:lnTo>
                  <a:pt x="200" y="17"/>
                </a:lnTo>
                <a:lnTo>
                  <a:pt x="195" y="2"/>
                </a:lnTo>
                <a:lnTo>
                  <a:pt x="222" y="12"/>
                </a:lnTo>
                <a:lnTo>
                  <a:pt x="245" y="7"/>
                </a:lnTo>
                <a:lnTo>
                  <a:pt x="257" y="60"/>
                </a:lnTo>
                <a:lnTo>
                  <a:pt x="275" y="75"/>
                </a:lnTo>
                <a:lnTo>
                  <a:pt x="290" y="75"/>
                </a:lnTo>
                <a:lnTo>
                  <a:pt x="297" y="42"/>
                </a:lnTo>
                <a:lnTo>
                  <a:pt x="292" y="27"/>
                </a:lnTo>
                <a:lnTo>
                  <a:pt x="297" y="2"/>
                </a:lnTo>
                <a:lnTo>
                  <a:pt x="305" y="0"/>
                </a:lnTo>
                <a:lnTo>
                  <a:pt x="317" y="30"/>
                </a:lnTo>
                <a:lnTo>
                  <a:pt x="330" y="37"/>
                </a:lnTo>
                <a:lnTo>
                  <a:pt x="337" y="67"/>
                </a:lnTo>
                <a:lnTo>
                  <a:pt x="350" y="107"/>
                </a:lnTo>
                <a:lnTo>
                  <a:pt x="367" y="117"/>
                </a:lnTo>
                <a:lnTo>
                  <a:pt x="390" y="147"/>
                </a:lnTo>
                <a:lnTo>
                  <a:pt x="392" y="162"/>
                </a:lnTo>
                <a:lnTo>
                  <a:pt x="412" y="180"/>
                </a:lnTo>
                <a:lnTo>
                  <a:pt x="420" y="212"/>
                </a:lnTo>
                <a:lnTo>
                  <a:pt x="420" y="237"/>
                </a:lnTo>
                <a:lnTo>
                  <a:pt x="412" y="277"/>
                </a:lnTo>
                <a:lnTo>
                  <a:pt x="392" y="302"/>
                </a:lnTo>
                <a:lnTo>
                  <a:pt x="387" y="335"/>
                </a:lnTo>
                <a:lnTo>
                  <a:pt x="387" y="362"/>
                </a:lnTo>
                <a:lnTo>
                  <a:pt x="367" y="367"/>
                </a:lnTo>
                <a:lnTo>
                  <a:pt x="350" y="385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68" name="picture 6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259546" y="4361471"/>
            <a:ext cx="175056" cy="319456"/>
          </a:xfrm>
          <a:prstGeom prst="rect">
            <a:avLst/>
          </a:prstGeom>
        </p:spPr>
      </p:pic>
      <p:sp>
        <p:nvSpPr>
          <p:cNvPr id="670" name="path"/>
          <p:cNvSpPr/>
          <p:nvPr/>
        </p:nvSpPr>
        <p:spPr>
          <a:xfrm>
            <a:off x="8461375" y="5981700"/>
            <a:ext cx="25400" cy="30162"/>
          </a:xfrm>
          <a:custGeom>
            <a:avLst/>
            <a:gdLst/>
            <a:ahLst/>
            <a:cxnLst/>
            <a:rect l="0" t="0" r="0" b="0"/>
            <a:pathLst>
              <a:path w="40" h="47">
                <a:moveTo>
                  <a:pt x="20" y="40"/>
                </a:moveTo>
                <a:lnTo>
                  <a:pt x="5" y="32"/>
                </a:lnTo>
                <a:lnTo>
                  <a:pt x="5" y="25"/>
                </a:lnTo>
                <a:lnTo>
                  <a:pt x="5" y="20"/>
                </a:lnTo>
                <a:lnTo>
                  <a:pt x="2" y="12"/>
                </a:lnTo>
                <a:lnTo>
                  <a:pt x="0" y="0"/>
                </a:lnTo>
                <a:lnTo>
                  <a:pt x="5" y="0"/>
                </a:lnTo>
                <a:lnTo>
                  <a:pt x="20" y="5"/>
                </a:lnTo>
                <a:lnTo>
                  <a:pt x="27" y="5"/>
                </a:lnTo>
                <a:lnTo>
                  <a:pt x="30" y="5"/>
                </a:lnTo>
                <a:lnTo>
                  <a:pt x="40" y="0"/>
                </a:lnTo>
                <a:lnTo>
                  <a:pt x="40" y="20"/>
                </a:lnTo>
                <a:lnTo>
                  <a:pt x="35" y="25"/>
                </a:lnTo>
                <a:lnTo>
                  <a:pt x="30" y="32"/>
                </a:lnTo>
                <a:lnTo>
                  <a:pt x="30" y="40"/>
                </a:lnTo>
                <a:lnTo>
                  <a:pt x="27" y="40"/>
                </a:lnTo>
                <a:lnTo>
                  <a:pt x="27" y="47"/>
                </a:lnTo>
                <a:lnTo>
                  <a:pt x="20" y="40"/>
                </a:lnTo>
              </a:path>
            </a:pathLst>
          </a:custGeom>
          <a:solidFill>
            <a:srgbClr val="0000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picture 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9144000" cy="6858000"/>
          </a:xfrm>
          <a:prstGeom prst="rect">
            <a:avLst/>
          </a:prstGeom>
        </p:spPr>
      </p:pic>
      <p:sp>
        <p:nvSpPr>
          <p:cNvPr id="674" name="textbox 674"/>
          <p:cNvSpPr/>
          <p:nvPr/>
        </p:nvSpPr>
        <p:spPr>
          <a:xfrm>
            <a:off x="371678" y="497980"/>
            <a:ext cx="4315459" cy="28587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3000"/>
              </a:lnSpc>
            </a:pPr>
            <a:endParaRPr lang="en-US" altLang="en-US" sz="100" dirty="0"/>
          </a:p>
          <a:p>
            <a:pPr marL="288925" algn="l" rtl="0" eaLnBrk="0">
              <a:lnSpc>
                <a:spcPct val="96000"/>
              </a:lnSpc>
            </a:pPr>
            <a:r>
              <a:rPr sz="4400" u="sng" kern="0" spc="-60" dirty="0">
                <a:ln w="15999" cap="flat" cmpd="sng">
                  <a:solidFill>
                    <a:srgbClr val="FFFF33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33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实验要求</a:t>
            </a:r>
            <a:endParaRPr lang="en-US" altLang="en-US" sz="4400" dirty="0"/>
          </a:p>
          <a:p>
            <a:pPr marL="12700" algn="l" rtl="0" eaLnBrk="0">
              <a:lnSpc>
                <a:spcPct val="96000"/>
              </a:lnSpc>
              <a:spcBef>
                <a:spcPts val="2150"/>
              </a:spcBef>
            </a:pPr>
            <a:r>
              <a:rPr sz="2300" kern="0" spc="-3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sz="2300" kern="0" spc="-1250" dirty="0">
                <a:solidFill>
                  <a:srgbClr val="FFFF99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3200" kern="0" spc="-30" dirty="0">
                <a:ln w="1164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撰写实验报告</a:t>
            </a:r>
            <a:endParaRPr lang="en-US" altLang="en-US" sz="3200" dirty="0"/>
          </a:p>
          <a:p>
            <a:pPr algn="l" rtl="0" eaLnBrk="0">
              <a:lnSpc>
                <a:spcPct val="142000"/>
              </a:lnSpc>
            </a:pPr>
            <a:endParaRPr lang="en-US" altLang="en-US" sz="1000" dirty="0"/>
          </a:p>
          <a:p>
            <a:pPr algn="r" rtl="0" eaLnBrk="0">
              <a:lnSpc>
                <a:spcPct val="98000"/>
              </a:lnSpc>
              <a:spcBef>
                <a:spcPts val="815"/>
              </a:spcBef>
            </a:pP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</a:t>
            </a:r>
            <a:r>
              <a:rPr sz="2700" kern="0" spc="28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10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按照模板书写实验</a:t>
            </a:r>
            <a:r>
              <a:rPr sz="2700" kern="0" spc="9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步骤</a:t>
            </a:r>
            <a:endParaRPr lang="en-US" altLang="en-US" sz="2700" dirty="0"/>
          </a:p>
          <a:p>
            <a:pPr algn="l" rtl="0" eaLnBrk="0">
              <a:lnSpc>
                <a:spcPct val="145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marL="441325" algn="l" rtl="0" eaLnBrk="0">
              <a:lnSpc>
                <a:spcPct val="98000"/>
              </a:lnSpc>
              <a:spcBef>
                <a:spcPts val="5"/>
              </a:spcBef>
            </a:pPr>
            <a:r>
              <a:rPr sz="2700" kern="0" spc="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</a:t>
            </a:r>
            <a:r>
              <a:rPr sz="2700" kern="0" spc="55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50" dirty="0">
                <a:ln w="1015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回答课后问题</a:t>
            </a:r>
            <a:endParaRPr lang="en-US" altLang="en-US" sz="2700" dirty="0"/>
          </a:p>
        </p:txBody>
      </p:sp>
      <p:pic>
        <p:nvPicPr>
          <p:cNvPr id="676" name="picture 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77075" y="4570412"/>
            <a:ext cx="1704975" cy="1703387"/>
          </a:xfrm>
          <a:prstGeom prst="rect">
            <a:avLst/>
          </a:prstGeom>
        </p:spPr>
      </p:pic>
      <p:pic>
        <p:nvPicPr>
          <p:cNvPr id="678" name="picture 6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77075" y="4556734"/>
            <a:ext cx="1584325" cy="1877199"/>
          </a:xfrm>
          <a:prstGeom prst="rect">
            <a:avLst/>
          </a:prstGeom>
        </p:spPr>
      </p:pic>
      <p:sp>
        <p:nvSpPr>
          <p:cNvPr id="680" name="textbox 680"/>
          <p:cNvSpPr/>
          <p:nvPr/>
        </p:nvSpPr>
        <p:spPr>
          <a:xfrm>
            <a:off x="3381870" y="6552324"/>
            <a:ext cx="2341245" cy="1784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3000"/>
              </a:lnSpc>
            </a:pPr>
            <a:r>
              <a:rPr sz="1200" kern="0" spc="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2023年秋季《计算机与网络安全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》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   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李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 </a:t>
            </a:r>
            <a:r>
              <a:rPr sz="1200" kern="0" spc="-10" dirty="0">
                <a:ln w="4358" cap="flat" cmpd="sng">
                  <a:solidFill>
                    <a:srgbClr val="FFFFFF">
                      <a:alpha val="100000"/>
                    </a:srgbClr>
                  </a:solidFill>
                  <a:prstDash val="solid"/>
                  <a:bevel/>
                </a:ln>
                <a:solidFill>
                  <a:srgbClr val="FFFFFF">
                    <a:alpha val="100000"/>
                  </a:srgbClr>
                </a:solidFill>
                <a:latin typeface="STKaiti"/>
                <a:ea typeface="STKaiti"/>
                <a:cs typeface="STKaiti"/>
              </a:rPr>
              <a:t>娜</a:t>
            </a:r>
            <a:endParaRPr lang="en-US" altLang="en-US" sz="1200" dirty="0"/>
          </a:p>
        </p:txBody>
      </p:sp>
      <p:sp>
        <p:nvSpPr>
          <p:cNvPr id="682" name="textbox 682"/>
          <p:cNvSpPr/>
          <p:nvPr/>
        </p:nvSpPr>
        <p:spPr>
          <a:xfrm>
            <a:off x="7532687" y="6553665"/>
            <a:ext cx="982980" cy="1905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7000"/>
              </a:lnSpc>
              <a:tabLst>
                <a:tab pos="662940" algn="l"/>
              </a:tabLst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34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endParaRPr lang="en-US" altLang="en-US" sz="1400" dirty="0"/>
          </a:p>
        </p:txBody>
      </p:sp>
      <p:pic>
        <p:nvPicPr>
          <p:cNvPr id="684" name="picture 6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54796" y="4361471"/>
            <a:ext cx="79806" cy="12419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Q5ZWRmZGVlYTg3MDI0N2UwODgyODBlMDlhOGQxZGM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6533</Words>
  <Application>WPS 演示</Application>
  <PresentationFormat/>
  <Paragraphs>457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Arial</vt:lpstr>
      <vt:lpstr>宋体</vt:lpstr>
      <vt:lpstr>Wingdings</vt:lpstr>
      <vt:lpstr>STKaiti</vt:lpstr>
      <vt:lpstr>Segoe Print</vt:lpstr>
      <vt:lpstr>Times New Roman</vt:lpstr>
      <vt:lpstr>Wingdings</vt:lpstr>
      <vt:lpstr>微软雅黑</vt:lpstr>
      <vt:lpstr>Arial Unicode MS</vt:lpstr>
      <vt:lpstr>Calibri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babybee</cp:lastModifiedBy>
  <cp:revision>2</cp:revision>
  <dcterms:created xsi:type="dcterms:W3CDTF">2023-11-10T16:51:00Z</dcterms:created>
  <dcterms:modified xsi:type="dcterms:W3CDTF">2023-11-11T07:58:16Z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2023-11-11T08:14:42Z</vt:filetime>
  </property>
  <property fmtid="{D5CDD505-2E9C-101B-9397-08002B2CF9AE}" pid="4" name="ICV">
    <vt:lpwstr>828B20E8A351450888FFA58A82B87B41_12</vt:lpwstr>
  </property>
  <property fmtid="{D5CDD505-2E9C-101B-9397-08002B2CF9AE}" pid="5" name="KSOProductBuildVer">
    <vt:lpwstr>2052-12.1.0.15712</vt:lpwstr>
  </property>
</Properties>
</file>