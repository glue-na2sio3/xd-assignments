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46A7ED"/>
    <a:srgbClr val="0C3257"/>
    <a:srgbClr val="000000"/>
    <a:srgbClr val="DCDCDC"/>
    <a:srgbClr val="DCDCDD"/>
    <a:srgbClr val="DDE1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856" autoAdjust="0"/>
    <p:restoredTop sz="94660"/>
  </p:normalViewPr>
  <p:slideViewPr>
    <p:cSldViewPr snapToGrid="0">
      <p:cViewPr>
        <p:scale>
          <a:sx n="400" d="100"/>
          <a:sy n="400" d="100"/>
        </p:scale>
        <p:origin x="-5514" y="-19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72554-319C-44DF-80DA-200E5C1204C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1738-6D5C-4BBD-B177-FEB5F3AFF73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72554-319C-44DF-80DA-200E5C1204C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1738-6D5C-4BBD-B177-FEB5F3AFF73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72554-319C-44DF-80DA-200E5C1204C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1738-6D5C-4BBD-B177-FEB5F3AFF73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72554-319C-44DF-80DA-200E5C1204C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1738-6D5C-4BBD-B177-FEB5F3AFF73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72554-319C-44DF-80DA-200E5C1204C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1738-6D5C-4BBD-B177-FEB5F3AFF73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72554-319C-44DF-80DA-200E5C1204C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1738-6D5C-4BBD-B177-FEB5F3AFF73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72554-319C-44DF-80DA-200E5C1204C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1738-6D5C-4BBD-B177-FEB5F3AFF73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72554-319C-44DF-80DA-200E5C1204C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1738-6D5C-4BBD-B177-FEB5F3AFF73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72554-319C-44DF-80DA-200E5C1204C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1738-6D5C-4BBD-B177-FEB5F3AFF73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72554-319C-44DF-80DA-200E5C1204C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1738-6D5C-4BBD-B177-FEB5F3AFF73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72554-319C-44DF-80DA-200E5C1204C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1738-6D5C-4BBD-B177-FEB5F3AFF73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272554-319C-44DF-80DA-200E5C1204C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691738-6D5C-4BBD-B177-FEB5F3AFF73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屏幕截图 2025-11-22 143330"/>
          <p:cNvPicPr/>
          <p:nvPr/>
        </p:nvPicPr>
        <p:blipFill>
          <a:blip r:embed="rId1"/>
          <a:stretch>
            <a:fillRect/>
          </a:stretch>
        </p:blipFill>
        <p:spPr>
          <a:xfrm>
            <a:off x="3296303" y="1315720"/>
            <a:ext cx="7909542" cy="422656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3555533" y="2258153"/>
            <a:ext cx="238125" cy="9525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3472189" y="2221140"/>
            <a:ext cx="533400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00" dirty="0"/>
              <a:t>test </a:t>
            </a:r>
            <a:r>
              <a:rPr lang="en-US" altLang="zh-CN" sz="500" dirty="0" err="1"/>
              <a:t>wzx</a:t>
            </a:r>
            <a:endParaRPr lang="zh-CN" altLang="en-US" sz="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1824990" y="929005"/>
            <a:ext cx="8205470" cy="4384040"/>
            <a:chOff x="8434" y="4804"/>
            <a:chExt cx="12922" cy="6904"/>
          </a:xfrm>
        </p:grpSpPr>
        <p:pic>
          <p:nvPicPr>
            <p:cNvPr id="6" name="图片 5" descr="屏幕截图 2025-11-22 150202"/>
            <p:cNvPicPr/>
            <p:nvPr/>
          </p:nvPicPr>
          <p:blipFill>
            <a:blip r:embed="rId1"/>
            <a:stretch>
              <a:fillRect/>
            </a:stretch>
          </p:blipFill>
          <p:spPr>
            <a:xfrm>
              <a:off x="8434" y="4804"/>
              <a:ext cx="12922" cy="6904"/>
            </a:xfrm>
            <a:prstGeom prst="rect">
              <a:avLst/>
            </a:prstGeom>
          </p:spPr>
        </p:pic>
        <p:sp>
          <p:nvSpPr>
            <p:cNvPr id="3" name="文本框 2"/>
            <p:cNvSpPr txBox="1"/>
            <p:nvPr/>
          </p:nvSpPr>
          <p:spPr>
            <a:xfrm>
              <a:off x="8869" y="6363"/>
              <a:ext cx="369" cy="123"/>
            </a:xfrm>
            <a:prstGeom prst="rect">
              <a:avLst/>
            </a:prstGeom>
            <a:solidFill>
              <a:srgbClr val="DCDCDD"/>
            </a:solidFill>
            <a:ln>
              <a:solidFill>
                <a:srgbClr val="DCDCDC"/>
              </a:solidFill>
            </a:ln>
          </p:spPr>
          <p:txBody>
            <a:bodyPr wrap="square" rtlCol="0">
              <a:noAutofit/>
            </a:bodyPr>
            <a:p>
              <a:endParaRPr lang="en-US" altLang="zh-CN" sz="700"/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8721" y="6295"/>
              <a:ext cx="658" cy="209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p>
              <a:r>
                <a:rPr lang="en-US" altLang="zh-CN" sz="500" b="1">
                  <a:sym typeface="+mn-ea"/>
                </a:rPr>
                <a:t>test wzx</a:t>
              </a:r>
              <a:endParaRPr lang="en-US" altLang="zh-CN" sz="500" b="1">
                <a:sym typeface="+mn-ea"/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9343" y="10235"/>
              <a:ext cx="320" cy="12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txBody>
            <a:bodyPr wrap="square" rtlCol="0">
              <a:noAutofit/>
            </a:bodyPr>
            <a:p>
              <a:endParaRPr lang="en-US" altLang="zh-CN" sz="7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9189" y="10167"/>
              <a:ext cx="680" cy="209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p>
              <a:r>
                <a:rPr lang="en-US" altLang="zh-CN" sz="50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  <a:sym typeface="+mn-ea"/>
                </a:rPr>
                <a:t>test wzx</a:t>
              </a:r>
              <a:endParaRPr lang="en-US" altLang="zh-CN" sz="5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ea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0462" y="5925"/>
              <a:ext cx="369" cy="123"/>
            </a:xfrm>
            <a:prstGeom prst="rect">
              <a:avLst/>
            </a:prstGeom>
            <a:solidFill>
              <a:srgbClr val="46A7ED"/>
            </a:solidFill>
            <a:ln>
              <a:solidFill>
                <a:srgbClr val="46A7ED"/>
              </a:solidFill>
            </a:ln>
          </p:spPr>
          <p:txBody>
            <a:bodyPr wrap="square" rtlCol="0">
              <a:noAutofit/>
            </a:bodyPr>
            <a:p>
              <a:endParaRPr lang="en-US" altLang="zh-CN" sz="700"/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10318" y="5839"/>
              <a:ext cx="658" cy="209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p>
              <a:r>
                <a:rPr lang="en-US" altLang="zh-CN" sz="500" b="1">
                  <a:solidFill>
                    <a:schemeClr val="bg1"/>
                  </a:solidFill>
                  <a:sym typeface="+mn-ea"/>
                </a:rPr>
                <a:t>test wzx</a:t>
              </a:r>
              <a:endParaRPr lang="en-US" altLang="zh-CN" sz="500" b="1">
                <a:solidFill>
                  <a:schemeClr val="bg1"/>
                </a:solidFill>
                <a:sym typeface="+mn-ea"/>
              </a:endParaRPr>
            </a:p>
          </p:txBody>
        </p:sp>
      </p:grpSp>
      <p:pic>
        <p:nvPicPr>
          <p:cNvPr id="17" name="图片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2115" y="1759585"/>
            <a:ext cx="4443095" cy="3454400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4495" y="1751330"/>
            <a:ext cx="3034665" cy="34626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7" descr="屏幕截图 2025-11-22 150408"/>
          <p:cNvPicPr/>
          <p:nvPr/>
        </p:nvPicPr>
        <p:blipFill>
          <a:blip r:embed="rId1"/>
          <a:stretch>
            <a:fillRect/>
          </a:stretch>
        </p:blipFill>
        <p:spPr>
          <a:xfrm>
            <a:off x="371475" y="370205"/>
            <a:ext cx="10664190" cy="569849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2" name="图片 3"/>
          <p:cNvPicPr/>
          <p:nvPr/>
        </p:nvPicPr>
        <p:blipFill>
          <a:blip r:embed="rId1"/>
          <a:stretch>
            <a:fillRect/>
          </a:stretch>
        </p:blipFill>
        <p:spPr>
          <a:xfrm>
            <a:off x="224155" y="291465"/>
            <a:ext cx="10275570" cy="54908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7" name="图片 17" descr="3dfecc37d722e952ed6e00a857cb18a"/>
          <p:cNvPicPr/>
          <p:nvPr/>
        </p:nvPicPr>
        <p:blipFill>
          <a:blip r:embed="rId1"/>
          <a:stretch>
            <a:fillRect/>
          </a:stretch>
        </p:blipFill>
        <p:spPr>
          <a:xfrm>
            <a:off x="1825625" y="-21590"/>
            <a:ext cx="8945245" cy="660273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</Words>
  <Application>WPS 演示</Application>
  <PresentationFormat>宽屏</PresentationFormat>
  <Paragraphs>8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5" baseType="lpstr">
      <vt:lpstr>Arial</vt:lpstr>
      <vt:lpstr>宋体</vt:lpstr>
      <vt:lpstr>Wingdings</vt:lpstr>
      <vt:lpstr>等线</vt:lpstr>
      <vt:lpstr>微软雅黑</vt:lpstr>
      <vt:lpstr>Arial Unicode MS</vt:lpstr>
      <vt:lpstr>等线 Light</vt:lpstr>
      <vt:lpstr>Calibri</vt:lpstr>
      <vt:lpstr>楷体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朝旭 魏</dc:creator>
  <cp:lastModifiedBy>魏朝旭</cp:lastModifiedBy>
  <cp:revision>2</cp:revision>
  <dcterms:created xsi:type="dcterms:W3CDTF">2026-06-07T16:36:00Z</dcterms:created>
  <dcterms:modified xsi:type="dcterms:W3CDTF">2026-06-07T17:06:18Z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F8C69238A8094C94B241E6AEB3EBF05A_12</vt:lpwstr>
  </property>
</Properties>
</file>